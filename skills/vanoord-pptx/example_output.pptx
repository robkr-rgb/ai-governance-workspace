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3.svg" ContentType="image/svg+xml"/>
  <Override PartName="/ppt/media/image34.svg" ContentType="image/svg+xml"/>
  <Override PartName="/ppt/media/image43.svg" ContentType="image/svg+xml"/>
  <Override PartName="/ppt/media/image44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69" r:id="rId5"/>
    <p:sldMasterId id="2147483779" r:id="rId6"/>
  </p:sldMasterIdLst>
  <p:notesMasterIdLst>
    <p:notesMasterId r:id="rId55"/>
  </p:notesMasterIdLst>
  <p:handoutMasterIdLst>
    <p:handoutMasterId r:id="rId56"/>
  </p:handoutMasterIdLst>
  <p:sldIdLst>
    <p:sldId id="256" r:id="rId17"/>
    <p:sldId id="257" r:id="rId1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T Backbone" id="{1A30F639-5575-4AC2-AF09-3B5B7630948D}">
          <p14:sldIdLst>
            <p14:sldId id="321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22"/>
            <p14:sldId id="316"/>
            <p14:sldId id="325"/>
            <p14:sldId id="317"/>
            <p14:sldId id="326"/>
            <p14:sldId id="323"/>
            <p14:sldId id="318"/>
            <p14:sldId id="319"/>
            <p14:sldId id="320"/>
            <p14:sldId id="308"/>
            <p14:sldId id="309"/>
            <p14:sldId id="310"/>
            <p14:sldId id="311"/>
            <p14:sldId id="312"/>
            <p14:sldId id="313"/>
            <p14:sldId id="314"/>
          </p14:sldIdLst>
        </p14:section>
        <p14:section name="Template-set Van Oord" id="{5247489E-3EE2-7E4F-ABDE-4F9785997408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2160" userDrawn="1">
          <p15:clr>
            <a:srgbClr val="A4A3A4"/>
          </p15:clr>
        </p15:guide>
        <p15:guide id="5" pos="5269" userDrawn="1">
          <p15:clr>
            <a:srgbClr val="A4A3A4"/>
          </p15:clr>
        </p15:guide>
        <p15:guide id="6" orient="horz" pos="1933" userDrawn="1">
          <p15:clr>
            <a:srgbClr val="A4A3A4"/>
          </p15:clr>
        </p15:guide>
        <p15:guide id="7" orient="horz" pos="1706" userDrawn="1">
          <p15:clr>
            <a:srgbClr val="A4A3A4"/>
          </p15:clr>
        </p15:guide>
        <p15:guide id="11" pos="824" userDrawn="1">
          <p15:clr>
            <a:srgbClr val="A4A3A4"/>
          </p15:clr>
        </p15:guide>
        <p15:guide id="19" orient="horz" pos="1434" userDrawn="1">
          <p15:clr>
            <a:srgbClr val="A4A3A4"/>
          </p15:clr>
        </p15:guide>
        <p15:guide id="27" orient="horz" pos="2512" userDrawn="1">
          <p15:clr>
            <a:srgbClr val="A4A3A4"/>
          </p15:clr>
        </p15:guide>
        <p15:guide id="28" pos="406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AC43E04-EC83-661D-73FF-ADC86611C728}" name="Elk J.S.P.M. van (Yuri)" initials="E(" userId="S::yuri.vanelk@vanoord.com::63072191-2271-42eb-ad7d-c414206c8792" providerId="AD"/>
  <p188:author id="{5ACB0A6B-9AEB-06DD-9109-5F05EC043D37}" name="Hamers W. (Ward)" initials="" userId="S::Ward.Hamers@vanoord.com::453ddef3-f21f-4a76-9dfa-8a8ff302e4f1" providerId="AD"/>
  <p188:author id="{7F94EFE8-826C-CB0D-19E2-55078006B3B5}" name="Kroef R. van der (Rob)" initials="K(" userId="S::rob.vanderkroef@vanoord.com::c9f4cc7c-71ad-4401-a252-41de59b8abcb" providerId="AD"/>
  <p188:author id="{9E1D7CEC-CB19-10A0-7476-D2C47A6D9049}" name="Kroef R. van der (Rob)" initials="" userId="S::Rob.vanderKroef@vanoord.com::c9f4cc7c-71ad-4401-a252-41de59b8abcb" providerId="AD"/>
  <p188:author id="{67827FFE-E82A-FEDD-FEFA-25DB09D1580B}" name="Elk J.S.P.M. van (Yuri)" initials="" userId="S::Yuri.vanElk@vanoord.com::63072191-2271-42eb-ad7d-c414206c879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lle de Korte" initials="JdK" lastIdx="26" clrIdx="0">
    <p:extLst>
      <p:ext uri="{19B8F6BF-5375-455C-9EA6-DF929625EA0E}">
        <p15:presenceInfo xmlns:p15="http://schemas.microsoft.com/office/powerpoint/2012/main" userId="Jelle de Korte" providerId="None"/>
      </p:ext>
    </p:extLst>
  </p:cmAuthor>
  <p:cmAuthor id="2" name="Broekhuizen M.N. (Mariëlle)" initials="BM(" lastIdx="30" clrIdx="1">
    <p:extLst>
      <p:ext uri="{19B8F6BF-5375-455C-9EA6-DF929625EA0E}">
        <p15:presenceInfo xmlns:p15="http://schemas.microsoft.com/office/powerpoint/2012/main" userId="S::marielle.broekhuizen@vanoord.com::e81f29dc-6253-4760-9575-151bafdbf4f3" providerId="AD"/>
      </p:ext>
    </p:extLst>
  </p:cmAuthor>
  <p:cmAuthor id="3" name="Diana van den Berg" initials="DvdB" lastIdx="229" clrIdx="2">
    <p:extLst>
      <p:ext uri="{19B8F6BF-5375-455C-9EA6-DF929625EA0E}">
        <p15:presenceInfo xmlns:p15="http://schemas.microsoft.com/office/powerpoint/2012/main" userId="S::diana@pptsolutions.nl::23f41a6e-e258-490e-836a-3bfeb97dfcde" providerId="AD"/>
      </p:ext>
    </p:extLst>
  </p:cmAuthor>
  <p:cmAuthor id="4" name="Alice Chu" initials="AC" lastIdx="79" clrIdx="3">
    <p:extLst>
      <p:ext uri="{19B8F6BF-5375-455C-9EA6-DF929625EA0E}">
        <p15:presenceInfo xmlns:p15="http://schemas.microsoft.com/office/powerpoint/2012/main" userId="cdd5ad1fc65cda3f" providerId="Windows Live"/>
      </p:ext>
    </p:extLst>
  </p:cmAuthor>
  <p:cmAuthor id="5" name="Chantal Gladdines" initials="CG" lastIdx="5" clrIdx="4">
    <p:extLst>
      <p:ext uri="{19B8F6BF-5375-455C-9EA6-DF929625EA0E}">
        <p15:presenceInfo xmlns:p15="http://schemas.microsoft.com/office/powerpoint/2012/main" userId="S::chantal@pptsolutions.nl::a6d197a3-22cc-4d1a-bfdb-59f53448d7f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CED3E1"/>
    <a:srgbClr val="A6A6A6"/>
    <a:srgbClr val="A8ACB8"/>
    <a:srgbClr val="ADBADF"/>
    <a:srgbClr val="ACBAE5"/>
    <a:srgbClr val="4C5F99"/>
    <a:srgbClr val="E6E6E6"/>
    <a:srgbClr val="A7CBE3"/>
    <a:srgbClr val="CBCB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99EFE2-38A8-B941-8282-1D1D9C8BC6C7}" v="1582" dt="2026-04-14T15:00:46.398"/>
    <p1510:client id="{4F57D888-E882-66CA-A7AF-11BE0E6CE4D2}" v="24" dt="2026-04-15T11:43:03.003"/>
    <p1510:client id="{6AF0B940-D0F3-405C-8230-5622DAED61A9}" v="13" dt="2026-04-14T11:09:26.516"/>
    <p1510:client id="{B526DA92-12BC-88CE-2CA8-94C04BA098CA}" v="5" dt="2026-04-14T15:05:59.161"/>
    <p1510:client id="{D64FF115-B6B6-BFE5-A64A-03D805B1BF71}" v="4" dt="2026-04-15T10:01:20.830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Stijl, licht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Stijl, licht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Stijl, gemiddeld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15" autoAdjust="0"/>
    <p:restoredTop sz="94960" autoAdjust="0"/>
  </p:normalViewPr>
  <p:slideViewPr>
    <p:cSldViewPr snapToGrid="0">
      <p:cViewPr>
        <p:scale>
          <a:sx n="205" d="100"/>
          <a:sy n="205" d="100"/>
        </p:scale>
        <p:origin x="824" y="168"/>
      </p:cViewPr>
      <p:guideLst>
        <p:guide orient="horz" pos="2160"/>
        <p:guide pos="5269"/>
        <p:guide orient="horz" pos="1933"/>
        <p:guide orient="horz" pos="1706"/>
        <p:guide pos="824"/>
        <p:guide orient="horz" pos="1434"/>
        <p:guide orient="horz" pos="2512"/>
        <p:guide pos="406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8" d="100"/>
          <a:sy n="88" d="100"/>
        </p:scale>
        <p:origin x="2406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55" Type="http://schemas.openxmlformats.org/officeDocument/2006/relationships/notesMaster" Target="notesMasters/notesMaster1.xml"/><Relationship Id="rId56" Type="http://schemas.openxmlformats.org/officeDocument/2006/relationships/handoutMaster" Target="handoutMasters/handoutMaster1.xml"/><Relationship Id="rId57" Type="http://schemas.openxmlformats.org/officeDocument/2006/relationships/commentAuthors" Target="commentAuthors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Relationship Id="rId62" Type="http://schemas.microsoft.com/office/2016/11/relationships/changesInfo" Target="changesInfos/changesInfo1.xml"/><Relationship Id="rId63" Type="http://schemas.microsoft.com/office/2015/10/relationships/revisionInfo" Target="revisionInfo.xml"/><Relationship Id="rId6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oef R. van der (Rob)" userId="S::rob.vanderkroef@vanoord.com::c9f4cc7c-71ad-4401-a252-41de59b8abcb" providerId="AD" clId="Web-{B526DA92-12BC-88CE-2CA8-94C04BA098CA}"/>
    <pc:docChg chg="modSld">
      <pc:chgData name="Kroef R. van der (Rob)" userId="S::rob.vanderkroef@vanoord.com::c9f4cc7c-71ad-4401-a252-41de59b8abcb" providerId="AD" clId="Web-{B526DA92-12BC-88CE-2CA8-94C04BA098CA}" dt="2026-04-14T15:04:44.972" v="3" actId="20577"/>
      <pc:docMkLst>
        <pc:docMk/>
      </pc:docMkLst>
      <pc:sldChg chg="modSp">
        <pc:chgData name="Kroef R. van der (Rob)" userId="S::rob.vanderkroef@vanoord.com::c9f4cc7c-71ad-4401-a252-41de59b8abcb" providerId="AD" clId="Web-{B526DA92-12BC-88CE-2CA8-94C04BA098CA}" dt="2026-04-14T15:04:44.972" v="3" actId="20577"/>
        <pc:sldMkLst>
          <pc:docMk/>
          <pc:sldMk cId="0" sldId="305"/>
        </pc:sldMkLst>
        <pc:spChg chg="mod">
          <ac:chgData name="Kroef R. van der (Rob)" userId="S::rob.vanderkroef@vanoord.com::c9f4cc7c-71ad-4401-a252-41de59b8abcb" providerId="AD" clId="Web-{B526DA92-12BC-88CE-2CA8-94C04BA098CA}" dt="2026-04-14T15:04:44.972" v="3" actId="20577"/>
          <ac:spMkLst>
            <pc:docMk/>
            <pc:sldMk cId="0" sldId="305"/>
            <ac:spMk id="104" creationId="{00000000-0000-0000-0000-000000000000}"/>
          </ac:spMkLst>
        </pc:spChg>
      </pc:sldChg>
    </pc:docChg>
  </pc:docChgLst>
  <pc:docChgLst>
    <pc:chgData name="Kroef R. van der (Rob)" userId="S::rob.vanderkroef@vanoord.com::c9f4cc7c-71ad-4401-a252-41de59b8abcb" providerId="AD" clId="Web-{4F57D888-E882-66CA-A7AF-11BE0E6CE4D2}"/>
    <pc:docChg chg="addSld modSld modSection">
      <pc:chgData name="Kroef R. van der (Rob)" userId="S::rob.vanderkroef@vanoord.com::c9f4cc7c-71ad-4401-a252-41de59b8abcb" providerId="AD" clId="Web-{4F57D888-E882-66CA-A7AF-11BE0E6CE4D2}" dt="2026-04-15T11:43:03.003" v="23"/>
      <pc:docMkLst>
        <pc:docMk/>
      </pc:docMkLst>
      <pc:sldChg chg="delSp modSp add replId">
        <pc:chgData name="Kroef R. van der (Rob)" userId="S::rob.vanderkroef@vanoord.com::c9f4cc7c-71ad-4401-a252-41de59b8abcb" providerId="AD" clId="Web-{4F57D888-E882-66CA-A7AF-11BE0E6CE4D2}" dt="2026-04-15T11:43:03.003" v="23"/>
        <pc:sldMkLst>
          <pc:docMk/>
          <pc:sldMk cId="2522866502" sldId="326"/>
        </pc:sldMkLst>
        <pc:spChg chg="mod">
          <ac:chgData name="Kroef R. van der (Rob)" userId="S::rob.vanderkroef@vanoord.com::c9f4cc7c-71ad-4401-a252-41de59b8abcb" providerId="AD" clId="Web-{4F57D888-E882-66CA-A7AF-11BE0E6CE4D2}" dt="2026-04-15T11:41:20.214" v="19" actId="20577"/>
          <ac:spMkLst>
            <pc:docMk/>
            <pc:sldMk cId="2522866502" sldId="326"/>
            <ac:spMk id="101" creationId="{627A2B77-59F5-A79A-B74D-C5EEA75CC36E}"/>
          </ac:spMkLst>
        </pc:spChg>
        <pc:spChg chg="mod">
          <ac:chgData name="Kroef R. van der (Rob)" userId="S::rob.vanderkroef@vanoord.com::c9f4cc7c-71ad-4401-a252-41de59b8abcb" providerId="AD" clId="Web-{4F57D888-E882-66CA-A7AF-11BE0E6CE4D2}" dt="2026-04-15T11:41:32.246" v="22" actId="20577"/>
          <ac:spMkLst>
            <pc:docMk/>
            <pc:sldMk cId="2522866502" sldId="326"/>
            <ac:spMk id="102" creationId="{0D708E29-FB50-0D83-0CD7-D5E7C5D823E8}"/>
          </ac:spMkLst>
        </pc:spChg>
        <pc:spChg chg="del">
          <ac:chgData name="Kroef R. van der (Rob)" userId="S::rob.vanderkroef@vanoord.com::c9f4cc7c-71ad-4401-a252-41de59b8abcb" providerId="AD" clId="Web-{4F57D888-E882-66CA-A7AF-11BE0E6CE4D2}" dt="2026-04-15T11:43:03.003" v="23"/>
          <ac:spMkLst>
            <pc:docMk/>
            <pc:sldMk cId="2522866502" sldId="326"/>
            <ac:spMk id="111" creationId="{2CB27A4F-72AF-875A-02A1-59A003A4B81A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C5DDAFA9-CD76-4E62-9A51-88B534072A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1840B75-109C-4F0C-BD3A-4E1F2FA898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1282E4-318E-4B42-BF56-BAB63EB73B65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BC9BD5B-740E-4A72-BC68-171B420084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E9F6E3B-62B2-446C-A273-5A014CB1BE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D6EBDE-2845-4E7D-8D89-D64B8BBB58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9668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90A07-196B-4F4B-8E8C-301FB387CBE5}" type="datetimeFigureOut">
              <a:rPr lang="nl-NL" smtClean="0"/>
              <a:t>15-4-2026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176B4-2F3E-4542-A88B-B482618D0CA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1779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6.svg"/><Relationship Id="rId6" Type="http://schemas.openxmlformats.org/officeDocument/2006/relationships/image" Target="../media/image7.svg"/><Relationship Id="rId7" Type="http://schemas.openxmlformats.org/officeDocument/2006/relationships/image" Target="../media/image8.svg"/><Relationship Id="rId8" Type="http://schemas.openxmlformats.org/officeDocument/2006/relationships/image" Target="../media/image9.svg"/><Relationship Id="rId9" Type="http://schemas.openxmlformats.org/officeDocument/2006/relationships/image" Target="../media/image10.svg"/><Relationship Id="rId10" Type="http://schemas.openxmlformats.org/officeDocument/2006/relationships/image" Target="../media/image11.svg"/><Relationship Id="rId11" Type="http://schemas.openxmlformats.org/officeDocument/2006/relationships/image" Target="../media/image12.svg"/><Relationship Id="rId12" Type="http://schemas.openxmlformats.org/officeDocument/2006/relationships/image" Target="../media/image13.svg"/><Relationship Id="rId13" Type="http://schemas.openxmlformats.org/officeDocument/2006/relationships/image" Target="../media/image14.svg"/><Relationship Id="rId14" Type="http://schemas.openxmlformats.org/officeDocument/2006/relationships/image" Target="../media/image15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16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4.svg"/><Relationship Id="rId4" Type="http://schemas.openxmlformats.org/officeDocument/2006/relationships/image" Target="../media/image33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Relationship Id="rId13" Type="http://schemas.openxmlformats.org/officeDocument/2006/relationships/image" Target="../media/image43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svg"/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44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43.svg"/><Relationship Id="rId6" Type="http://schemas.openxmlformats.org/officeDocument/2006/relationships/image" Target="../media/image3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43.svg"/><Relationship Id="rId6" Type="http://schemas.openxmlformats.org/officeDocument/2006/relationships/image" Target="../media/image33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3.svg"/><Relationship Id="rId5" Type="http://schemas.openxmlformats.org/officeDocument/2006/relationships/image" Target="../media/image45.png"/><Relationship Id="rId6" Type="http://schemas.openxmlformats.org/officeDocument/2006/relationships/image" Target="../media/image46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47.svg"/><Relationship Id="rId5" Type="http://schemas.openxmlformats.org/officeDocument/2006/relationships/image" Target="../media/image45.png"/><Relationship Id="rId6" Type="http://schemas.openxmlformats.org/officeDocument/2006/relationships/image" Target="../media/image46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5.png"/><Relationship Id="rId3" Type="http://schemas.openxmlformats.org/officeDocument/2006/relationships/image" Target="../media/image48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5.svg"/><Relationship Id="rId5" Type="http://schemas.openxmlformats.org/officeDocument/2006/relationships/image" Target="../media/image45.png"/><Relationship Id="rId6" Type="http://schemas.openxmlformats.org/officeDocument/2006/relationships/image" Target="../media/image48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5.png"/><Relationship Id="rId3" Type="http://schemas.openxmlformats.org/officeDocument/2006/relationships/image" Target="../media/image48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5.png"/><Relationship Id="rId3" Type="http://schemas.openxmlformats.org/officeDocument/2006/relationships/image" Target="../media/image48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5.png"/><Relationship Id="rId3" Type="http://schemas.openxmlformats.org/officeDocument/2006/relationships/image" Target="../media/image48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5.png"/><Relationship Id="rId3" Type="http://schemas.openxmlformats.org/officeDocument/2006/relationships/image" Target="../media/image48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5.svg"/><Relationship Id="rId5" Type="http://schemas.openxmlformats.org/officeDocument/2006/relationships/image" Target="../media/image45.png"/><Relationship Id="rId6" Type="http://schemas.openxmlformats.org/officeDocument/2006/relationships/image" Target="../media/image48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3.svg"/><Relationship Id="rId5" Type="http://schemas.openxmlformats.org/officeDocument/2006/relationships/image" Target="../media/image45.png"/><Relationship Id="rId6" Type="http://schemas.openxmlformats.org/officeDocument/2006/relationships/image" Target="../media/image4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AF2BBD9-DB22-446D-8986-3518243C28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pic>
        <p:nvPicPr>
          <p:cNvPr id="44" name="Afbeelding 43">
            <a:extLst>
              <a:ext uri="{FF2B5EF4-FFF2-40B4-BE49-F238E27FC236}">
                <a16:creationId xmlns:a16="http://schemas.microsoft.com/office/drawing/2014/main" id="{59917175-3ED4-4A6C-9F09-7902373C99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52" b="32348"/>
          <a:stretch/>
        </p:blipFill>
        <p:spPr>
          <a:xfrm>
            <a:off x="0" y="-1"/>
            <a:ext cx="12192000" cy="6857999"/>
          </a:xfrm>
          <a:prstGeom prst="rect">
            <a:avLst/>
          </a:prstGeom>
        </p:spPr>
      </p:pic>
      <p:sp>
        <p:nvSpPr>
          <p:cNvPr id="3" name="Rechthoek 2">
            <a:extLst>
              <a:ext uri="{FF2B5EF4-FFF2-40B4-BE49-F238E27FC236}">
                <a16:creationId xmlns:a16="http://schemas.microsoft.com/office/drawing/2014/main" id="{86DB15C2-561A-4990-B681-24E2CB4644CD}"/>
              </a:ext>
            </a:extLst>
          </p:cNvPr>
          <p:cNvSpPr/>
          <p:nvPr userDrawn="1"/>
        </p:nvSpPr>
        <p:spPr>
          <a:xfrm>
            <a:off x="0" y="0"/>
            <a:ext cx="12192000" cy="6857998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07403" y="6919952"/>
            <a:ext cx="284597" cy="151790"/>
          </a:xfrm>
        </p:spPr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 dirty="0"/>
          </a:p>
        </p:txBody>
      </p:sp>
      <p:grpSp>
        <p:nvGrpSpPr>
          <p:cNvPr id="62" name="Graphic 54">
            <a:extLst>
              <a:ext uri="{FF2B5EF4-FFF2-40B4-BE49-F238E27FC236}">
                <a16:creationId xmlns:a16="http://schemas.microsoft.com/office/drawing/2014/main" id="{6D872A01-8DEE-4DF6-84F8-720183B66D8C}"/>
              </a:ext>
            </a:extLst>
          </p:cNvPr>
          <p:cNvGrpSpPr/>
          <p:nvPr/>
        </p:nvGrpSpPr>
        <p:grpSpPr>
          <a:xfrm>
            <a:off x="7499810" y="2338670"/>
            <a:ext cx="1899808" cy="1295797"/>
            <a:chOff x="13594740" y="312676"/>
            <a:chExt cx="405037" cy="276263"/>
          </a:xfrm>
        </p:grpSpPr>
        <p:sp>
          <p:nvSpPr>
            <p:cNvPr id="86" name="Vrije vorm: vorm 85">
              <a:extLst>
                <a:ext uri="{FF2B5EF4-FFF2-40B4-BE49-F238E27FC236}">
                  <a16:creationId xmlns:a16="http://schemas.microsoft.com/office/drawing/2014/main" id="{2912261F-C37B-486E-ACB5-B0E467A2840B}"/>
                </a:ext>
              </a:extLst>
            </p:cNvPr>
            <p:cNvSpPr/>
            <p:nvPr/>
          </p:nvSpPr>
          <p:spPr>
            <a:xfrm>
              <a:off x="13594740" y="312676"/>
              <a:ext cx="405037" cy="276263"/>
            </a:xfrm>
            <a:custGeom>
              <a:avLst/>
              <a:gdLst>
                <a:gd name="connsiteX0" fmla="*/ 0 w 405037"/>
                <a:gd name="connsiteY0" fmla="*/ 276265 h 276263"/>
                <a:gd name="connsiteX1" fmla="*/ 405038 w 405037"/>
                <a:gd name="connsiteY1" fmla="*/ 276265 h 276263"/>
                <a:gd name="connsiteX2" fmla="*/ 405038 w 405037"/>
                <a:gd name="connsiteY2" fmla="*/ 1 h 276263"/>
                <a:gd name="connsiteX3" fmla="*/ 0 w 405037"/>
                <a:gd name="connsiteY3" fmla="*/ 1 h 276263"/>
                <a:gd name="connsiteX4" fmla="*/ 0 w 405037"/>
                <a:gd name="connsiteY4" fmla="*/ 276265 h 276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037" h="276263">
                  <a:moveTo>
                    <a:pt x="0" y="276265"/>
                  </a:moveTo>
                  <a:lnTo>
                    <a:pt x="405038" y="276265"/>
                  </a:lnTo>
                  <a:lnTo>
                    <a:pt x="405038" y="1"/>
                  </a:lnTo>
                  <a:lnTo>
                    <a:pt x="0" y="1"/>
                  </a:lnTo>
                  <a:lnTo>
                    <a:pt x="0" y="276265"/>
                  </a:lnTo>
                  <a:close/>
                </a:path>
              </a:pathLst>
            </a:custGeom>
            <a:solidFill>
              <a:srgbClr val="FFFFFF"/>
            </a:solidFill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7" name="Vrije vorm: vorm 86">
              <a:extLst>
                <a:ext uri="{FF2B5EF4-FFF2-40B4-BE49-F238E27FC236}">
                  <a16:creationId xmlns:a16="http://schemas.microsoft.com/office/drawing/2014/main" id="{AE876CEB-1186-4F24-BEF8-692A0C1DE85A}"/>
                </a:ext>
              </a:extLst>
            </p:cNvPr>
            <p:cNvSpPr/>
            <p:nvPr/>
          </p:nvSpPr>
          <p:spPr>
            <a:xfrm>
              <a:off x="13604246" y="322182"/>
              <a:ext cx="385966" cy="257251"/>
            </a:xfrm>
            <a:custGeom>
              <a:avLst/>
              <a:gdLst>
                <a:gd name="connsiteX0" fmla="*/ 0 w 385966"/>
                <a:gd name="connsiteY0" fmla="*/ 257253 h 257251"/>
                <a:gd name="connsiteX1" fmla="*/ 385967 w 385966"/>
                <a:gd name="connsiteY1" fmla="*/ 257253 h 257251"/>
                <a:gd name="connsiteX2" fmla="*/ 385967 w 385966"/>
                <a:gd name="connsiteY2" fmla="*/ 1 h 257251"/>
                <a:gd name="connsiteX3" fmla="*/ 0 w 385966"/>
                <a:gd name="connsiteY3" fmla="*/ 1 h 257251"/>
                <a:gd name="connsiteX4" fmla="*/ 0 w 385966"/>
                <a:gd name="connsiteY4" fmla="*/ 257253 h 25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966" h="257251">
                  <a:moveTo>
                    <a:pt x="0" y="257253"/>
                  </a:moveTo>
                  <a:lnTo>
                    <a:pt x="385967" y="257253"/>
                  </a:lnTo>
                  <a:lnTo>
                    <a:pt x="385967" y="1"/>
                  </a:lnTo>
                  <a:lnTo>
                    <a:pt x="0" y="1"/>
                  </a:lnTo>
                  <a:lnTo>
                    <a:pt x="0" y="257253"/>
                  </a:lnTo>
                  <a:close/>
                </a:path>
              </a:pathLst>
            </a:custGeom>
            <a:solidFill>
              <a:srgbClr val="253A79"/>
            </a:solidFill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8" name="Vrije vorm: vorm 87">
              <a:extLst>
                <a:ext uri="{FF2B5EF4-FFF2-40B4-BE49-F238E27FC236}">
                  <a16:creationId xmlns:a16="http://schemas.microsoft.com/office/drawing/2014/main" id="{D47D240B-4E23-44E4-8634-3FAE7315A059}"/>
                </a:ext>
              </a:extLst>
            </p:cNvPr>
            <p:cNvSpPr/>
            <p:nvPr/>
          </p:nvSpPr>
          <p:spPr>
            <a:xfrm>
              <a:off x="13752622" y="341725"/>
              <a:ext cx="226195" cy="226254"/>
            </a:xfrm>
            <a:custGeom>
              <a:avLst/>
              <a:gdLst>
                <a:gd name="connsiteX0" fmla="*/ 226195 w 226195"/>
                <a:gd name="connsiteY0" fmla="*/ 226256 h 226254"/>
                <a:gd name="connsiteX1" fmla="*/ 226195 w 226195"/>
                <a:gd name="connsiteY1" fmla="*/ 1 h 226254"/>
                <a:gd name="connsiteX2" fmla="*/ 0 w 226195"/>
                <a:gd name="connsiteY2" fmla="*/ 226256 h 226254"/>
                <a:gd name="connsiteX3" fmla="*/ 226195 w 226195"/>
                <a:gd name="connsiteY3" fmla="*/ 226256 h 22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6195" h="226254">
                  <a:moveTo>
                    <a:pt x="226195" y="226256"/>
                  </a:moveTo>
                  <a:lnTo>
                    <a:pt x="226195" y="1"/>
                  </a:lnTo>
                  <a:lnTo>
                    <a:pt x="0" y="226256"/>
                  </a:lnTo>
                  <a:lnTo>
                    <a:pt x="226195" y="226256"/>
                  </a:lnTo>
                  <a:close/>
                </a:path>
              </a:pathLst>
            </a:custGeom>
            <a:solidFill>
              <a:srgbClr val="FF8702"/>
            </a:solidFill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grpSp>
          <p:nvGrpSpPr>
            <p:cNvPr id="89" name="Graphic 54">
              <a:extLst>
                <a:ext uri="{FF2B5EF4-FFF2-40B4-BE49-F238E27FC236}">
                  <a16:creationId xmlns:a16="http://schemas.microsoft.com/office/drawing/2014/main" id="{0C34BCB8-C897-437A-A11C-F13552FA5C38}"/>
                </a:ext>
              </a:extLst>
            </p:cNvPr>
            <p:cNvGrpSpPr/>
            <p:nvPr/>
          </p:nvGrpSpPr>
          <p:grpSpPr>
            <a:xfrm>
              <a:off x="13615700" y="333636"/>
              <a:ext cx="355027" cy="214091"/>
              <a:chOff x="13615700" y="333636"/>
              <a:chExt cx="355027" cy="214091"/>
            </a:xfrm>
            <a:solidFill>
              <a:srgbClr val="FFFFFE"/>
            </a:solidFill>
          </p:grpSpPr>
          <p:sp>
            <p:nvSpPr>
              <p:cNvPr id="90" name="Vrije vorm: vorm 89">
                <a:extLst>
                  <a:ext uri="{FF2B5EF4-FFF2-40B4-BE49-F238E27FC236}">
                    <a16:creationId xmlns:a16="http://schemas.microsoft.com/office/drawing/2014/main" id="{546A62CA-73E3-4A4D-A937-F2B99221A6AB}"/>
                  </a:ext>
                </a:extLst>
              </p:cNvPr>
              <p:cNvSpPr/>
              <p:nvPr/>
            </p:nvSpPr>
            <p:spPr>
              <a:xfrm>
                <a:off x="13615700" y="333636"/>
                <a:ext cx="355027" cy="90418"/>
              </a:xfrm>
              <a:custGeom>
                <a:avLst/>
                <a:gdLst>
                  <a:gd name="connsiteX0" fmla="*/ 0 w 355027"/>
                  <a:gd name="connsiteY0" fmla="*/ 1 h 90418"/>
                  <a:gd name="connsiteX1" fmla="*/ 0 w 355027"/>
                  <a:gd name="connsiteY1" fmla="*/ 87267 h 90418"/>
                  <a:gd name="connsiteX2" fmla="*/ 173174 w 355027"/>
                  <a:gd name="connsiteY2" fmla="*/ 58572 h 90418"/>
                  <a:gd name="connsiteX3" fmla="*/ 223125 w 355027"/>
                  <a:gd name="connsiteY3" fmla="*/ 22320 h 90418"/>
                  <a:gd name="connsiteX4" fmla="*/ 223184 w 355027"/>
                  <a:gd name="connsiteY4" fmla="*/ 22320 h 90418"/>
                  <a:gd name="connsiteX5" fmla="*/ 223125 w 355027"/>
                  <a:gd name="connsiteY5" fmla="*/ 22320 h 90418"/>
                  <a:gd name="connsiteX6" fmla="*/ 260499 w 355027"/>
                  <a:gd name="connsiteY6" fmla="*/ 23678 h 90418"/>
                  <a:gd name="connsiteX7" fmla="*/ 263097 w 355027"/>
                  <a:gd name="connsiteY7" fmla="*/ 33361 h 90418"/>
                  <a:gd name="connsiteX8" fmla="*/ 257724 w 355027"/>
                  <a:gd name="connsiteY8" fmla="*/ 33125 h 90418"/>
                  <a:gd name="connsiteX9" fmla="*/ 251407 w 355027"/>
                  <a:gd name="connsiteY9" fmla="*/ 32652 h 90418"/>
                  <a:gd name="connsiteX10" fmla="*/ 251230 w 355027"/>
                  <a:gd name="connsiteY10" fmla="*/ 32652 h 90418"/>
                  <a:gd name="connsiteX11" fmla="*/ 251230 w 355027"/>
                  <a:gd name="connsiteY11" fmla="*/ 32652 h 90418"/>
                  <a:gd name="connsiteX12" fmla="*/ 251171 w 355027"/>
                  <a:gd name="connsiteY12" fmla="*/ 32652 h 90418"/>
                  <a:gd name="connsiteX13" fmla="*/ 235524 w 355027"/>
                  <a:gd name="connsiteY13" fmla="*/ 37435 h 90418"/>
                  <a:gd name="connsiteX14" fmla="*/ 237118 w 355027"/>
                  <a:gd name="connsiteY14" fmla="*/ 85909 h 90418"/>
                  <a:gd name="connsiteX15" fmla="*/ 271422 w 355027"/>
                  <a:gd name="connsiteY15" fmla="*/ 83725 h 90418"/>
                  <a:gd name="connsiteX16" fmla="*/ 355028 w 355027"/>
                  <a:gd name="connsiteY16" fmla="*/ 119 h 90418"/>
                  <a:gd name="connsiteX17" fmla="*/ 0 w 355027"/>
                  <a:gd name="connsiteY17" fmla="*/ 1 h 90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55027" h="90418">
                    <a:moveTo>
                      <a:pt x="0" y="1"/>
                    </a:moveTo>
                    <a:lnTo>
                      <a:pt x="0" y="87267"/>
                    </a:lnTo>
                    <a:cubicBezTo>
                      <a:pt x="54733" y="93998"/>
                      <a:pt x="122102" y="92286"/>
                      <a:pt x="173174" y="58572"/>
                    </a:cubicBezTo>
                    <a:cubicBezTo>
                      <a:pt x="191714" y="46350"/>
                      <a:pt x="205766" y="31649"/>
                      <a:pt x="223125" y="22320"/>
                    </a:cubicBezTo>
                    <a:cubicBezTo>
                      <a:pt x="223125" y="22320"/>
                      <a:pt x="223184" y="22320"/>
                      <a:pt x="223184" y="22320"/>
                    </a:cubicBezTo>
                    <a:lnTo>
                      <a:pt x="223125" y="22320"/>
                    </a:lnTo>
                    <a:cubicBezTo>
                      <a:pt x="235111" y="15884"/>
                      <a:pt x="251053" y="15234"/>
                      <a:pt x="260499" y="23678"/>
                    </a:cubicBezTo>
                    <a:cubicBezTo>
                      <a:pt x="269946" y="32121"/>
                      <a:pt x="263097" y="33361"/>
                      <a:pt x="263097" y="33361"/>
                    </a:cubicBezTo>
                    <a:lnTo>
                      <a:pt x="257724" y="33125"/>
                    </a:lnTo>
                    <a:lnTo>
                      <a:pt x="251407" y="32652"/>
                    </a:lnTo>
                    <a:cubicBezTo>
                      <a:pt x="251348" y="32652"/>
                      <a:pt x="251289" y="32652"/>
                      <a:pt x="251230" y="32652"/>
                    </a:cubicBezTo>
                    <a:lnTo>
                      <a:pt x="251230" y="32652"/>
                    </a:lnTo>
                    <a:lnTo>
                      <a:pt x="251171" y="32652"/>
                    </a:lnTo>
                    <a:cubicBezTo>
                      <a:pt x="246270" y="32357"/>
                      <a:pt x="240897" y="33538"/>
                      <a:pt x="235524" y="37435"/>
                    </a:cubicBezTo>
                    <a:cubicBezTo>
                      <a:pt x="217043" y="50838"/>
                      <a:pt x="221413" y="76876"/>
                      <a:pt x="237118" y="85909"/>
                    </a:cubicBezTo>
                    <a:cubicBezTo>
                      <a:pt x="245798" y="90869"/>
                      <a:pt x="259614" y="93526"/>
                      <a:pt x="271422" y="83725"/>
                    </a:cubicBezTo>
                    <a:lnTo>
                      <a:pt x="355028" y="11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E"/>
              </a:solidFill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91" name="Vrije vorm: vorm 90">
                <a:extLst>
                  <a:ext uri="{FF2B5EF4-FFF2-40B4-BE49-F238E27FC236}">
                    <a16:creationId xmlns:a16="http://schemas.microsoft.com/office/drawing/2014/main" id="{D9B48FB8-ED23-470F-8B8F-C0F74F57ABBD}"/>
                  </a:ext>
                </a:extLst>
              </p:cNvPr>
              <p:cNvSpPr/>
              <p:nvPr/>
            </p:nvSpPr>
            <p:spPr>
              <a:xfrm>
                <a:off x="13899050" y="461229"/>
                <a:ext cx="16532" cy="16532"/>
              </a:xfrm>
              <a:custGeom>
                <a:avLst/>
                <a:gdLst>
                  <a:gd name="connsiteX0" fmla="*/ 16532 w 16532"/>
                  <a:gd name="connsiteY0" fmla="*/ 8267 h 16532"/>
                  <a:gd name="connsiteX1" fmla="*/ 8266 w 16532"/>
                  <a:gd name="connsiteY1" fmla="*/ 1 h 16532"/>
                  <a:gd name="connsiteX2" fmla="*/ 0 w 16532"/>
                  <a:gd name="connsiteY2" fmla="*/ 8267 h 16532"/>
                  <a:gd name="connsiteX3" fmla="*/ 8266 w 16532"/>
                  <a:gd name="connsiteY3" fmla="*/ 16533 h 16532"/>
                  <a:gd name="connsiteX4" fmla="*/ 16532 w 16532"/>
                  <a:gd name="connsiteY4" fmla="*/ 8267 h 16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32" h="16532">
                    <a:moveTo>
                      <a:pt x="16532" y="8267"/>
                    </a:moveTo>
                    <a:lnTo>
                      <a:pt x="8266" y="1"/>
                    </a:lnTo>
                    <a:lnTo>
                      <a:pt x="0" y="8267"/>
                    </a:lnTo>
                    <a:lnTo>
                      <a:pt x="8266" y="16533"/>
                    </a:lnTo>
                    <a:lnTo>
                      <a:pt x="16532" y="8267"/>
                    </a:lnTo>
                    <a:close/>
                  </a:path>
                </a:pathLst>
              </a:custGeom>
              <a:solidFill>
                <a:srgbClr val="FFFFFE"/>
              </a:solidFill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92" name="Vrije vorm: vorm 91">
                <a:extLst>
                  <a:ext uri="{FF2B5EF4-FFF2-40B4-BE49-F238E27FC236}">
                    <a16:creationId xmlns:a16="http://schemas.microsoft.com/office/drawing/2014/main" id="{E698D6AE-2F47-4FC2-A3BB-BABB2503608C}"/>
                  </a:ext>
                </a:extLst>
              </p:cNvPr>
              <p:cNvSpPr/>
              <p:nvPr/>
            </p:nvSpPr>
            <p:spPr>
              <a:xfrm>
                <a:off x="13863033" y="496537"/>
                <a:ext cx="88683" cy="51190"/>
              </a:xfrm>
              <a:custGeom>
                <a:avLst/>
                <a:gdLst>
                  <a:gd name="connsiteX0" fmla="*/ 59811 w 88683"/>
                  <a:gd name="connsiteY0" fmla="*/ 1182 h 51190"/>
                  <a:gd name="connsiteX1" fmla="*/ 56918 w 88683"/>
                  <a:gd name="connsiteY1" fmla="*/ 12105 h 51190"/>
                  <a:gd name="connsiteX2" fmla="*/ 72978 w 88683"/>
                  <a:gd name="connsiteY2" fmla="*/ 16474 h 51190"/>
                  <a:gd name="connsiteX3" fmla="*/ 72682 w 88683"/>
                  <a:gd name="connsiteY3" fmla="*/ 17006 h 51190"/>
                  <a:gd name="connsiteX4" fmla="*/ 62232 w 88683"/>
                  <a:gd name="connsiteY4" fmla="*/ 39797 h 51190"/>
                  <a:gd name="connsiteX5" fmla="*/ 50010 w 88683"/>
                  <a:gd name="connsiteY5" fmla="*/ 39797 h 51190"/>
                  <a:gd name="connsiteX6" fmla="*/ 50010 w 88683"/>
                  <a:gd name="connsiteY6" fmla="*/ 1 h 51190"/>
                  <a:gd name="connsiteX7" fmla="*/ 38673 w 88683"/>
                  <a:gd name="connsiteY7" fmla="*/ 1 h 51190"/>
                  <a:gd name="connsiteX8" fmla="*/ 38673 w 88683"/>
                  <a:gd name="connsiteY8" fmla="*/ 39797 h 51190"/>
                  <a:gd name="connsiteX9" fmla="*/ 26451 w 88683"/>
                  <a:gd name="connsiteY9" fmla="*/ 39797 h 51190"/>
                  <a:gd name="connsiteX10" fmla="*/ 16001 w 88683"/>
                  <a:gd name="connsiteY10" fmla="*/ 17006 h 51190"/>
                  <a:gd name="connsiteX11" fmla="*/ 15706 w 88683"/>
                  <a:gd name="connsiteY11" fmla="*/ 16474 h 51190"/>
                  <a:gd name="connsiteX12" fmla="*/ 31765 w 88683"/>
                  <a:gd name="connsiteY12" fmla="*/ 12105 h 51190"/>
                  <a:gd name="connsiteX13" fmla="*/ 28813 w 88683"/>
                  <a:gd name="connsiteY13" fmla="*/ 1182 h 51190"/>
                  <a:gd name="connsiteX14" fmla="*/ 0 w 88683"/>
                  <a:gd name="connsiteY14" fmla="*/ 8858 h 51190"/>
                  <a:gd name="connsiteX15" fmla="*/ 17890 w 88683"/>
                  <a:gd name="connsiteY15" fmla="*/ 51192 h 51190"/>
                  <a:gd name="connsiteX16" fmla="*/ 70793 w 88683"/>
                  <a:gd name="connsiteY16" fmla="*/ 51192 h 51190"/>
                  <a:gd name="connsiteX17" fmla="*/ 88683 w 88683"/>
                  <a:gd name="connsiteY17" fmla="*/ 8858 h 51190"/>
                  <a:gd name="connsiteX18" fmla="*/ 59811 w 88683"/>
                  <a:gd name="connsiteY18" fmla="*/ 1182 h 5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8683" h="51190">
                    <a:moveTo>
                      <a:pt x="59811" y="1182"/>
                    </a:moveTo>
                    <a:lnTo>
                      <a:pt x="56918" y="12105"/>
                    </a:lnTo>
                    <a:lnTo>
                      <a:pt x="72978" y="16474"/>
                    </a:lnTo>
                    <a:lnTo>
                      <a:pt x="72682" y="17006"/>
                    </a:lnTo>
                    <a:cubicBezTo>
                      <a:pt x="69376" y="23146"/>
                      <a:pt x="65007" y="31885"/>
                      <a:pt x="62232" y="39797"/>
                    </a:cubicBezTo>
                    <a:lnTo>
                      <a:pt x="50010" y="39797"/>
                    </a:lnTo>
                    <a:lnTo>
                      <a:pt x="50010" y="1"/>
                    </a:lnTo>
                    <a:lnTo>
                      <a:pt x="38673" y="1"/>
                    </a:lnTo>
                    <a:lnTo>
                      <a:pt x="38673" y="39797"/>
                    </a:lnTo>
                    <a:lnTo>
                      <a:pt x="26451" y="39797"/>
                    </a:lnTo>
                    <a:cubicBezTo>
                      <a:pt x="23617" y="31826"/>
                      <a:pt x="19307" y="23146"/>
                      <a:pt x="16001" y="17006"/>
                    </a:cubicBezTo>
                    <a:lnTo>
                      <a:pt x="15706" y="16474"/>
                    </a:lnTo>
                    <a:lnTo>
                      <a:pt x="31765" y="12105"/>
                    </a:lnTo>
                    <a:lnTo>
                      <a:pt x="28813" y="1182"/>
                    </a:lnTo>
                    <a:lnTo>
                      <a:pt x="0" y="8858"/>
                    </a:lnTo>
                    <a:cubicBezTo>
                      <a:pt x="0" y="8858"/>
                      <a:pt x="16768" y="36608"/>
                      <a:pt x="17890" y="51192"/>
                    </a:cubicBezTo>
                    <a:lnTo>
                      <a:pt x="70793" y="51192"/>
                    </a:lnTo>
                    <a:cubicBezTo>
                      <a:pt x="71915" y="36608"/>
                      <a:pt x="88683" y="8858"/>
                      <a:pt x="88683" y="8858"/>
                    </a:cubicBezTo>
                    <a:lnTo>
                      <a:pt x="59811" y="1182"/>
                    </a:lnTo>
                    <a:close/>
                  </a:path>
                </a:pathLst>
              </a:custGeom>
              <a:solidFill>
                <a:srgbClr val="FFFFFE"/>
              </a:solidFill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93" name="Vrije vorm: vorm 92">
                <a:extLst>
                  <a:ext uri="{FF2B5EF4-FFF2-40B4-BE49-F238E27FC236}">
                    <a16:creationId xmlns:a16="http://schemas.microsoft.com/office/drawing/2014/main" id="{FF5F87EA-9B62-4813-A0BB-0F24754276EC}"/>
                  </a:ext>
                </a:extLst>
              </p:cNvPr>
              <p:cNvSpPr/>
              <p:nvPr/>
            </p:nvSpPr>
            <p:spPr>
              <a:xfrm>
                <a:off x="13880864" y="481894"/>
                <a:ext cx="52902" cy="8147"/>
              </a:xfrm>
              <a:custGeom>
                <a:avLst/>
                <a:gdLst>
                  <a:gd name="connsiteX0" fmla="*/ 0 w 52902"/>
                  <a:gd name="connsiteY0" fmla="*/ 8149 h 8147"/>
                  <a:gd name="connsiteX1" fmla="*/ 52903 w 52902"/>
                  <a:gd name="connsiteY1" fmla="*/ 8149 h 8147"/>
                  <a:gd name="connsiteX2" fmla="*/ 52903 w 52902"/>
                  <a:gd name="connsiteY2" fmla="*/ 1 h 8147"/>
                  <a:gd name="connsiteX3" fmla="*/ 0 w 52902"/>
                  <a:gd name="connsiteY3" fmla="*/ 1 h 8147"/>
                  <a:gd name="connsiteX4" fmla="*/ 0 w 52902"/>
                  <a:gd name="connsiteY4" fmla="*/ 8149 h 8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902" h="8147">
                    <a:moveTo>
                      <a:pt x="0" y="8149"/>
                    </a:moveTo>
                    <a:lnTo>
                      <a:pt x="52903" y="8149"/>
                    </a:lnTo>
                    <a:lnTo>
                      <a:pt x="52903" y="1"/>
                    </a:lnTo>
                    <a:lnTo>
                      <a:pt x="0" y="1"/>
                    </a:lnTo>
                    <a:lnTo>
                      <a:pt x="0" y="8149"/>
                    </a:lnTo>
                    <a:close/>
                  </a:path>
                </a:pathLst>
              </a:custGeom>
              <a:solidFill>
                <a:srgbClr val="FFFFFE"/>
              </a:solidFill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</p:grpSp>
      <p:sp>
        <p:nvSpPr>
          <p:cNvPr id="79" name="Vrije vorm: vorm 78">
            <a:extLst>
              <a:ext uri="{FF2B5EF4-FFF2-40B4-BE49-F238E27FC236}">
                <a16:creationId xmlns:a16="http://schemas.microsoft.com/office/drawing/2014/main" id="{06276290-A9C5-4D44-BA02-5A84FA19FF06}"/>
              </a:ext>
            </a:extLst>
          </p:cNvPr>
          <p:cNvSpPr/>
          <p:nvPr/>
        </p:nvSpPr>
        <p:spPr>
          <a:xfrm>
            <a:off x="2792380" y="2927783"/>
            <a:ext cx="617850" cy="690687"/>
          </a:xfrm>
          <a:custGeom>
            <a:avLst/>
            <a:gdLst>
              <a:gd name="connsiteX0" fmla="*/ 0 w 131725"/>
              <a:gd name="connsiteY0" fmla="*/ 20 h 147254"/>
              <a:gd name="connsiteX1" fmla="*/ 37965 w 131725"/>
              <a:gd name="connsiteY1" fmla="*/ 20 h 147254"/>
              <a:gd name="connsiteX2" fmla="*/ 73155 w 131725"/>
              <a:gd name="connsiteY2" fmla="*/ 107361 h 147254"/>
              <a:gd name="connsiteX3" fmla="*/ 73509 w 131725"/>
              <a:gd name="connsiteY3" fmla="*/ 107361 h 147254"/>
              <a:gd name="connsiteX4" fmla="*/ 107990 w 131725"/>
              <a:gd name="connsiteY4" fmla="*/ 20 h 147254"/>
              <a:gd name="connsiteX5" fmla="*/ 131726 w 131725"/>
              <a:gd name="connsiteY5" fmla="*/ 20 h 147254"/>
              <a:gd name="connsiteX6" fmla="*/ 84314 w 131725"/>
              <a:gd name="connsiteY6" fmla="*/ 147275 h 147254"/>
              <a:gd name="connsiteX7" fmla="*/ 48534 w 131725"/>
              <a:gd name="connsiteY7" fmla="*/ 147275 h 147254"/>
              <a:gd name="connsiteX8" fmla="*/ 0 w 131725"/>
              <a:gd name="connsiteY8" fmla="*/ 20 h 147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1725" h="147254">
                <a:moveTo>
                  <a:pt x="0" y="20"/>
                </a:moveTo>
                <a:lnTo>
                  <a:pt x="37965" y="20"/>
                </a:lnTo>
                <a:lnTo>
                  <a:pt x="73155" y="107361"/>
                </a:lnTo>
                <a:lnTo>
                  <a:pt x="73509" y="107361"/>
                </a:lnTo>
                <a:lnTo>
                  <a:pt x="107990" y="20"/>
                </a:lnTo>
                <a:lnTo>
                  <a:pt x="131726" y="20"/>
                </a:lnTo>
                <a:lnTo>
                  <a:pt x="84314" y="147275"/>
                </a:lnTo>
                <a:lnTo>
                  <a:pt x="48534" y="147275"/>
                </a:lnTo>
                <a:lnTo>
                  <a:pt x="0" y="20"/>
                </a:lnTo>
                <a:close/>
              </a:path>
            </a:pathLst>
          </a:custGeom>
          <a:solidFill>
            <a:schemeClr val="bg1"/>
          </a:solidFill>
          <a:ln w="5898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0" name="Vrije vorm: vorm 79">
            <a:extLst>
              <a:ext uri="{FF2B5EF4-FFF2-40B4-BE49-F238E27FC236}">
                <a16:creationId xmlns:a16="http://schemas.microsoft.com/office/drawing/2014/main" id="{5185383E-D782-484B-9DA7-42DA92DABCC9}"/>
              </a:ext>
            </a:extLst>
          </p:cNvPr>
          <p:cNvSpPr/>
          <p:nvPr/>
        </p:nvSpPr>
        <p:spPr>
          <a:xfrm>
            <a:off x="3386417" y="3089514"/>
            <a:ext cx="479660" cy="540307"/>
          </a:xfrm>
          <a:custGeom>
            <a:avLst/>
            <a:gdLst>
              <a:gd name="connsiteX0" fmla="*/ 102204 w 102263"/>
              <a:gd name="connsiteY0" fmla="*/ 112793 h 115193"/>
              <a:gd name="connsiteX1" fmla="*/ 84078 w 102263"/>
              <a:gd name="connsiteY1" fmla="*/ 115214 h 115193"/>
              <a:gd name="connsiteX2" fmla="*/ 59457 w 102263"/>
              <a:gd name="connsiteY2" fmla="*/ 102992 h 115193"/>
              <a:gd name="connsiteX3" fmla="*/ 57213 w 102263"/>
              <a:gd name="connsiteY3" fmla="*/ 102992 h 115193"/>
              <a:gd name="connsiteX4" fmla="*/ 32238 w 102263"/>
              <a:gd name="connsiteY4" fmla="*/ 115214 h 115193"/>
              <a:gd name="connsiteX5" fmla="*/ 0 w 102263"/>
              <a:gd name="connsiteY5" fmla="*/ 82445 h 115193"/>
              <a:gd name="connsiteX6" fmla="*/ 41094 w 102263"/>
              <a:gd name="connsiteY6" fmla="*/ 43535 h 115193"/>
              <a:gd name="connsiteX7" fmla="*/ 59457 w 102263"/>
              <a:gd name="connsiteY7" fmla="*/ 43535 h 115193"/>
              <a:gd name="connsiteX8" fmla="*/ 59457 w 102263"/>
              <a:gd name="connsiteY8" fmla="*/ 36627 h 115193"/>
              <a:gd name="connsiteX9" fmla="*/ 41685 w 102263"/>
              <a:gd name="connsiteY9" fmla="*/ 21985 h 115193"/>
              <a:gd name="connsiteX10" fmla="*/ 8916 w 102263"/>
              <a:gd name="connsiteY10" fmla="*/ 31372 h 115193"/>
              <a:gd name="connsiteX11" fmla="*/ 8916 w 102263"/>
              <a:gd name="connsiteY11" fmla="*/ 6928 h 115193"/>
              <a:gd name="connsiteX12" fmla="*/ 46703 w 102263"/>
              <a:gd name="connsiteY12" fmla="*/ 20 h 115193"/>
              <a:gd name="connsiteX13" fmla="*/ 92993 w 102263"/>
              <a:gd name="connsiteY13" fmla="*/ 36922 h 115193"/>
              <a:gd name="connsiteX14" fmla="*/ 92993 w 102263"/>
              <a:gd name="connsiteY14" fmla="*/ 79906 h 115193"/>
              <a:gd name="connsiteX15" fmla="*/ 98721 w 102263"/>
              <a:gd name="connsiteY15" fmla="*/ 90947 h 115193"/>
              <a:gd name="connsiteX16" fmla="*/ 102263 w 102263"/>
              <a:gd name="connsiteY16" fmla="*/ 90947 h 115193"/>
              <a:gd name="connsiteX17" fmla="*/ 102263 w 102263"/>
              <a:gd name="connsiteY17" fmla="*/ 112793 h 115193"/>
              <a:gd name="connsiteX18" fmla="*/ 59457 w 102263"/>
              <a:gd name="connsiteY18" fmla="*/ 65559 h 115193"/>
              <a:gd name="connsiteX19" fmla="*/ 52253 w 102263"/>
              <a:gd name="connsiteY19" fmla="*/ 65559 h 115193"/>
              <a:gd name="connsiteX20" fmla="*/ 33596 w 102263"/>
              <a:gd name="connsiteY20" fmla="*/ 79375 h 115193"/>
              <a:gd name="connsiteX21" fmla="*/ 44164 w 102263"/>
              <a:gd name="connsiteY21" fmla="*/ 90770 h 115193"/>
              <a:gd name="connsiteX22" fmla="*/ 59516 w 102263"/>
              <a:gd name="connsiteY22" fmla="*/ 82032 h 115193"/>
              <a:gd name="connsiteX23" fmla="*/ 59516 w 102263"/>
              <a:gd name="connsiteY23" fmla="*/ 65559 h 115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2263" h="115193">
                <a:moveTo>
                  <a:pt x="102204" y="112793"/>
                </a:moveTo>
                <a:cubicBezTo>
                  <a:pt x="96241" y="114387"/>
                  <a:pt x="90159" y="115214"/>
                  <a:pt x="84078" y="115214"/>
                </a:cubicBezTo>
                <a:cubicBezTo>
                  <a:pt x="74277" y="115214"/>
                  <a:pt x="64239" y="113620"/>
                  <a:pt x="59457" y="102992"/>
                </a:cubicBezTo>
                <a:lnTo>
                  <a:pt x="57213" y="102992"/>
                </a:lnTo>
                <a:cubicBezTo>
                  <a:pt x="50541" y="111140"/>
                  <a:pt x="42393" y="115214"/>
                  <a:pt x="32238" y="115214"/>
                </a:cubicBezTo>
                <a:cubicBezTo>
                  <a:pt x="14820" y="115214"/>
                  <a:pt x="0" y="102579"/>
                  <a:pt x="0" y="82445"/>
                </a:cubicBezTo>
                <a:cubicBezTo>
                  <a:pt x="0" y="50443"/>
                  <a:pt x="29049" y="43535"/>
                  <a:pt x="41094" y="43535"/>
                </a:cubicBezTo>
                <a:lnTo>
                  <a:pt x="59457" y="43535"/>
                </a:lnTo>
                <a:lnTo>
                  <a:pt x="59457" y="36627"/>
                </a:lnTo>
                <a:cubicBezTo>
                  <a:pt x="59457" y="26472"/>
                  <a:pt x="53552" y="21985"/>
                  <a:pt x="41685" y="21985"/>
                </a:cubicBezTo>
                <a:cubicBezTo>
                  <a:pt x="30762" y="21985"/>
                  <a:pt x="18362" y="25055"/>
                  <a:pt x="8916" y="31372"/>
                </a:cubicBezTo>
                <a:lnTo>
                  <a:pt x="8916" y="6928"/>
                </a:lnTo>
                <a:cubicBezTo>
                  <a:pt x="21138" y="2028"/>
                  <a:pt x="33891" y="20"/>
                  <a:pt x="46703" y="20"/>
                </a:cubicBezTo>
                <a:cubicBezTo>
                  <a:pt x="84668" y="20"/>
                  <a:pt x="92993" y="15490"/>
                  <a:pt x="92993" y="36922"/>
                </a:cubicBezTo>
                <a:lnTo>
                  <a:pt x="92993" y="79906"/>
                </a:lnTo>
                <a:cubicBezTo>
                  <a:pt x="92993" y="84570"/>
                  <a:pt x="92816" y="90947"/>
                  <a:pt x="98721" y="90947"/>
                </a:cubicBezTo>
                <a:lnTo>
                  <a:pt x="102263" y="90947"/>
                </a:lnTo>
                <a:lnTo>
                  <a:pt x="102263" y="112793"/>
                </a:lnTo>
                <a:close/>
                <a:moveTo>
                  <a:pt x="59457" y="65559"/>
                </a:moveTo>
                <a:lnTo>
                  <a:pt x="52253" y="65559"/>
                </a:lnTo>
                <a:cubicBezTo>
                  <a:pt x="46172" y="65559"/>
                  <a:pt x="33596" y="66149"/>
                  <a:pt x="33596" y="79375"/>
                </a:cubicBezTo>
                <a:cubicBezTo>
                  <a:pt x="33596" y="86106"/>
                  <a:pt x="37847" y="90770"/>
                  <a:pt x="44164" y="90770"/>
                </a:cubicBezTo>
                <a:cubicBezTo>
                  <a:pt x="50246" y="90770"/>
                  <a:pt x="55796" y="87109"/>
                  <a:pt x="59516" y="82032"/>
                </a:cubicBezTo>
                <a:lnTo>
                  <a:pt x="59516" y="65559"/>
                </a:lnTo>
                <a:close/>
              </a:path>
            </a:pathLst>
          </a:custGeom>
          <a:solidFill>
            <a:schemeClr val="bg1"/>
          </a:solidFill>
          <a:ln w="5898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1" name="Vrije vorm: vorm 80">
            <a:extLst>
              <a:ext uri="{FF2B5EF4-FFF2-40B4-BE49-F238E27FC236}">
                <a16:creationId xmlns:a16="http://schemas.microsoft.com/office/drawing/2014/main" id="{B3C65BC1-0178-48C0-92C0-43F032B5D8E9}"/>
              </a:ext>
            </a:extLst>
          </p:cNvPr>
          <p:cNvSpPr/>
          <p:nvPr/>
        </p:nvSpPr>
        <p:spPr>
          <a:xfrm>
            <a:off x="3972695" y="3089238"/>
            <a:ext cx="461105" cy="529228"/>
          </a:xfrm>
          <a:custGeom>
            <a:avLst/>
            <a:gdLst>
              <a:gd name="connsiteX0" fmla="*/ 33478 w 98307"/>
              <a:gd name="connsiteY0" fmla="*/ 23224 h 112831"/>
              <a:gd name="connsiteX1" fmla="*/ 35721 w 98307"/>
              <a:gd name="connsiteY1" fmla="*/ 23224 h 112831"/>
              <a:gd name="connsiteX2" fmla="*/ 68490 w 98307"/>
              <a:gd name="connsiteY2" fmla="*/ 20 h 112831"/>
              <a:gd name="connsiteX3" fmla="*/ 98307 w 98307"/>
              <a:gd name="connsiteY3" fmla="*/ 34443 h 112831"/>
              <a:gd name="connsiteX4" fmla="*/ 98307 w 98307"/>
              <a:gd name="connsiteY4" fmla="*/ 112852 h 112831"/>
              <a:gd name="connsiteX5" fmla="*/ 62586 w 98307"/>
              <a:gd name="connsiteY5" fmla="*/ 112852 h 112831"/>
              <a:gd name="connsiteX6" fmla="*/ 62586 w 98307"/>
              <a:gd name="connsiteY6" fmla="*/ 46665 h 112831"/>
              <a:gd name="connsiteX7" fmla="*/ 53907 w 98307"/>
              <a:gd name="connsiteY7" fmla="*/ 29365 h 112831"/>
              <a:gd name="connsiteX8" fmla="*/ 35721 w 98307"/>
              <a:gd name="connsiteY8" fmla="*/ 45425 h 112831"/>
              <a:gd name="connsiteX9" fmla="*/ 35721 w 98307"/>
              <a:gd name="connsiteY9" fmla="*/ 112852 h 112831"/>
              <a:gd name="connsiteX10" fmla="*/ 0 w 98307"/>
              <a:gd name="connsiteY10" fmla="*/ 112852 h 112831"/>
              <a:gd name="connsiteX11" fmla="*/ 0 w 98307"/>
              <a:gd name="connsiteY11" fmla="*/ 2500 h 112831"/>
              <a:gd name="connsiteX12" fmla="*/ 35721 w 98307"/>
              <a:gd name="connsiteY12" fmla="*/ 2500 h 112831"/>
              <a:gd name="connsiteX13" fmla="*/ 33478 w 98307"/>
              <a:gd name="connsiteY13" fmla="*/ 23224 h 112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8307" h="112831">
                <a:moveTo>
                  <a:pt x="33478" y="23224"/>
                </a:moveTo>
                <a:lnTo>
                  <a:pt x="35721" y="23224"/>
                </a:lnTo>
                <a:cubicBezTo>
                  <a:pt x="41862" y="9408"/>
                  <a:pt x="54261" y="20"/>
                  <a:pt x="68490" y="20"/>
                </a:cubicBezTo>
                <a:cubicBezTo>
                  <a:pt x="88860" y="20"/>
                  <a:pt x="98307" y="15076"/>
                  <a:pt x="98307" y="34443"/>
                </a:cubicBezTo>
                <a:lnTo>
                  <a:pt x="98307" y="112852"/>
                </a:lnTo>
                <a:lnTo>
                  <a:pt x="62586" y="112852"/>
                </a:lnTo>
                <a:lnTo>
                  <a:pt x="62586" y="46665"/>
                </a:lnTo>
                <a:cubicBezTo>
                  <a:pt x="62586" y="39343"/>
                  <a:pt x="62940" y="29365"/>
                  <a:pt x="53907" y="29365"/>
                </a:cubicBezTo>
                <a:cubicBezTo>
                  <a:pt x="45759" y="29365"/>
                  <a:pt x="39618" y="38517"/>
                  <a:pt x="35721" y="45425"/>
                </a:cubicBezTo>
                <a:lnTo>
                  <a:pt x="35721" y="112852"/>
                </a:lnTo>
                <a:lnTo>
                  <a:pt x="0" y="112852"/>
                </a:lnTo>
                <a:lnTo>
                  <a:pt x="0" y="2500"/>
                </a:lnTo>
                <a:lnTo>
                  <a:pt x="35721" y="2500"/>
                </a:lnTo>
                <a:lnTo>
                  <a:pt x="33478" y="23224"/>
                </a:lnTo>
                <a:close/>
              </a:path>
            </a:pathLst>
          </a:custGeom>
          <a:solidFill>
            <a:schemeClr val="bg1"/>
          </a:solidFill>
          <a:ln w="5898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2" name="Vrije vorm: vorm 81">
            <a:extLst>
              <a:ext uri="{FF2B5EF4-FFF2-40B4-BE49-F238E27FC236}">
                <a16:creationId xmlns:a16="http://schemas.microsoft.com/office/drawing/2014/main" id="{1924DD1B-ECBF-4E90-91B8-F8825ED60084}"/>
              </a:ext>
            </a:extLst>
          </p:cNvPr>
          <p:cNvSpPr/>
          <p:nvPr/>
        </p:nvSpPr>
        <p:spPr>
          <a:xfrm>
            <a:off x="4833150" y="2910611"/>
            <a:ext cx="679886" cy="725026"/>
          </a:xfrm>
          <a:custGeom>
            <a:avLst/>
            <a:gdLst>
              <a:gd name="connsiteX0" fmla="*/ 72564 w 144951"/>
              <a:gd name="connsiteY0" fmla="*/ 20 h 154575"/>
              <a:gd name="connsiteX1" fmla="*/ 144952 w 144951"/>
              <a:gd name="connsiteY1" fmla="*/ 77426 h 154575"/>
              <a:gd name="connsiteX2" fmla="*/ 72564 w 144951"/>
              <a:gd name="connsiteY2" fmla="*/ 154596 h 154575"/>
              <a:gd name="connsiteX3" fmla="*/ 0 w 144951"/>
              <a:gd name="connsiteY3" fmla="*/ 77426 h 154575"/>
              <a:gd name="connsiteX4" fmla="*/ 72564 w 144951"/>
              <a:gd name="connsiteY4" fmla="*/ 20 h 154575"/>
              <a:gd name="connsiteX5" fmla="*/ 72564 w 144951"/>
              <a:gd name="connsiteY5" fmla="*/ 130211 h 154575"/>
              <a:gd name="connsiteX6" fmla="*/ 106987 w 144951"/>
              <a:gd name="connsiteY6" fmla="*/ 77426 h 154575"/>
              <a:gd name="connsiteX7" fmla="*/ 72564 w 144951"/>
              <a:gd name="connsiteY7" fmla="*/ 24464 h 154575"/>
              <a:gd name="connsiteX8" fmla="*/ 37906 w 144951"/>
              <a:gd name="connsiteY8" fmla="*/ 77426 h 154575"/>
              <a:gd name="connsiteX9" fmla="*/ 72564 w 144951"/>
              <a:gd name="connsiteY9" fmla="*/ 130211 h 154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4951" h="154575">
                <a:moveTo>
                  <a:pt x="72564" y="20"/>
                </a:moveTo>
                <a:cubicBezTo>
                  <a:pt x="116079" y="20"/>
                  <a:pt x="144952" y="28538"/>
                  <a:pt x="144952" y="77426"/>
                </a:cubicBezTo>
                <a:cubicBezTo>
                  <a:pt x="144952" y="126314"/>
                  <a:pt x="116020" y="154596"/>
                  <a:pt x="72564" y="154596"/>
                </a:cubicBezTo>
                <a:cubicBezTo>
                  <a:pt x="29049" y="154596"/>
                  <a:pt x="0" y="126314"/>
                  <a:pt x="0" y="77426"/>
                </a:cubicBezTo>
                <a:cubicBezTo>
                  <a:pt x="-59" y="28538"/>
                  <a:pt x="29049" y="20"/>
                  <a:pt x="72564" y="20"/>
                </a:cubicBezTo>
                <a:moveTo>
                  <a:pt x="72564" y="130211"/>
                </a:moveTo>
                <a:cubicBezTo>
                  <a:pt x="97776" y="130211"/>
                  <a:pt x="106987" y="101103"/>
                  <a:pt x="106987" y="77426"/>
                </a:cubicBezTo>
                <a:cubicBezTo>
                  <a:pt x="106987" y="53809"/>
                  <a:pt x="97717" y="24464"/>
                  <a:pt x="72564" y="24464"/>
                </a:cubicBezTo>
                <a:cubicBezTo>
                  <a:pt x="47176" y="24464"/>
                  <a:pt x="37906" y="53809"/>
                  <a:pt x="37906" y="77426"/>
                </a:cubicBezTo>
                <a:cubicBezTo>
                  <a:pt x="37906" y="101044"/>
                  <a:pt x="47176" y="130211"/>
                  <a:pt x="72564" y="130211"/>
                </a:cubicBezTo>
              </a:path>
            </a:pathLst>
          </a:custGeom>
          <a:solidFill>
            <a:schemeClr val="bg1"/>
          </a:solidFill>
          <a:ln w="5898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3" name="Vrije vorm: vorm 82">
            <a:extLst>
              <a:ext uri="{FF2B5EF4-FFF2-40B4-BE49-F238E27FC236}">
                <a16:creationId xmlns:a16="http://schemas.microsoft.com/office/drawing/2014/main" id="{222A0426-C832-4A12-B66E-7E5CB1CEBD64}"/>
              </a:ext>
            </a:extLst>
          </p:cNvPr>
          <p:cNvSpPr/>
          <p:nvPr/>
        </p:nvSpPr>
        <p:spPr>
          <a:xfrm>
            <a:off x="5575630" y="3089514"/>
            <a:ext cx="523694" cy="540584"/>
          </a:xfrm>
          <a:custGeom>
            <a:avLst/>
            <a:gdLst>
              <a:gd name="connsiteX0" fmla="*/ 0 w 111651"/>
              <a:gd name="connsiteY0" fmla="*/ 57647 h 115252"/>
              <a:gd name="connsiteX1" fmla="*/ 55737 w 111651"/>
              <a:gd name="connsiteY1" fmla="*/ 20 h 115252"/>
              <a:gd name="connsiteX2" fmla="*/ 111651 w 111651"/>
              <a:gd name="connsiteY2" fmla="*/ 57647 h 115252"/>
              <a:gd name="connsiteX3" fmla="*/ 55737 w 111651"/>
              <a:gd name="connsiteY3" fmla="*/ 115273 h 115252"/>
              <a:gd name="connsiteX4" fmla="*/ 0 w 111651"/>
              <a:gd name="connsiteY4" fmla="*/ 57647 h 115252"/>
              <a:gd name="connsiteX5" fmla="*/ 55737 w 111651"/>
              <a:gd name="connsiteY5" fmla="*/ 93250 h 115252"/>
              <a:gd name="connsiteX6" fmla="*/ 73686 w 111651"/>
              <a:gd name="connsiteY6" fmla="*/ 57588 h 115252"/>
              <a:gd name="connsiteX7" fmla="*/ 55737 w 111651"/>
              <a:gd name="connsiteY7" fmla="*/ 21925 h 115252"/>
              <a:gd name="connsiteX8" fmla="*/ 37965 w 111651"/>
              <a:gd name="connsiteY8" fmla="*/ 57588 h 115252"/>
              <a:gd name="connsiteX9" fmla="*/ 55737 w 111651"/>
              <a:gd name="connsiteY9" fmla="*/ 93250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1651" h="115252">
                <a:moveTo>
                  <a:pt x="0" y="57647"/>
                </a:moveTo>
                <a:cubicBezTo>
                  <a:pt x="0" y="37454"/>
                  <a:pt x="8148" y="20"/>
                  <a:pt x="55737" y="20"/>
                </a:cubicBezTo>
                <a:cubicBezTo>
                  <a:pt x="103326" y="20"/>
                  <a:pt x="111651" y="37513"/>
                  <a:pt x="111651" y="57647"/>
                </a:cubicBezTo>
                <a:cubicBezTo>
                  <a:pt x="111651" y="77781"/>
                  <a:pt x="103326" y="115273"/>
                  <a:pt x="55737" y="115273"/>
                </a:cubicBezTo>
                <a:cubicBezTo>
                  <a:pt x="8148" y="115273"/>
                  <a:pt x="0" y="77781"/>
                  <a:pt x="0" y="57647"/>
                </a:cubicBezTo>
                <a:moveTo>
                  <a:pt x="55737" y="93250"/>
                </a:moveTo>
                <a:cubicBezTo>
                  <a:pt x="70203" y="93250"/>
                  <a:pt x="73686" y="69396"/>
                  <a:pt x="73686" y="57588"/>
                </a:cubicBezTo>
                <a:cubicBezTo>
                  <a:pt x="73686" y="45779"/>
                  <a:pt x="70144" y="21925"/>
                  <a:pt x="55737" y="21925"/>
                </a:cubicBezTo>
                <a:cubicBezTo>
                  <a:pt x="41507" y="21925"/>
                  <a:pt x="37965" y="45779"/>
                  <a:pt x="37965" y="57588"/>
                </a:cubicBezTo>
                <a:cubicBezTo>
                  <a:pt x="37906" y="69455"/>
                  <a:pt x="41448" y="93250"/>
                  <a:pt x="55737" y="93250"/>
                </a:cubicBezTo>
              </a:path>
            </a:pathLst>
          </a:custGeom>
          <a:solidFill>
            <a:schemeClr val="bg1"/>
          </a:solidFill>
          <a:ln w="5898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4" name="Vrije vorm: vorm 83">
            <a:extLst>
              <a:ext uri="{FF2B5EF4-FFF2-40B4-BE49-F238E27FC236}">
                <a16:creationId xmlns:a16="http://schemas.microsoft.com/office/drawing/2014/main" id="{256AD2DC-DACE-4FF7-8468-0A4355CD86E7}"/>
              </a:ext>
            </a:extLst>
          </p:cNvPr>
          <p:cNvSpPr/>
          <p:nvPr/>
        </p:nvSpPr>
        <p:spPr>
          <a:xfrm>
            <a:off x="6202899" y="3089238"/>
            <a:ext cx="340635" cy="529228"/>
          </a:xfrm>
          <a:custGeom>
            <a:avLst/>
            <a:gdLst>
              <a:gd name="connsiteX0" fmla="*/ 33596 w 72623"/>
              <a:gd name="connsiteY0" fmla="*/ 23224 h 112831"/>
              <a:gd name="connsiteX1" fmla="*/ 35780 w 72623"/>
              <a:gd name="connsiteY1" fmla="*/ 23224 h 112831"/>
              <a:gd name="connsiteX2" fmla="*/ 68549 w 72623"/>
              <a:gd name="connsiteY2" fmla="*/ 20 h 112831"/>
              <a:gd name="connsiteX3" fmla="*/ 72623 w 72623"/>
              <a:gd name="connsiteY3" fmla="*/ 20 h 112831"/>
              <a:gd name="connsiteX4" fmla="*/ 72623 w 72623"/>
              <a:gd name="connsiteY4" fmla="*/ 34620 h 112831"/>
              <a:gd name="connsiteX5" fmla="*/ 59102 w 72623"/>
              <a:gd name="connsiteY5" fmla="*/ 31786 h 112831"/>
              <a:gd name="connsiteX6" fmla="*/ 35780 w 72623"/>
              <a:gd name="connsiteY6" fmla="*/ 45425 h 112831"/>
              <a:gd name="connsiteX7" fmla="*/ 35780 w 72623"/>
              <a:gd name="connsiteY7" fmla="*/ 112852 h 112831"/>
              <a:gd name="connsiteX8" fmla="*/ 0 w 72623"/>
              <a:gd name="connsiteY8" fmla="*/ 112852 h 112831"/>
              <a:gd name="connsiteX9" fmla="*/ 0 w 72623"/>
              <a:gd name="connsiteY9" fmla="*/ 2500 h 112831"/>
              <a:gd name="connsiteX10" fmla="*/ 35780 w 72623"/>
              <a:gd name="connsiteY10" fmla="*/ 2500 h 112831"/>
              <a:gd name="connsiteX11" fmla="*/ 33596 w 72623"/>
              <a:gd name="connsiteY11" fmla="*/ 23224 h 112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2623" h="112831">
                <a:moveTo>
                  <a:pt x="33596" y="23224"/>
                </a:moveTo>
                <a:lnTo>
                  <a:pt x="35780" y="23224"/>
                </a:lnTo>
                <a:cubicBezTo>
                  <a:pt x="41862" y="9408"/>
                  <a:pt x="54320" y="20"/>
                  <a:pt x="68549" y="20"/>
                </a:cubicBezTo>
                <a:lnTo>
                  <a:pt x="72623" y="20"/>
                </a:lnTo>
                <a:lnTo>
                  <a:pt x="72623" y="34620"/>
                </a:lnTo>
                <a:cubicBezTo>
                  <a:pt x="68372" y="32553"/>
                  <a:pt x="63767" y="31786"/>
                  <a:pt x="59102" y="31786"/>
                </a:cubicBezTo>
                <a:cubicBezTo>
                  <a:pt x="49301" y="31786"/>
                  <a:pt x="41153" y="36037"/>
                  <a:pt x="35780" y="45425"/>
                </a:cubicBezTo>
                <a:lnTo>
                  <a:pt x="35780" y="112852"/>
                </a:lnTo>
                <a:lnTo>
                  <a:pt x="0" y="112852"/>
                </a:lnTo>
                <a:lnTo>
                  <a:pt x="0" y="2500"/>
                </a:lnTo>
                <a:lnTo>
                  <a:pt x="35780" y="2500"/>
                </a:lnTo>
                <a:lnTo>
                  <a:pt x="33596" y="23224"/>
                </a:lnTo>
                <a:close/>
              </a:path>
            </a:pathLst>
          </a:custGeom>
          <a:solidFill>
            <a:schemeClr val="bg1"/>
          </a:solidFill>
          <a:ln w="5898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5" name="Vrije vorm: vorm 84">
            <a:extLst>
              <a:ext uri="{FF2B5EF4-FFF2-40B4-BE49-F238E27FC236}">
                <a16:creationId xmlns:a16="http://schemas.microsoft.com/office/drawing/2014/main" id="{EE6BFD5A-D0F0-4226-BA0B-42B840F6CAD6}"/>
              </a:ext>
            </a:extLst>
          </p:cNvPr>
          <p:cNvSpPr/>
          <p:nvPr/>
        </p:nvSpPr>
        <p:spPr>
          <a:xfrm>
            <a:off x="6596151" y="2882084"/>
            <a:ext cx="500429" cy="748014"/>
          </a:xfrm>
          <a:custGeom>
            <a:avLst/>
            <a:gdLst>
              <a:gd name="connsiteX0" fmla="*/ 73096 w 106691"/>
              <a:gd name="connsiteY0" fmla="*/ 136293 h 159476"/>
              <a:gd name="connsiteX1" fmla="*/ 70911 w 106691"/>
              <a:gd name="connsiteY1" fmla="*/ 136293 h 159476"/>
              <a:gd name="connsiteX2" fmla="*/ 39087 w 106691"/>
              <a:gd name="connsiteY2" fmla="*/ 159497 h 159476"/>
              <a:gd name="connsiteX3" fmla="*/ 0 w 106691"/>
              <a:gd name="connsiteY3" fmla="*/ 104527 h 159476"/>
              <a:gd name="connsiteX4" fmla="*/ 42806 w 106691"/>
              <a:gd name="connsiteY4" fmla="*/ 44244 h 159476"/>
              <a:gd name="connsiteX5" fmla="*/ 70970 w 106691"/>
              <a:gd name="connsiteY5" fmla="*/ 56466 h 159476"/>
              <a:gd name="connsiteX6" fmla="*/ 73155 w 106691"/>
              <a:gd name="connsiteY6" fmla="*/ 56466 h 159476"/>
              <a:gd name="connsiteX7" fmla="*/ 70970 w 106691"/>
              <a:gd name="connsiteY7" fmla="*/ 46665 h 159476"/>
              <a:gd name="connsiteX8" fmla="*/ 70970 w 106691"/>
              <a:gd name="connsiteY8" fmla="*/ 20 h 159476"/>
              <a:gd name="connsiteX9" fmla="*/ 106691 w 106691"/>
              <a:gd name="connsiteY9" fmla="*/ 20 h 159476"/>
              <a:gd name="connsiteX10" fmla="*/ 106691 w 106691"/>
              <a:gd name="connsiteY10" fmla="*/ 157076 h 159476"/>
              <a:gd name="connsiteX11" fmla="*/ 70970 w 106691"/>
              <a:gd name="connsiteY11" fmla="*/ 157076 h 159476"/>
              <a:gd name="connsiteX12" fmla="*/ 73096 w 106691"/>
              <a:gd name="connsiteY12" fmla="*/ 136293 h 159476"/>
              <a:gd name="connsiteX13" fmla="*/ 70852 w 106691"/>
              <a:gd name="connsiteY13" fmla="*/ 78017 h 159476"/>
              <a:gd name="connsiteX14" fmla="*/ 55442 w 106691"/>
              <a:gd name="connsiteY14" fmla="*/ 67448 h 159476"/>
              <a:gd name="connsiteX15" fmla="*/ 37847 w 106691"/>
              <a:gd name="connsiteY15" fmla="*/ 101457 h 159476"/>
              <a:gd name="connsiteX16" fmla="*/ 53729 w 106691"/>
              <a:gd name="connsiteY16" fmla="*/ 130152 h 159476"/>
              <a:gd name="connsiteX17" fmla="*/ 70793 w 106691"/>
              <a:gd name="connsiteY17" fmla="*/ 114683 h 159476"/>
              <a:gd name="connsiteX18" fmla="*/ 70852 w 106691"/>
              <a:gd name="connsiteY18" fmla="*/ 78017 h 15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06691" h="159476">
                <a:moveTo>
                  <a:pt x="73096" y="136293"/>
                </a:moveTo>
                <a:lnTo>
                  <a:pt x="70911" y="136293"/>
                </a:lnTo>
                <a:cubicBezTo>
                  <a:pt x="65361" y="150758"/>
                  <a:pt x="53316" y="159497"/>
                  <a:pt x="39087" y="159497"/>
                </a:cubicBezTo>
                <a:cubicBezTo>
                  <a:pt x="9978" y="159497"/>
                  <a:pt x="0" y="132219"/>
                  <a:pt x="0" y="104527"/>
                </a:cubicBezTo>
                <a:cubicBezTo>
                  <a:pt x="0" y="74769"/>
                  <a:pt x="11691" y="44244"/>
                  <a:pt x="42806" y="44244"/>
                </a:cubicBezTo>
                <a:cubicBezTo>
                  <a:pt x="55383" y="44244"/>
                  <a:pt x="61287" y="48318"/>
                  <a:pt x="70970" y="56466"/>
                </a:cubicBezTo>
                <a:lnTo>
                  <a:pt x="73155" y="56466"/>
                </a:lnTo>
                <a:lnTo>
                  <a:pt x="70970" y="46665"/>
                </a:lnTo>
                <a:lnTo>
                  <a:pt x="70970" y="20"/>
                </a:lnTo>
                <a:lnTo>
                  <a:pt x="106691" y="20"/>
                </a:lnTo>
                <a:lnTo>
                  <a:pt x="106691" y="157076"/>
                </a:lnTo>
                <a:lnTo>
                  <a:pt x="70970" y="157076"/>
                </a:lnTo>
                <a:lnTo>
                  <a:pt x="73096" y="136293"/>
                </a:lnTo>
                <a:close/>
                <a:moveTo>
                  <a:pt x="70852" y="78017"/>
                </a:moveTo>
                <a:cubicBezTo>
                  <a:pt x="67309" y="71935"/>
                  <a:pt x="62114" y="67448"/>
                  <a:pt x="55442" y="67448"/>
                </a:cubicBezTo>
                <a:cubicBezTo>
                  <a:pt x="41567" y="67448"/>
                  <a:pt x="37847" y="89825"/>
                  <a:pt x="37847" y="101457"/>
                </a:cubicBezTo>
                <a:cubicBezTo>
                  <a:pt x="37847" y="112439"/>
                  <a:pt x="40622" y="130152"/>
                  <a:pt x="53729" y="130152"/>
                </a:cubicBezTo>
                <a:cubicBezTo>
                  <a:pt x="62055" y="130152"/>
                  <a:pt x="67428" y="122004"/>
                  <a:pt x="70793" y="114683"/>
                </a:cubicBezTo>
                <a:lnTo>
                  <a:pt x="70852" y="78017"/>
                </a:lnTo>
                <a:close/>
              </a:path>
            </a:pathLst>
          </a:custGeom>
          <a:solidFill>
            <a:schemeClr val="bg1"/>
          </a:solidFill>
          <a:ln w="5898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145090C8-5A39-4BB0-AD63-23B2A6E211E7}"/>
              </a:ext>
            </a:extLst>
          </p:cNvPr>
          <p:cNvSpPr/>
          <p:nvPr userDrawn="1"/>
        </p:nvSpPr>
        <p:spPr>
          <a:xfrm>
            <a:off x="0" y="3635637"/>
            <a:ext cx="12192000" cy="32223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pic>
        <p:nvPicPr>
          <p:cNvPr id="98" name="Afbeelding 97">
            <a:extLst>
              <a:ext uri="{FF2B5EF4-FFF2-40B4-BE49-F238E27FC236}">
                <a16:creationId xmlns:a16="http://schemas.microsoft.com/office/drawing/2014/main" id="{7EBB9DCD-8471-4E74-9543-15A9C765DD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25" b="32348"/>
          <a:stretch/>
        </p:blipFill>
        <p:spPr>
          <a:xfrm>
            <a:off x="0" y="3636168"/>
            <a:ext cx="12192000" cy="3221831"/>
          </a:xfrm>
          <a:prstGeom prst="rect">
            <a:avLst/>
          </a:prstGeom>
        </p:spPr>
      </p:pic>
      <p:sp>
        <p:nvSpPr>
          <p:cNvPr id="46" name="Rechthoek 45">
            <a:extLst>
              <a:ext uri="{FF2B5EF4-FFF2-40B4-BE49-F238E27FC236}">
                <a16:creationId xmlns:a16="http://schemas.microsoft.com/office/drawing/2014/main" id="{4A8D6908-2890-40A3-B759-6FA661BC89F9}"/>
              </a:ext>
            </a:extLst>
          </p:cNvPr>
          <p:cNvSpPr/>
          <p:nvPr userDrawn="1"/>
        </p:nvSpPr>
        <p:spPr>
          <a:xfrm>
            <a:off x="0" y="3636848"/>
            <a:ext cx="12192000" cy="3221152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95" name="Rechthoek: afgeronde hoeken 94">
            <a:extLst>
              <a:ext uri="{FF2B5EF4-FFF2-40B4-BE49-F238E27FC236}">
                <a16:creationId xmlns:a16="http://schemas.microsoft.com/office/drawing/2014/main" id="{982A4751-8EF9-41E2-B554-2DF4FB3FA1C0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LOGO</a:t>
            </a:r>
          </a:p>
        </p:txBody>
      </p:sp>
      <p:grpSp>
        <p:nvGrpSpPr>
          <p:cNvPr id="2" name="Groep 1">
            <a:extLst>
              <a:ext uri="{FF2B5EF4-FFF2-40B4-BE49-F238E27FC236}">
                <a16:creationId xmlns:a16="http://schemas.microsoft.com/office/drawing/2014/main" id="{A414E320-DE46-4E8A-98FE-DCEFCDF13F30}"/>
              </a:ext>
            </a:extLst>
          </p:cNvPr>
          <p:cNvGrpSpPr/>
          <p:nvPr userDrawn="1"/>
        </p:nvGrpSpPr>
        <p:grpSpPr>
          <a:xfrm>
            <a:off x="5620495" y="4056863"/>
            <a:ext cx="3734258" cy="432305"/>
            <a:chOff x="5620495" y="4056863"/>
            <a:chExt cx="3734258" cy="432305"/>
          </a:xfrm>
          <a:solidFill>
            <a:schemeClr val="bg1"/>
          </a:solidFill>
        </p:grpSpPr>
        <p:sp>
          <p:nvSpPr>
            <p:cNvPr id="64" name="Vrije vorm: vorm 63">
              <a:extLst>
                <a:ext uri="{FF2B5EF4-FFF2-40B4-BE49-F238E27FC236}">
                  <a16:creationId xmlns:a16="http://schemas.microsoft.com/office/drawing/2014/main" id="{E9211CFC-5321-4610-B4C8-5A4B9B5E4179}"/>
                </a:ext>
              </a:extLst>
            </p:cNvPr>
            <p:cNvSpPr/>
            <p:nvPr/>
          </p:nvSpPr>
          <p:spPr>
            <a:xfrm>
              <a:off x="5620495" y="4056863"/>
              <a:ext cx="314326" cy="336755"/>
            </a:xfrm>
            <a:custGeom>
              <a:avLst/>
              <a:gdLst>
                <a:gd name="connsiteX0" fmla="*/ 57331 w 67014"/>
                <a:gd name="connsiteY0" fmla="*/ 71817 h 71796"/>
                <a:gd name="connsiteX1" fmla="*/ 57331 w 67014"/>
                <a:gd name="connsiteY1" fmla="*/ 13541 h 71796"/>
                <a:gd name="connsiteX2" fmla="*/ 37670 w 67014"/>
                <a:gd name="connsiteY2" fmla="*/ 67094 h 71796"/>
                <a:gd name="connsiteX3" fmla="*/ 27809 w 67014"/>
                <a:gd name="connsiteY3" fmla="*/ 67094 h 71796"/>
                <a:gd name="connsiteX4" fmla="*/ 8679 w 67014"/>
                <a:gd name="connsiteY4" fmla="*/ 13423 h 71796"/>
                <a:gd name="connsiteX5" fmla="*/ 8679 w 67014"/>
                <a:gd name="connsiteY5" fmla="*/ 71817 h 71796"/>
                <a:gd name="connsiteX6" fmla="*/ 0 w 67014"/>
                <a:gd name="connsiteY6" fmla="*/ 71817 h 71796"/>
                <a:gd name="connsiteX7" fmla="*/ 0 w 67014"/>
                <a:gd name="connsiteY7" fmla="*/ 20 h 71796"/>
                <a:gd name="connsiteX8" fmla="*/ 14111 w 67014"/>
                <a:gd name="connsiteY8" fmla="*/ 20 h 71796"/>
                <a:gd name="connsiteX9" fmla="*/ 34009 w 67014"/>
                <a:gd name="connsiteY9" fmla="*/ 55521 h 71796"/>
                <a:gd name="connsiteX10" fmla="*/ 54438 w 67014"/>
                <a:gd name="connsiteY10" fmla="*/ 20 h 71796"/>
                <a:gd name="connsiteX11" fmla="*/ 67014 w 67014"/>
                <a:gd name="connsiteY11" fmla="*/ 20 h 71796"/>
                <a:gd name="connsiteX12" fmla="*/ 67014 w 67014"/>
                <a:gd name="connsiteY12" fmla="*/ 71758 h 71796"/>
                <a:gd name="connsiteX13" fmla="*/ 57331 w 67014"/>
                <a:gd name="connsiteY13" fmla="*/ 71817 h 71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7014" h="71796">
                  <a:moveTo>
                    <a:pt x="57331" y="71817"/>
                  </a:moveTo>
                  <a:lnTo>
                    <a:pt x="57331" y="13541"/>
                  </a:lnTo>
                  <a:lnTo>
                    <a:pt x="37670" y="67094"/>
                  </a:lnTo>
                  <a:lnTo>
                    <a:pt x="27809" y="67094"/>
                  </a:lnTo>
                  <a:lnTo>
                    <a:pt x="8679" y="13423"/>
                  </a:lnTo>
                  <a:lnTo>
                    <a:pt x="8679" y="71817"/>
                  </a:lnTo>
                  <a:lnTo>
                    <a:pt x="0" y="71817"/>
                  </a:lnTo>
                  <a:lnTo>
                    <a:pt x="0" y="20"/>
                  </a:lnTo>
                  <a:lnTo>
                    <a:pt x="14111" y="20"/>
                  </a:lnTo>
                  <a:lnTo>
                    <a:pt x="34009" y="55521"/>
                  </a:lnTo>
                  <a:lnTo>
                    <a:pt x="54438" y="20"/>
                  </a:lnTo>
                  <a:lnTo>
                    <a:pt x="67014" y="20"/>
                  </a:lnTo>
                  <a:lnTo>
                    <a:pt x="67014" y="71758"/>
                  </a:lnTo>
                  <a:lnTo>
                    <a:pt x="57331" y="71817"/>
                  </a:ln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" name="Vrije vorm: vorm 64">
              <a:extLst>
                <a:ext uri="{FF2B5EF4-FFF2-40B4-BE49-F238E27FC236}">
                  <a16:creationId xmlns:a16="http://schemas.microsoft.com/office/drawing/2014/main" id="{03004BF4-DFCD-41CD-A05B-FBB600CB9758}"/>
                </a:ext>
              </a:extLst>
            </p:cNvPr>
            <p:cNvSpPr/>
            <p:nvPr/>
          </p:nvSpPr>
          <p:spPr>
            <a:xfrm>
              <a:off x="6001008" y="4141333"/>
              <a:ext cx="222102" cy="257829"/>
            </a:xfrm>
            <a:custGeom>
              <a:avLst/>
              <a:gdLst>
                <a:gd name="connsiteX0" fmla="*/ 40090 w 47352"/>
                <a:gd name="connsiteY0" fmla="*/ 54990 h 54969"/>
                <a:gd name="connsiteX1" fmla="*/ 31588 w 47352"/>
                <a:gd name="connsiteY1" fmla="*/ 47137 h 54969"/>
                <a:gd name="connsiteX2" fmla="*/ 15056 w 47352"/>
                <a:gd name="connsiteY2" fmla="*/ 54990 h 54969"/>
                <a:gd name="connsiteX3" fmla="*/ 0 w 47352"/>
                <a:gd name="connsiteY3" fmla="*/ 40583 h 54969"/>
                <a:gd name="connsiteX4" fmla="*/ 6554 w 47352"/>
                <a:gd name="connsiteY4" fmla="*/ 27889 h 54969"/>
                <a:gd name="connsiteX5" fmla="*/ 30230 w 47352"/>
                <a:gd name="connsiteY5" fmla="*/ 22752 h 54969"/>
                <a:gd name="connsiteX6" fmla="*/ 30230 w 47352"/>
                <a:gd name="connsiteY6" fmla="*/ 16375 h 54969"/>
                <a:gd name="connsiteX7" fmla="*/ 20901 w 47352"/>
                <a:gd name="connsiteY7" fmla="*/ 7224 h 54969"/>
                <a:gd name="connsiteX8" fmla="*/ 4546 w 47352"/>
                <a:gd name="connsiteY8" fmla="*/ 11829 h 54969"/>
                <a:gd name="connsiteX9" fmla="*/ 4546 w 47352"/>
                <a:gd name="connsiteY9" fmla="*/ 3976 h 54969"/>
                <a:gd name="connsiteX10" fmla="*/ 22377 w 47352"/>
                <a:gd name="connsiteY10" fmla="*/ 20 h 54969"/>
                <a:gd name="connsiteX11" fmla="*/ 36607 w 47352"/>
                <a:gd name="connsiteY11" fmla="*/ 5039 h 54969"/>
                <a:gd name="connsiteX12" fmla="*/ 39854 w 47352"/>
                <a:gd name="connsiteY12" fmla="*/ 16316 h 54969"/>
                <a:gd name="connsiteX13" fmla="*/ 39854 w 47352"/>
                <a:gd name="connsiteY13" fmla="*/ 40170 h 54969"/>
                <a:gd name="connsiteX14" fmla="*/ 45109 w 47352"/>
                <a:gd name="connsiteY14" fmla="*/ 48259 h 54969"/>
                <a:gd name="connsiteX15" fmla="*/ 46703 w 47352"/>
                <a:gd name="connsiteY15" fmla="*/ 48141 h 54969"/>
                <a:gd name="connsiteX16" fmla="*/ 47353 w 47352"/>
                <a:gd name="connsiteY16" fmla="*/ 53396 h 54969"/>
                <a:gd name="connsiteX17" fmla="*/ 40090 w 47352"/>
                <a:gd name="connsiteY17" fmla="*/ 54990 h 54969"/>
                <a:gd name="connsiteX18" fmla="*/ 30230 w 47352"/>
                <a:gd name="connsiteY18" fmla="*/ 28302 h 54969"/>
                <a:gd name="connsiteX19" fmla="*/ 26924 w 47352"/>
                <a:gd name="connsiteY19" fmla="*/ 28184 h 54969"/>
                <a:gd name="connsiteX20" fmla="*/ 9506 w 47352"/>
                <a:gd name="connsiteY20" fmla="*/ 39048 h 54969"/>
                <a:gd name="connsiteX21" fmla="*/ 17890 w 47352"/>
                <a:gd name="connsiteY21" fmla="*/ 47255 h 54969"/>
                <a:gd name="connsiteX22" fmla="*/ 30230 w 47352"/>
                <a:gd name="connsiteY22" fmla="*/ 42000 h 54969"/>
                <a:gd name="connsiteX23" fmla="*/ 30230 w 47352"/>
                <a:gd name="connsiteY23" fmla="*/ 28302 h 54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7352" h="54969">
                  <a:moveTo>
                    <a:pt x="40090" y="54990"/>
                  </a:moveTo>
                  <a:cubicBezTo>
                    <a:pt x="35131" y="54990"/>
                    <a:pt x="32592" y="51506"/>
                    <a:pt x="31588" y="47137"/>
                  </a:cubicBezTo>
                  <a:cubicBezTo>
                    <a:pt x="26865" y="51447"/>
                    <a:pt x="21669" y="54990"/>
                    <a:pt x="15056" y="54990"/>
                  </a:cubicBezTo>
                  <a:cubicBezTo>
                    <a:pt x="6672" y="54990"/>
                    <a:pt x="0" y="49204"/>
                    <a:pt x="0" y="40583"/>
                  </a:cubicBezTo>
                  <a:cubicBezTo>
                    <a:pt x="0" y="35210"/>
                    <a:pt x="2244" y="31018"/>
                    <a:pt x="6554" y="27889"/>
                  </a:cubicBezTo>
                  <a:cubicBezTo>
                    <a:pt x="13462" y="22811"/>
                    <a:pt x="22023" y="22752"/>
                    <a:pt x="30230" y="22752"/>
                  </a:cubicBezTo>
                  <a:lnTo>
                    <a:pt x="30230" y="16375"/>
                  </a:lnTo>
                  <a:cubicBezTo>
                    <a:pt x="30230" y="9940"/>
                    <a:pt x="27219" y="7224"/>
                    <a:pt x="20901" y="7224"/>
                  </a:cubicBezTo>
                  <a:cubicBezTo>
                    <a:pt x="15115" y="7224"/>
                    <a:pt x="9624" y="9290"/>
                    <a:pt x="4546" y="11829"/>
                  </a:cubicBezTo>
                  <a:lnTo>
                    <a:pt x="4546" y="3976"/>
                  </a:lnTo>
                  <a:cubicBezTo>
                    <a:pt x="9919" y="1615"/>
                    <a:pt x="16473" y="20"/>
                    <a:pt x="22377" y="20"/>
                  </a:cubicBezTo>
                  <a:cubicBezTo>
                    <a:pt x="27455" y="20"/>
                    <a:pt x="32946" y="1201"/>
                    <a:pt x="36607" y="5039"/>
                  </a:cubicBezTo>
                  <a:cubicBezTo>
                    <a:pt x="39618" y="8286"/>
                    <a:pt x="39854" y="12124"/>
                    <a:pt x="39854" y="16316"/>
                  </a:cubicBezTo>
                  <a:lnTo>
                    <a:pt x="39854" y="40170"/>
                  </a:lnTo>
                  <a:cubicBezTo>
                    <a:pt x="39854" y="44185"/>
                    <a:pt x="40090" y="48259"/>
                    <a:pt x="45109" y="48259"/>
                  </a:cubicBezTo>
                  <a:cubicBezTo>
                    <a:pt x="45641" y="48259"/>
                    <a:pt x="46172" y="48259"/>
                    <a:pt x="46703" y="48141"/>
                  </a:cubicBezTo>
                  <a:lnTo>
                    <a:pt x="47353" y="53396"/>
                  </a:lnTo>
                  <a:cubicBezTo>
                    <a:pt x="45050" y="54458"/>
                    <a:pt x="42629" y="54990"/>
                    <a:pt x="40090" y="54990"/>
                  </a:cubicBezTo>
                  <a:close/>
                  <a:moveTo>
                    <a:pt x="30230" y="28302"/>
                  </a:moveTo>
                  <a:cubicBezTo>
                    <a:pt x="29167" y="28302"/>
                    <a:pt x="27987" y="28184"/>
                    <a:pt x="26924" y="28184"/>
                  </a:cubicBezTo>
                  <a:cubicBezTo>
                    <a:pt x="20252" y="28184"/>
                    <a:pt x="9506" y="30664"/>
                    <a:pt x="9506" y="39048"/>
                  </a:cubicBezTo>
                  <a:cubicBezTo>
                    <a:pt x="9506" y="43772"/>
                    <a:pt x="13285" y="47255"/>
                    <a:pt x="17890" y="47255"/>
                  </a:cubicBezTo>
                  <a:cubicBezTo>
                    <a:pt x="22496" y="47255"/>
                    <a:pt x="26688" y="44775"/>
                    <a:pt x="30230" y="42000"/>
                  </a:cubicBezTo>
                  <a:lnTo>
                    <a:pt x="30230" y="28302"/>
                  </a:ln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" name="Vrije vorm: vorm 65">
              <a:extLst>
                <a:ext uri="{FF2B5EF4-FFF2-40B4-BE49-F238E27FC236}">
                  <a16:creationId xmlns:a16="http://schemas.microsoft.com/office/drawing/2014/main" id="{78AF38C3-E854-43A8-9C70-3A718DE2295A}"/>
                </a:ext>
              </a:extLst>
            </p:cNvPr>
            <p:cNvSpPr/>
            <p:nvPr/>
          </p:nvSpPr>
          <p:spPr>
            <a:xfrm>
              <a:off x="6279058" y="4141333"/>
              <a:ext cx="136253" cy="252290"/>
            </a:xfrm>
            <a:custGeom>
              <a:avLst/>
              <a:gdLst>
                <a:gd name="connsiteX0" fmla="*/ 24621 w 29049"/>
                <a:gd name="connsiteY0" fmla="*/ 8405 h 53788"/>
                <a:gd name="connsiteX1" fmla="*/ 9565 w 29049"/>
                <a:gd name="connsiteY1" fmla="*/ 19150 h 53788"/>
                <a:gd name="connsiteX2" fmla="*/ 9565 w 29049"/>
                <a:gd name="connsiteY2" fmla="*/ 53809 h 53788"/>
                <a:gd name="connsiteX3" fmla="*/ 0 w 29049"/>
                <a:gd name="connsiteY3" fmla="*/ 53809 h 53788"/>
                <a:gd name="connsiteX4" fmla="*/ 0 w 29049"/>
                <a:gd name="connsiteY4" fmla="*/ 1201 h 53788"/>
                <a:gd name="connsiteX5" fmla="*/ 9565 w 29049"/>
                <a:gd name="connsiteY5" fmla="*/ 1201 h 53788"/>
                <a:gd name="connsiteX6" fmla="*/ 9565 w 29049"/>
                <a:gd name="connsiteY6" fmla="*/ 11121 h 53788"/>
                <a:gd name="connsiteX7" fmla="*/ 26038 w 29049"/>
                <a:gd name="connsiteY7" fmla="*/ 20 h 53788"/>
                <a:gd name="connsiteX8" fmla="*/ 29049 w 29049"/>
                <a:gd name="connsiteY8" fmla="*/ 198 h 53788"/>
                <a:gd name="connsiteX9" fmla="*/ 29049 w 29049"/>
                <a:gd name="connsiteY9" fmla="*/ 9113 h 53788"/>
                <a:gd name="connsiteX10" fmla="*/ 24621 w 29049"/>
                <a:gd name="connsiteY10" fmla="*/ 8405 h 53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49" h="53788">
                  <a:moveTo>
                    <a:pt x="24621" y="8405"/>
                  </a:moveTo>
                  <a:cubicBezTo>
                    <a:pt x="17536" y="8405"/>
                    <a:pt x="12812" y="13364"/>
                    <a:pt x="9565" y="19150"/>
                  </a:cubicBezTo>
                  <a:lnTo>
                    <a:pt x="9565" y="53809"/>
                  </a:lnTo>
                  <a:lnTo>
                    <a:pt x="0" y="53809"/>
                  </a:lnTo>
                  <a:lnTo>
                    <a:pt x="0" y="1201"/>
                  </a:lnTo>
                  <a:lnTo>
                    <a:pt x="9565" y="1201"/>
                  </a:lnTo>
                  <a:lnTo>
                    <a:pt x="9565" y="11121"/>
                  </a:lnTo>
                  <a:cubicBezTo>
                    <a:pt x="12871" y="4685"/>
                    <a:pt x="18599" y="20"/>
                    <a:pt x="26038" y="20"/>
                  </a:cubicBezTo>
                  <a:cubicBezTo>
                    <a:pt x="26983" y="20"/>
                    <a:pt x="28105" y="20"/>
                    <a:pt x="29049" y="198"/>
                  </a:cubicBezTo>
                  <a:lnTo>
                    <a:pt x="29049" y="9113"/>
                  </a:lnTo>
                  <a:cubicBezTo>
                    <a:pt x="27514" y="8641"/>
                    <a:pt x="26274" y="8405"/>
                    <a:pt x="24621" y="8405"/>
                  </a:cubicBezTo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" name="Vrije vorm: vorm 66">
              <a:extLst>
                <a:ext uri="{FF2B5EF4-FFF2-40B4-BE49-F238E27FC236}">
                  <a16:creationId xmlns:a16="http://schemas.microsoft.com/office/drawing/2014/main" id="{F52DEA5C-CB30-4576-9D22-F695761CAB18}"/>
                </a:ext>
              </a:extLst>
            </p:cNvPr>
            <p:cNvSpPr/>
            <p:nvPr/>
          </p:nvSpPr>
          <p:spPr>
            <a:xfrm>
              <a:off x="6469317" y="4057145"/>
              <a:ext cx="44864" cy="336479"/>
            </a:xfrm>
            <a:custGeom>
              <a:avLst/>
              <a:gdLst>
                <a:gd name="connsiteX0" fmla="*/ 0 w 9565"/>
                <a:gd name="connsiteY0" fmla="*/ 9585 h 71737"/>
                <a:gd name="connsiteX1" fmla="*/ 9565 w 9565"/>
                <a:gd name="connsiteY1" fmla="*/ 9585 h 71737"/>
                <a:gd name="connsiteX2" fmla="*/ 9565 w 9565"/>
                <a:gd name="connsiteY2" fmla="*/ 20 h 71737"/>
                <a:gd name="connsiteX3" fmla="*/ 0 w 9565"/>
                <a:gd name="connsiteY3" fmla="*/ 20 h 71737"/>
                <a:gd name="connsiteX4" fmla="*/ 0 w 9565"/>
                <a:gd name="connsiteY4" fmla="*/ 9585 h 71737"/>
                <a:gd name="connsiteX5" fmla="*/ 0 w 9565"/>
                <a:gd name="connsiteY5" fmla="*/ 71758 h 71737"/>
                <a:gd name="connsiteX6" fmla="*/ 9565 w 9565"/>
                <a:gd name="connsiteY6" fmla="*/ 71758 h 71737"/>
                <a:gd name="connsiteX7" fmla="*/ 9565 w 9565"/>
                <a:gd name="connsiteY7" fmla="*/ 19150 h 71737"/>
                <a:gd name="connsiteX8" fmla="*/ 0 w 9565"/>
                <a:gd name="connsiteY8" fmla="*/ 19150 h 71737"/>
                <a:gd name="connsiteX9" fmla="*/ 0 w 9565"/>
                <a:gd name="connsiteY9" fmla="*/ 71758 h 7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5" h="71737">
                  <a:moveTo>
                    <a:pt x="0" y="9585"/>
                  </a:moveTo>
                  <a:lnTo>
                    <a:pt x="9565" y="9585"/>
                  </a:lnTo>
                  <a:lnTo>
                    <a:pt x="9565" y="20"/>
                  </a:lnTo>
                  <a:lnTo>
                    <a:pt x="0" y="20"/>
                  </a:lnTo>
                  <a:lnTo>
                    <a:pt x="0" y="9585"/>
                  </a:lnTo>
                  <a:close/>
                  <a:moveTo>
                    <a:pt x="0" y="71758"/>
                  </a:moveTo>
                  <a:lnTo>
                    <a:pt x="9565" y="71758"/>
                  </a:lnTo>
                  <a:lnTo>
                    <a:pt x="9565" y="19150"/>
                  </a:lnTo>
                  <a:lnTo>
                    <a:pt x="0" y="19150"/>
                  </a:lnTo>
                  <a:lnTo>
                    <a:pt x="0" y="71758"/>
                  </a:ln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" name="Vrije vorm: vorm 67">
              <a:extLst>
                <a:ext uri="{FF2B5EF4-FFF2-40B4-BE49-F238E27FC236}">
                  <a16:creationId xmlns:a16="http://schemas.microsoft.com/office/drawing/2014/main" id="{1D3F3813-E7B6-49D3-82A5-3BC4B4CF05A7}"/>
                </a:ext>
              </a:extLst>
            </p:cNvPr>
            <p:cNvSpPr/>
            <p:nvPr/>
          </p:nvSpPr>
          <p:spPr>
            <a:xfrm>
              <a:off x="6603909" y="4141610"/>
              <a:ext cx="201887" cy="252290"/>
            </a:xfrm>
            <a:custGeom>
              <a:avLst/>
              <a:gdLst>
                <a:gd name="connsiteX0" fmla="*/ 33478 w 43042"/>
                <a:gd name="connsiteY0" fmla="*/ 53750 h 53788"/>
                <a:gd name="connsiteX1" fmla="*/ 33478 w 43042"/>
                <a:gd name="connsiteY1" fmla="*/ 17084 h 53788"/>
                <a:gd name="connsiteX2" fmla="*/ 26038 w 43042"/>
                <a:gd name="connsiteY2" fmla="*/ 8286 h 53788"/>
                <a:gd name="connsiteX3" fmla="*/ 9565 w 43042"/>
                <a:gd name="connsiteY3" fmla="*/ 19682 h 53788"/>
                <a:gd name="connsiteX4" fmla="*/ 9565 w 43042"/>
                <a:gd name="connsiteY4" fmla="*/ 53809 h 53788"/>
                <a:gd name="connsiteX5" fmla="*/ 0 w 43042"/>
                <a:gd name="connsiteY5" fmla="*/ 53809 h 53788"/>
                <a:gd name="connsiteX6" fmla="*/ 0 w 43042"/>
                <a:gd name="connsiteY6" fmla="*/ 1201 h 53788"/>
                <a:gd name="connsiteX7" fmla="*/ 9565 w 43042"/>
                <a:gd name="connsiteY7" fmla="*/ 1201 h 53788"/>
                <a:gd name="connsiteX8" fmla="*/ 9565 w 43042"/>
                <a:gd name="connsiteY8" fmla="*/ 11121 h 53788"/>
                <a:gd name="connsiteX9" fmla="*/ 27987 w 43042"/>
                <a:gd name="connsiteY9" fmla="*/ 20 h 53788"/>
                <a:gd name="connsiteX10" fmla="*/ 43043 w 43042"/>
                <a:gd name="connsiteY10" fmla="*/ 16080 h 53788"/>
                <a:gd name="connsiteX11" fmla="*/ 43043 w 43042"/>
                <a:gd name="connsiteY11" fmla="*/ 53809 h 53788"/>
                <a:gd name="connsiteX12" fmla="*/ 33478 w 43042"/>
                <a:gd name="connsiteY12" fmla="*/ 53750 h 53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3042" h="53788">
                  <a:moveTo>
                    <a:pt x="33478" y="53750"/>
                  </a:moveTo>
                  <a:lnTo>
                    <a:pt x="33478" y="17084"/>
                  </a:lnTo>
                  <a:cubicBezTo>
                    <a:pt x="33478" y="12242"/>
                    <a:pt x="31529" y="8286"/>
                    <a:pt x="26038" y="8286"/>
                  </a:cubicBezTo>
                  <a:cubicBezTo>
                    <a:pt x="18481" y="8286"/>
                    <a:pt x="13462" y="13896"/>
                    <a:pt x="9565" y="19682"/>
                  </a:cubicBezTo>
                  <a:lnTo>
                    <a:pt x="9565" y="53809"/>
                  </a:lnTo>
                  <a:lnTo>
                    <a:pt x="0" y="53809"/>
                  </a:lnTo>
                  <a:lnTo>
                    <a:pt x="0" y="1201"/>
                  </a:lnTo>
                  <a:lnTo>
                    <a:pt x="9565" y="1201"/>
                  </a:lnTo>
                  <a:lnTo>
                    <a:pt x="9565" y="11121"/>
                  </a:lnTo>
                  <a:cubicBezTo>
                    <a:pt x="13757" y="4862"/>
                    <a:pt x="20193" y="20"/>
                    <a:pt x="27987" y="20"/>
                  </a:cubicBezTo>
                  <a:cubicBezTo>
                    <a:pt x="37670" y="20"/>
                    <a:pt x="43043" y="6692"/>
                    <a:pt x="43043" y="16080"/>
                  </a:cubicBezTo>
                  <a:lnTo>
                    <a:pt x="43043" y="53809"/>
                  </a:lnTo>
                  <a:lnTo>
                    <a:pt x="33478" y="53750"/>
                  </a:ln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" name="Vrije vorm: vorm 68">
              <a:extLst>
                <a:ext uri="{FF2B5EF4-FFF2-40B4-BE49-F238E27FC236}">
                  <a16:creationId xmlns:a16="http://schemas.microsoft.com/office/drawing/2014/main" id="{BEB012C1-482C-45FF-AF7D-5237C634ECC1}"/>
                </a:ext>
              </a:extLst>
            </p:cNvPr>
            <p:cNvSpPr/>
            <p:nvPr/>
          </p:nvSpPr>
          <p:spPr>
            <a:xfrm>
              <a:off x="6873095" y="4141333"/>
              <a:ext cx="201333" cy="257829"/>
            </a:xfrm>
            <a:custGeom>
              <a:avLst/>
              <a:gdLst>
                <a:gd name="connsiteX0" fmla="*/ 9683 w 42924"/>
                <a:gd name="connsiteY0" fmla="*/ 28952 h 54969"/>
                <a:gd name="connsiteX1" fmla="*/ 28046 w 42924"/>
                <a:gd name="connsiteY1" fmla="*/ 47786 h 54969"/>
                <a:gd name="connsiteX2" fmla="*/ 42688 w 42924"/>
                <a:gd name="connsiteY2" fmla="*/ 44539 h 54969"/>
                <a:gd name="connsiteX3" fmla="*/ 42688 w 42924"/>
                <a:gd name="connsiteY3" fmla="*/ 52097 h 54969"/>
                <a:gd name="connsiteX4" fmla="*/ 26215 w 42924"/>
                <a:gd name="connsiteY4" fmla="*/ 54990 h 54969"/>
                <a:gd name="connsiteX5" fmla="*/ 0 w 42924"/>
                <a:gd name="connsiteY5" fmla="*/ 27357 h 54969"/>
                <a:gd name="connsiteX6" fmla="*/ 22909 w 42924"/>
                <a:gd name="connsiteY6" fmla="*/ 20 h 54969"/>
                <a:gd name="connsiteX7" fmla="*/ 42924 w 42924"/>
                <a:gd name="connsiteY7" fmla="*/ 26177 h 54969"/>
                <a:gd name="connsiteX8" fmla="*/ 42924 w 42924"/>
                <a:gd name="connsiteY8" fmla="*/ 28952 h 54969"/>
                <a:gd name="connsiteX9" fmla="*/ 9683 w 42924"/>
                <a:gd name="connsiteY9" fmla="*/ 28952 h 54969"/>
                <a:gd name="connsiteX10" fmla="*/ 32179 w 42924"/>
                <a:gd name="connsiteY10" fmla="*/ 13778 h 54969"/>
                <a:gd name="connsiteX11" fmla="*/ 22377 w 42924"/>
                <a:gd name="connsiteY11" fmla="*/ 7224 h 54969"/>
                <a:gd name="connsiteX12" fmla="*/ 10096 w 42924"/>
                <a:gd name="connsiteY12" fmla="*/ 21866 h 54969"/>
                <a:gd name="connsiteX13" fmla="*/ 33359 w 42924"/>
                <a:gd name="connsiteY13" fmla="*/ 21866 h 54969"/>
                <a:gd name="connsiteX14" fmla="*/ 32179 w 42924"/>
                <a:gd name="connsiteY14" fmla="*/ 13778 h 54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924" h="54969">
                  <a:moveTo>
                    <a:pt x="9683" y="28952"/>
                  </a:moveTo>
                  <a:cubicBezTo>
                    <a:pt x="10864" y="40347"/>
                    <a:pt x="15824" y="47786"/>
                    <a:pt x="28046" y="47786"/>
                  </a:cubicBezTo>
                  <a:cubicBezTo>
                    <a:pt x="33300" y="47786"/>
                    <a:pt x="37729" y="46369"/>
                    <a:pt x="42688" y="44539"/>
                  </a:cubicBezTo>
                  <a:lnTo>
                    <a:pt x="42688" y="52097"/>
                  </a:lnTo>
                  <a:cubicBezTo>
                    <a:pt x="37315" y="53573"/>
                    <a:pt x="31824" y="54990"/>
                    <a:pt x="26215" y="54990"/>
                  </a:cubicBezTo>
                  <a:cubicBezTo>
                    <a:pt x="10096" y="54990"/>
                    <a:pt x="0" y="43063"/>
                    <a:pt x="0" y="27357"/>
                  </a:cubicBezTo>
                  <a:cubicBezTo>
                    <a:pt x="0" y="13600"/>
                    <a:pt x="7735" y="20"/>
                    <a:pt x="22909" y="20"/>
                  </a:cubicBezTo>
                  <a:cubicBezTo>
                    <a:pt x="38201" y="20"/>
                    <a:pt x="42924" y="13010"/>
                    <a:pt x="42924" y="26177"/>
                  </a:cubicBezTo>
                  <a:lnTo>
                    <a:pt x="42924" y="28952"/>
                  </a:lnTo>
                  <a:lnTo>
                    <a:pt x="9683" y="28952"/>
                  </a:lnTo>
                  <a:close/>
                  <a:moveTo>
                    <a:pt x="32179" y="13778"/>
                  </a:moveTo>
                  <a:cubicBezTo>
                    <a:pt x="30584" y="9585"/>
                    <a:pt x="26806" y="7224"/>
                    <a:pt x="22377" y="7224"/>
                  </a:cubicBezTo>
                  <a:cubicBezTo>
                    <a:pt x="13639" y="7224"/>
                    <a:pt x="10746" y="14309"/>
                    <a:pt x="10096" y="21866"/>
                  </a:cubicBezTo>
                  <a:lnTo>
                    <a:pt x="33359" y="21866"/>
                  </a:lnTo>
                  <a:cubicBezTo>
                    <a:pt x="33241" y="19150"/>
                    <a:pt x="33123" y="16375"/>
                    <a:pt x="32179" y="13778"/>
                  </a:cubicBez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" name="Vrije vorm: vorm 69">
              <a:extLst>
                <a:ext uri="{FF2B5EF4-FFF2-40B4-BE49-F238E27FC236}">
                  <a16:creationId xmlns:a16="http://schemas.microsoft.com/office/drawing/2014/main" id="{67AE8BD4-8AF3-4AB0-B2C1-7431A5FD7E3C}"/>
                </a:ext>
              </a:extLst>
            </p:cNvPr>
            <p:cNvSpPr/>
            <p:nvPr/>
          </p:nvSpPr>
          <p:spPr>
            <a:xfrm>
              <a:off x="7299584" y="4057145"/>
              <a:ext cx="44864" cy="336479"/>
            </a:xfrm>
            <a:custGeom>
              <a:avLst/>
              <a:gdLst>
                <a:gd name="connsiteX0" fmla="*/ 0 w 9565"/>
                <a:gd name="connsiteY0" fmla="*/ 9585 h 71737"/>
                <a:gd name="connsiteX1" fmla="*/ 9565 w 9565"/>
                <a:gd name="connsiteY1" fmla="*/ 9585 h 71737"/>
                <a:gd name="connsiteX2" fmla="*/ 9565 w 9565"/>
                <a:gd name="connsiteY2" fmla="*/ 20 h 71737"/>
                <a:gd name="connsiteX3" fmla="*/ 0 w 9565"/>
                <a:gd name="connsiteY3" fmla="*/ 20 h 71737"/>
                <a:gd name="connsiteX4" fmla="*/ 0 w 9565"/>
                <a:gd name="connsiteY4" fmla="*/ 9585 h 71737"/>
                <a:gd name="connsiteX5" fmla="*/ 0 w 9565"/>
                <a:gd name="connsiteY5" fmla="*/ 71758 h 71737"/>
                <a:gd name="connsiteX6" fmla="*/ 9565 w 9565"/>
                <a:gd name="connsiteY6" fmla="*/ 71758 h 71737"/>
                <a:gd name="connsiteX7" fmla="*/ 9565 w 9565"/>
                <a:gd name="connsiteY7" fmla="*/ 19150 h 71737"/>
                <a:gd name="connsiteX8" fmla="*/ 0 w 9565"/>
                <a:gd name="connsiteY8" fmla="*/ 19150 h 71737"/>
                <a:gd name="connsiteX9" fmla="*/ 0 w 9565"/>
                <a:gd name="connsiteY9" fmla="*/ 71758 h 7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5" h="71737">
                  <a:moveTo>
                    <a:pt x="0" y="9585"/>
                  </a:moveTo>
                  <a:lnTo>
                    <a:pt x="9565" y="9585"/>
                  </a:lnTo>
                  <a:lnTo>
                    <a:pt x="9565" y="20"/>
                  </a:lnTo>
                  <a:lnTo>
                    <a:pt x="0" y="20"/>
                  </a:lnTo>
                  <a:lnTo>
                    <a:pt x="0" y="9585"/>
                  </a:lnTo>
                  <a:close/>
                  <a:moveTo>
                    <a:pt x="0" y="71758"/>
                  </a:moveTo>
                  <a:lnTo>
                    <a:pt x="9565" y="71758"/>
                  </a:lnTo>
                  <a:lnTo>
                    <a:pt x="9565" y="19150"/>
                  </a:lnTo>
                  <a:lnTo>
                    <a:pt x="0" y="19150"/>
                  </a:lnTo>
                  <a:lnTo>
                    <a:pt x="0" y="71758"/>
                  </a:ln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" name="Vrije vorm: vorm 70">
              <a:extLst>
                <a:ext uri="{FF2B5EF4-FFF2-40B4-BE49-F238E27FC236}">
                  <a16:creationId xmlns:a16="http://schemas.microsoft.com/office/drawing/2014/main" id="{3F188576-046B-4A47-839F-45657EF03393}"/>
                </a:ext>
              </a:extLst>
            </p:cNvPr>
            <p:cNvSpPr/>
            <p:nvPr/>
          </p:nvSpPr>
          <p:spPr>
            <a:xfrm>
              <a:off x="7434176" y="4141610"/>
              <a:ext cx="201610" cy="252290"/>
            </a:xfrm>
            <a:custGeom>
              <a:avLst/>
              <a:gdLst>
                <a:gd name="connsiteX0" fmla="*/ 33478 w 42983"/>
                <a:gd name="connsiteY0" fmla="*/ 53750 h 53788"/>
                <a:gd name="connsiteX1" fmla="*/ 33478 w 42983"/>
                <a:gd name="connsiteY1" fmla="*/ 17084 h 53788"/>
                <a:gd name="connsiteX2" fmla="*/ 26038 w 42983"/>
                <a:gd name="connsiteY2" fmla="*/ 8286 h 53788"/>
                <a:gd name="connsiteX3" fmla="*/ 9565 w 42983"/>
                <a:gd name="connsiteY3" fmla="*/ 19682 h 53788"/>
                <a:gd name="connsiteX4" fmla="*/ 9565 w 42983"/>
                <a:gd name="connsiteY4" fmla="*/ 53809 h 53788"/>
                <a:gd name="connsiteX5" fmla="*/ 0 w 42983"/>
                <a:gd name="connsiteY5" fmla="*/ 53809 h 53788"/>
                <a:gd name="connsiteX6" fmla="*/ 0 w 42983"/>
                <a:gd name="connsiteY6" fmla="*/ 1201 h 53788"/>
                <a:gd name="connsiteX7" fmla="*/ 9565 w 42983"/>
                <a:gd name="connsiteY7" fmla="*/ 1201 h 53788"/>
                <a:gd name="connsiteX8" fmla="*/ 9565 w 42983"/>
                <a:gd name="connsiteY8" fmla="*/ 11121 h 53788"/>
                <a:gd name="connsiteX9" fmla="*/ 27927 w 42983"/>
                <a:gd name="connsiteY9" fmla="*/ 20 h 53788"/>
                <a:gd name="connsiteX10" fmla="*/ 42984 w 42983"/>
                <a:gd name="connsiteY10" fmla="*/ 16080 h 53788"/>
                <a:gd name="connsiteX11" fmla="*/ 42984 w 42983"/>
                <a:gd name="connsiteY11" fmla="*/ 53809 h 53788"/>
                <a:gd name="connsiteX12" fmla="*/ 33478 w 42983"/>
                <a:gd name="connsiteY12" fmla="*/ 53750 h 53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983" h="53788">
                  <a:moveTo>
                    <a:pt x="33478" y="53750"/>
                  </a:moveTo>
                  <a:lnTo>
                    <a:pt x="33478" y="17084"/>
                  </a:lnTo>
                  <a:cubicBezTo>
                    <a:pt x="33478" y="12242"/>
                    <a:pt x="31529" y="8286"/>
                    <a:pt x="26038" y="8286"/>
                  </a:cubicBezTo>
                  <a:cubicBezTo>
                    <a:pt x="18481" y="8286"/>
                    <a:pt x="13462" y="13896"/>
                    <a:pt x="9565" y="19682"/>
                  </a:cubicBezTo>
                  <a:lnTo>
                    <a:pt x="9565" y="53809"/>
                  </a:lnTo>
                  <a:lnTo>
                    <a:pt x="0" y="53809"/>
                  </a:lnTo>
                  <a:lnTo>
                    <a:pt x="0" y="1201"/>
                  </a:lnTo>
                  <a:lnTo>
                    <a:pt x="9565" y="1201"/>
                  </a:lnTo>
                  <a:lnTo>
                    <a:pt x="9565" y="11121"/>
                  </a:lnTo>
                  <a:cubicBezTo>
                    <a:pt x="13757" y="4862"/>
                    <a:pt x="20193" y="20"/>
                    <a:pt x="27927" y="20"/>
                  </a:cubicBezTo>
                  <a:cubicBezTo>
                    <a:pt x="37611" y="20"/>
                    <a:pt x="42984" y="6692"/>
                    <a:pt x="42984" y="16080"/>
                  </a:cubicBezTo>
                  <a:lnTo>
                    <a:pt x="42984" y="53809"/>
                  </a:lnTo>
                  <a:lnTo>
                    <a:pt x="33478" y="53750"/>
                  </a:ln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" name="Vrije vorm: vorm 71">
              <a:extLst>
                <a:ext uri="{FF2B5EF4-FFF2-40B4-BE49-F238E27FC236}">
                  <a16:creationId xmlns:a16="http://schemas.microsoft.com/office/drawing/2014/main" id="{F921BD5D-7F91-428B-97E5-5DCD269F5FBF}"/>
                </a:ext>
              </a:extLst>
            </p:cNvPr>
            <p:cNvSpPr/>
            <p:nvPr/>
          </p:nvSpPr>
          <p:spPr>
            <a:xfrm>
              <a:off x="7703085" y="4141610"/>
              <a:ext cx="223209" cy="347558"/>
            </a:xfrm>
            <a:custGeom>
              <a:avLst/>
              <a:gdLst>
                <a:gd name="connsiteX0" fmla="*/ 47589 w 47588"/>
                <a:gd name="connsiteY0" fmla="*/ 44185 h 74099"/>
                <a:gd name="connsiteX1" fmla="*/ 42865 w 47588"/>
                <a:gd name="connsiteY1" fmla="*/ 65618 h 74099"/>
                <a:gd name="connsiteX2" fmla="*/ 22082 w 47588"/>
                <a:gd name="connsiteY2" fmla="*/ 74120 h 74099"/>
                <a:gd name="connsiteX3" fmla="*/ 4428 w 47588"/>
                <a:gd name="connsiteY3" fmla="*/ 71227 h 74099"/>
                <a:gd name="connsiteX4" fmla="*/ 5491 w 47588"/>
                <a:gd name="connsiteY4" fmla="*/ 63020 h 74099"/>
                <a:gd name="connsiteX5" fmla="*/ 21846 w 47588"/>
                <a:gd name="connsiteY5" fmla="*/ 66917 h 74099"/>
                <a:gd name="connsiteX6" fmla="*/ 37965 w 47588"/>
                <a:gd name="connsiteY6" fmla="*/ 49794 h 74099"/>
                <a:gd name="connsiteX7" fmla="*/ 37965 w 47588"/>
                <a:gd name="connsiteY7" fmla="*/ 41528 h 74099"/>
                <a:gd name="connsiteX8" fmla="*/ 20547 w 47588"/>
                <a:gd name="connsiteY8" fmla="*/ 52628 h 74099"/>
                <a:gd name="connsiteX9" fmla="*/ 0 w 47588"/>
                <a:gd name="connsiteY9" fmla="*/ 27121 h 74099"/>
                <a:gd name="connsiteX10" fmla="*/ 22791 w 47588"/>
                <a:gd name="connsiteY10" fmla="*/ 20 h 74099"/>
                <a:gd name="connsiteX11" fmla="*/ 37965 w 47588"/>
                <a:gd name="connsiteY11" fmla="*/ 7224 h 74099"/>
                <a:gd name="connsiteX12" fmla="*/ 37965 w 47588"/>
                <a:gd name="connsiteY12" fmla="*/ 1201 h 74099"/>
                <a:gd name="connsiteX13" fmla="*/ 47530 w 47588"/>
                <a:gd name="connsiteY13" fmla="*/ 1201 h 74099"/>
                <a:gd name="connsiteX14" fmla="*/ 47589 w 47588"/>
                <a:gd name="connsiteY14" fmla="*/ 44185 h 74099"/>
                <a:gd name="connsiteX15" fmla="*/ 38024 w 47588"/>
                <a:gd name="connsiteY15" fmla="*/ 13718 h 74099"/>
                <a:gd name="connsiteX16" fmla="*/ 24267 w 47588"/>
                <a:gd name="connsiteY16" fmla="*/ 7165 h 74099"/>
                <a:gd name="connsiteX17" fmla="*/ 10155 w 47588"/>
                <a:gd name="connsiteY17" fmla="*/ 27062 h 74099"/>
                <a:gd name="connsiteX18" fmla="*/ 22436 w 47588"/>
                <a:gd name="connsiteY18" fmla="*/ 44185 h 74099"/>
                <a:gd name="connsiteX19" fmla="*/ 38024 w 47588"/>
                <a:gd name="connsiteY19" fmla="*/ 35564 h 74099"/>
                <a:gd name="connsiteX20" fmla="*/ 38024 w 47588"/>
                <a:gd name="connsiteY20" fmla="*/ 13718 h 7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588" h="74099">
                  <a:moveTo>
                    <a:pt x="47589" y="44185"/>
                  </a:moveTo>
                  <a:cubicBezTo>
                    <a:pt x="47589" y="51152"/>
                    <a:pt x="47058" y="59654"/>
                    <a:pt x="42865" y="65618"/>
                  </a:cubicBezTo>
                  <a:cubicBezTo>
                    <a:pt x="38319" y="72053"/>
                    <a:pt x="29522" y="74120"/>
                    <a:pt x="22082" y="74120"/>
                  </a:cubicBezTo>
                  <a:cubicBezTo>
                    <a:pt x="16060" y="74120"/>
                    <a:pt x="10155" y="73175"/>
                    <a:pt x="4428" y="71227"/>
                  </a:cubicBezTo>
                  <a:lnTo>
                    <a:pt x="5491" y="63020"/>
                  </a:lnTo>
                  <a:cubicBezTo>
                    <a:pt x="10864" y="65618"/>
                    <a:pt x="15824" y="66917"/>
                    <a:pt x="21846" y="66917"/>
                  </a:cubicBezTo>
                  <a:cubicBezTo>
                    <a:pt x="33359" y="66917"/>
                    <a:pt x="37965" y="60894"/>
                    <a:pt x="37965" y="49794"/>
                  </a:cubicBezTo>
                  <a:lnTo>
                    <a:pt x="37965" y="41528"/>
                  </a:lnTo>
                  <a:cubicBezTo>
                    <a:pt x="34599" y="48436"/>
                    <a:pt x="28164" y="52628"/>
                    <a:pt x="20547" y="52628"/>
                  </a:cubicBezTo>
                  <a:cubicBezTo>
                    <a:pt x="6140" y="52628"/>
                    <a:pt x="0" y="39934"/>
                    <a:pt x="0" y="27121"/>
                  </a:cubicBezTo>
                  <a:cubicBezTo>
                    <a:pt x="0" y="13364"/>
                    <a:pt x="7617" y="20"/>
                    <a:pt x="22791" y="20"/>
                  </a:cubicBezTo>
                  <a:cubicBezTo>
                    <a:pt x="29463" y="20"/>
                    <a:pt x="33655" y="2264"/>
                    <a:pt x="37965" y="7224"/>
                  </a:cubicBezTo>
                  <a:lnTo>
                    <a:pt x="37965" y="1201"/>
                  </a:lnTo>
                  <a:lnTo>
                    <a:pt x="47530" y="1201"/>
                  </a:lnTo>
                  <a:lnTo>
                    <a:pt x="47589" y="44185"/>
                  </a:lnTo>
                  <a:close/>
                  <a:moveTo>
                    <a:pt x="38024" y="13718"/>
                  </a:moveTo>
                  <a:cubicBezTo>
                    <a:pt x="34245" y="9703"/>
                    <a:pt x="29817" y="7165"/>
                    <a:pt x="24267" y="7165"/>
                  </a:cubicBezTo>
                  <a:cubicBezTo>
                    <a:pt x="13285" y="7165"/>
                    <a:pt x="10155" y="18029"/>
                    <a:pt x="10155" y="27062"/>
                  </a:cubicBezTo>
                  <a:cubicBezTo>
                    <a:pt x="10155" y="35269"/>
                    <a:pt x="12517" y="44185"/>
                    <a:pt x="22436" y="44185"/>
                  </a:cubicBezTo>
                  <a:cubicBezTo>
                    <a:pt x="28990" y="44185"/>
                    <a:pt x="33950" y="40288"/>
                    <a:pt x="38024" y="35564"/>
                  </a:cubicBezTo>
                  <a:lnTo>
                    <a:pt x="38024" y="13718"/>
                  </a:ln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" name="Vrije vorm: vorm 72">
              <a:extLst>
                <a:ext uri="{FF2B5EF4-FFF2-40B4-BE49-F238E27FC236}">
                  <a16:creationId xmlns:a16="http://schemas.microsoft.com/office/drawing/2014/main" id="{1B9DE752-BD38-4851-9755-8F7E703587A9}"/>
                </a:ext>
              </a:extLst>
            </p:cNvPr>
            <p:cNvSpPr/>
            <p:nvPr/>
          </p:nvSpPr>
          <p:spPr>
            <a:xfrm>
              <a:off x="7993593" y="4141333"/>
              <a:ext cx="201333" cy="257829"/>
            </a:xfrm>
            <a:custGeom>
              <a:avLst/>
              <a:gdLst>
                <a:gd name="connsiteX0" fmla="*/ 9683 w 42924"/>
                <a:gd name="connsiteY0" fmla="*/ 28952 h 54969"/>
                <a:gd name="connsiteX1" fmla="*/ 28046 w 42924"/>
                <a:gd name="connsiteY1" fmla="*/ 47786 h 54969"/>
                <a:gd name="connsiteX2" fmla="*/ 42688 w 42924"/>
                <a:gd name="connsiteY2" fmla="*/ 44539 h 54969"/>
                <a:gd name="connsiteX3" fmla="*/ 42688 w 42924"/>
                <a:gd name="connsiteY3" fmla="*/ 52097 h 54969"/>
                <a:gd name="connsiteX4" fmla="*/ 26215 w 42924"/>
                <a:gd name="connsiteY4" fmla="*/ 54990 h 54969"/>
                <a:gd name="connsiteX5" fmla="*/ 0 w 42924"/>
                <a:gd name="connsiteY5" fmla="*/ 27357 h 54969"/>
                <a:gd name="connsiteX6" fmla="*/ 22909 w 42924"/>
                <a:gd name="connsiteY6" fmla="*/ 20 h 54969"/>
                <a:gd name="connsiteX7" fmla="*/ 42925 w 42924"/>
                <a:gd name="connsiteY7" fmla="*/ 26177 h 54969"/>
                <a:gd name="connsiteX8" fmla="*/ 42925 w 42924"/>
                <a:gd name="connsiteY8" fmla="*/ 28952 h 54969"/>
                <a:gd name="connsiteX9" fmla="*/ 9683 w 42924"/>
                <a:gd name="connsiteY9" fmla="*/ 28952 h 54969"/>
                <a:gd name="connsiteX10" fmla="*/ 32120 w 42924"/>
                <a:gd name="connsiteY10" fmla="*/ 13778 h 54969"/>
                <a:gd name="connsiteX11" fmla="*/ 22377 w 42924"/>
                <a:gd name="connsiteY11" fmla="*/ 7224 h 54969"/>
                <a:gd name="connsiteX12" fmla="*/ 10096 w 42924"/>
                <a:gd name="connsiteY12" fmla="*/ 21866 h 54969"/>
                <a:gd name="connsiteX13" fmla="*/ 33360 w 42924"/>
                <a:gd name="connsiteY13" fmla="*/ 21866 h 54969"/>
                <a:gd name="connsiteX14" fmla="*/ 32120 w 42924"/>
                <a:gd name="connsiteY14" fmla="*/ 13778 h 54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924" h="54969">
                  <a:moveTo>
                    <a:pt x="9683" y="28952"/>
                  </a:moveTo>
                  <a:cubicBezTo>
                    <a:pt x="10864" y="40347"/>
                    <a:pt x="15824" y="47786"/>
                    <a:pt x="28046" y="47786"/>
                  </a:cubicBezTo>
                  <a:cubicBezTo>
                    <a:pt x="33300" y="47786"/>
                    <a:pt x="37729" y="46369"/>
                    <a:pt x="42688" y="44539"/>
                  </a:cubicBezTo>
                  <a:lnTo>
                    <a:pt x="42688" y="52097"/>
                  </a:lnTo>
                  <a:cubicBezTo>
                    <a:pt x="37315" y="53573"/>
                    <a:pt x="31824" y="54990"/>
                    <a:pt x="26215" y="54990"/>
                  </a:cubicBezTo>
                  <a:cubicBezTo>
                    <a:pt x="10096" y="54990"/>
                    <a:pt x="0" y="43063"/>
                    <a:pt x="0" y="27357"/>
                  </a:cubicBezTo>
                  <a:cubicBezTo>
                    <a:pt x="0" y="13600"/>
                    <a:pt x="7735" y="20"/>
                    <a:pt x="22909" y="20"/>
                  </a:cubicBezTo>
                  <a:cubicBezTo>
                    <a:pt x="38201" y="20"/>
                    <a:pt x="42925" y="13010"/>
                    <a:pt x="42925" y="26177"/>
                  </a:cubicBezTo>
                  <a:lnTo>
                    <a:pt x="42925" y="28952"/>
                  </a:lnTo>
                  <a:lnTo>
                    <a:pt x="9683" y="28952"/>
                  </a:lnTo>
                  <a:close/>
                  <a:moveTo>
                    <a:pt x="32120" y="13778"/>
                  </a:moveTo>
                  <a:cubicBezTo>
                    <a:pt x="30525" y="9585"/>
                    <a:pt x="26747" y="7224"/>
                    <a:pt x="22377" y="7224"/>
                  </a:cubicBezTo>
                  <a:cubicBezTo>
                    <a:pt x="13639" y="7224"/>
                    <a:pt x="10746" y="14309"/>
                    <a:pt x="10096" y="21866"/>
                  </a:cubicBezTo>
                  <a:lnTo>
                    <a:pt x="33360" y="21866"/>
                  </a:lnTo>
                  <a:cubicBezTo>
                    <a:pt x="33241" y="19150"/>
                    <a:pt x="33123" y="16375"/>
                    <a:pt x="32120" y="13778"/>
                  </a:cubicBez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" name="Vrije vorm: vorm 73">
              <a:extLst>
                <a:ext uri="{FF2B5EF4-FFF2-40B4-BE49-F238E27FC236}">
                  <a16:creationId xmlns:a16="http://schemas.microsoft.com/office/drawing/2014/main" id="{6C0ACB0D-211F-4730-A58B-F56BAC7EFFCF}"/>
                </a:ext>
              </a:extLst>
            </p:cNvPr>
            <p:cNvSpPr/>
            <p:nvPr/>
          </p:nvSpPr>
          <p:spPr>
            <a:xfrm>
              <a:off x="8272750" y="4141610"/>
              <a:ext cx="201610" cy="252290"/>
            </a:xfrm>
            <a:custGeom>
              <a:avLst/>
              <a:gdLst>
                <a:gd name="connsiteX0" fmla="*/ 33419 w 42983"/>
                <a:gd name="connsiteY0" fmla="*/ 53750 h 53788"/>
                <a:gd name="connsiteX1" fmla="*/ 33419 w 42983"/>
                <a:gd name="connsiteY1" fmla="*/ 17084 h 53788"/>
                <a:gd name="connsiteX2" fmla="*/ 26038 w 42983"/>
                <a:gd name="connsiteY2" fmla="*/ 8286 h 53788"/>
                <a:gd name="connsiteX3" fmla="*/ 9565 w 42983"/>
                <a:gd name="connsiteY3" fmla="*/ 19682 h 53788"/>
                <a:gd name="connsiteX4" fmla="*/ 9565 w 42983"/>
                <a:gd name="connsiteY4" fmla="*/ 53809 h 53788"/>
                <a:gd name="connsiteX5" fmla="*/ 0 w 42983"/>
                <a:gd name="connsiteY5" fmla="*/ 53809 h 53788"/>
                <a:gd name="connsiteX6" fmla="*/ 0 w 42983"/>
                <a:gd name="connsiteY6" fmla="*/ 1201 h 53788"/>
                <a:gd name="connsiteX7" fmla="*/ 9565 w 42983"/>
                <a:gd name="connsiteY7" fmla="*/ 1201 h 53788"/>
                <a:gd name="connsiteX8" fmla="*/ 9565 w 42983"/>
                <a:gd name="connsiteY8" fmla="*/ 11121 h 53788"/>
                <a:gd name="connsiteX9" fmla="*/ 27927 w 42983"/>
                <a:gd name="connsiteY9" fmla="*/ 20 h 53788"/>
                <a:gd name="connsiteX10" fmla="*/ 42984 w 42983"/>
                <a:gd name="connsiteY10" fmla="*/ 16080 h 53788"/>
                <a:gd name="connsiteX11" fmla="*/ 42984 w 42983"/>
                <a:gd name="connsiteY11" fmla="*/ 53809 h 53788"/>
                <a:gd name="connsiteX12" fmla="*/ 33419 w 42983"/>
                <a:gd name="connsiteY12" fmla="*/ 53750 h 53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983" h="53788">
                  <a:moveTo>
                    <a:pt x="33419" y="53750"/>
                  </a:moveTo>
                  <a:lnTo>
                    <a:pt x="33419" y="17084"/>
                  </a:lnTo>
                  <a:cubicBezTo>
                    <a:pt x="33419" y="12242"/>
                    <a:pt x="31470" y="8286"/>
                    <a:pt x="26038" y="8286"/>
                  </a:cubicBezTo>
                  <a:cubicBezTo>
                    <a:pt x="18481" y="8286"/>
                    <a:pt x="13462" y="13896"/>
                    <a:pt x="9565" y="19682"/>
                  </a:cubicBezTo>
                  <a:lnTo>
                    <a:pt x="9565" y="53809"/>
                  </a:lnTo>
                  <a:lnTo>
                    <a:pt x="0" y="53809"/>
                  </a:lnTo>
                  <a:lnTo>
                    <a:pt x="0" y="1201"/>
                  </a:lnTo>
                  <a:lnTo>
                    <a:pt x="9565" y="1201"/>
                  </a:lnTo>
                  <a:lnTo>
                    <a:pt x="9565" y="11121"/>
                  </a:lnTo>
                  <a:cubicBezTo>
                    <a:pt x="13757" y="4862"/>
                    <a:pt x="20193" y="20"/>
                    <a:pt x="27927" y="20"/>
                  </a:cubicBezTo>
                  <a:cubicBezTo>
                    <a:pt x="37611" y="20"/>
                    <a:pt x="42984" y="6692"/>
                    <a:pt x="42984" y="16080"/>
                  </a:cubicBezTo>
                  <a:lnTo>
                    <a:pt x="42984" y="53809"/>
                  </a:lnTo>
                  <a:lnTo>
                    <a:pt x="33419" y="53750"/>
                  </a:ln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" name="Vrije vorm: vorm 74">
              <a:extLst>
                <a:ext uri="{FF2B5EF4-FFF2-40B4-BE49-F238E27FC236}">
                  <a16:creationId xmlns:a16="http://schemas.microsoft.com/office/drawing/2014/main" id="{E8112196-F149-4472-999E-D8A0237B5747}"/>
                </a:ext>
              </a:extLst>
            </p:cNvPr>
            <p:cNvSpPr/>
            <p:nvPr/>
          </p:nvSpPr>
          <p:spPr>
            <a:xfrm>
              <a:off x="8558553" y="4146873"/>
              <a:ext cx="201887" cy="252290"/>
            </a:xfrm>
            <a:custGeom>
              <a:avLst/>
              <a:gdLst>
                <a:gd name="connsiteX0" fmla="*/ 33418 w 43042"/>
                <a:gd name="connsiteY0" fmla="*/ 52628 h 53788"/>
                <a:gd name="connsiteX1" fmla="*/ 33418 w 43042"/>
                <a:gd name="connsiteY1" fmla="*/ 42709 h 53788"/>
                <a:gd name="connsiteX2" fmla="*/ 15056 w 43042"/>
                <a:gd name="connsiteY2" fmla="*/ 53809 h 53788"/>
                <a:gd name="connsiteX3" fmla="*/ 0 w 43042"/>
                <a:gd name="connsiteY3" fmla="*/ 37808 h 53788"/>
                <a:gd name="connsiteX4" fmla="*/ 0 w 43042"/>
                <a:gd name="connsiteY4" fmla="*/ 20 h 53788"/>
                <a:gd name="connsiteX5" fmla="*/ 9565 w 43042"/>
                <a:gd name="connsiteY5" fmla="*/ 20 h 53788"/>
                <a:gd name="connsiteX6" fmla="*/ 9565 w 43042"/>
                <a:gd name="connsiteY6" fmla="*/ 36509 h 53788"/>
                <a:gd name="connsiteX7" fmla="*/ 11513 w 43042"/>
                <a:gd name="connsiteY7" fmla="*/ 43181 h 53788"/>
                <a:gd name="connsiteX8" fmla="*/ 17004 w 43042"/>
                <a:gd name="connsiteY8" fmla="*/ 45661 h 53788"/>
                <a:gd name="connsiteX9" fmla="*/ 33478 w 43042"/>
                <a:gd name="connsiteY9" fmla="*/ 34147 h 53788"/>
                <a:gd name="connsiteX10" fmla="*/ 33478 w 43042"/>
                <a:gd name="connsiteY10" fmla="*/ 20 h 53788"/>
                <a:gd name="connsiteX11" fmla="*/ 43043 w 43042"/>
                <a:gd name="connsiteY11" fmla="*/ 20 h 53788"/>
                <a:gd name="connsiteX12" fmla="*/ 43043 w 43042"/>
                <a:gd name="connsiteY12" fmla="*/ 52628 h 53788"/>
                <a:gd name="connsiteX13" fmla="*/ 33418 w 43042"/>
                <a:gd name="connsiteY13" fmla="*/ 52628 h 53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042" h="53788">
                  <a:moveTo>
                    <a:pt x="33418" y="52628"/>
                  </a:moveTo>
                  <a:lnTo>
                    <a:pt x="33418" y="42709"/>
                  </a:lnTo>
                  <a:cubicBezTo>
                    <a:pt x="29226" y="48967"/>
                    <a:pt x="22850" y="53809"/>
                    <a:pt x="15056" y="53809"/>
                  </a:cubicBezTo>
                  <a:cubicBezTo>
                    <a:pt x="5491" y="53809"/>
                    <a:pt x="0" y="47019"/>
                    <a:pt x="0" y="37808"/>
                  </a:cubicBezTo>
                  <a:lnTo>
                    <a:pt x="0" y="20"/>
                  </a:lnTo>
                  <a:lnTo>
                    <a:pt x="9565" y="20"/>
                  </a:lnTo>
                  <a:lnTo>
                    <a:pt x="9565" y="36509"/>
                  </a:lnTo>
                  <a:cubicBezTo>
                    <a:pt x="9565" y="38989"/>
                    <a:pt x="9801" y="41233"/>
                    <a:pt x="11513" y="43181"/>
                  </a:cubicBezTo>
                  <a:cubicBezTo>
                    <a:pt x="12871" y="44657"/>
                    <a:pt x="14938" y="45661"/>
                    <a:pt x="17004" y="45661"/>
                  </a:cubicBezTo>
                  <a:cubicBezTo>
                    <a:pt x="24326" y="45661"/>
                    <a:pt x="29699" y="39757"/>
                    <a:pt x="33478" y="34147"/>
                  </a:cubicBezTo>
                  <a:lnTo>
                    <a:pt x="33478" y="20"/>
                  </a:lnTo>
                  <a:lnTo>
                    <a:pt x="43043" y="20"/>
                  </a:lnTo>
                  <a:lnTo>
                    <a:pt x="43043" y="52628"/>
                  </a:lnTo>
                  <a:lnTo>
                    <a:pt x="33418" y="52628"/>
                  </a:ln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" name="Vrije vorm: vorm 75">
              <a:extLst>
                <a:ext uri="{FF2B5EF4-FFF2-40B4-BE49-F238E27FC236}">
                  <a16:creationId xmlns:a16="http://schemas.microsoft.com/office/drawing/2014/main" id="{CBB4B6E8-0FCB-4C57-A1A6-9A0E840BE0AE}"/>
                </a:ext>
              </a:extLst>
            </p:cNvPr>
            <p:cNvSpPr/>
            <p:nvPr/>
          </p:nvSpPr>
          <p:spPr>
            <a:xfrm>
              <a:off x="8850173" y="4057145"/>
              <a:ext cx="44864" cy="336479"/>
            </a:xfrm>
            <a:custGeom>
              <a:avLst/>
              <a:gdLst>
                <a:gd name="connsiteX0" fmla="*/ 0 w 9565"/>
                <a:gd name="connsiteY0" fmla="*/ 9585 h 71737"/>
                <a:gd name="connsiteX1" fmla="*/ 9565 w 9565"/>
                <a:gd name="connsiteY1" fmla="*/ 9585 h 71737"/>
                <a:gd name="connsiteX2" fmla="*/ 9565 w 9565"/>
                <a:gd name="connsiteY2" fmla="*/ 20 h 71737"/>
                <a:gd name="connsiteX3" fmla="*/ 0 w 9565"/>
                <a:gd name="connsiteY3" fmla="*/ 20 h 71737"/>
                <a:gd name="connsiteX4" fmla="*/ 0 w 9565"/>
                <a:gd name="connsiteY4" fmla="*/ 9585 h 71737"/>
                <a:gd name="connsiteX5" fmla="*/ 0 w 9565"/>
                <a:gd name="connsiteY5" fmla="*/ 71758 h 71737"/>
                <a:gd name="connsiteX6" fmla="*/ 9565 w 9565"/>
                <a:gd name="connsiteY6" fmla="*/ 71758 h 71737"/>
                <a:gd name="connsiteX7" fmla="*/ 9565 w 9565"/>
                <a:gd name="connsiteY7" fmla="*/ 19150 h 71737"/>
                <a:gd name="connsiteX8" fmla="*/ 0 w 9565"/>
                <a:gd name="connsiteY8" fmla="*/ 19150 h 71737"/>
                <a:gd name="connsiteX9" fmla="*/ 0 w 9565"/>
                <a:gd name="connsiteY9" fmla="*/ 71758 h 7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5" h="71737">
                  <a:moveTo>
                    <a:pt x="0" y="9585"/>
                  </a:moveTo>
                  <a:lnTo>
                    <a:pt x="9565" y="9585"/>
                  </a:lnTo>
                  <a:lnTo>
                    <a:pt x="9565" y="20"/>
                  </a:lnTo>
                  <a:lnTo>
                    <a:pt x="0" y="20"/>
                  </a:lnTo>
                  <a:lnTo>
                    <a:pt x="0" y="9585"/>
                  </a:lnTo>
                  <a:close/>
                  <a:moveTo>
                    <a:pt x="0" y="71758"/>
                  </a:moveTo>
                  <a:lnTo>
                    <a:pt x="9565" y="71758"/>
                  </a:lnTo>
                  <a:lnTo>
                    <a:pt x="9565" y="19150"/>
                  </a:lnTo>
                  <a:lnTo>
                    <a:pt x="0" y="19150"/>
                  </a:lnTo>
                  <a:lnTo>
                    <a:pt x="0" y="71758"/>
                  </a:ln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" name="Vrije vorm: vorm 76">
              <a:extLst>
                <a:ext uri="{FF2B5EF4-FFF2-40B4-BE49-F238E27FC236}">
                  <a16:creationId xmlns:a16="http://schemas.microsoft.com/office/drawing/2014/main" id="{8F4CC00D-B236-42AA-95E9-97104293AB02}"/>
                </a:ext>
              </a:extLst>
            </p:cNvPr>
            <p:cNvSpPr/>
            <p:nvPr/>
          </p:nvSpPr>
          <p:spPr>
            <a:xfrm>
              <a:off x="8955685" y="4097853"/>
              <a:ext cx="140127" cy="301310"/>
            </a:xfrm>
            <a:custGeom>
              <a:avLst/>
              <a:gdLst>
                <a:gd name="connsiteX0" fmla="*/ 16119 w 29875"/>
                <a:gd name="connsiteY0" fmla="*/ 17674 h 64239"/>
                <a:gd name="connsiteX1" fmla="*/ 16119 w 29875"/>
                <a:gd name="connsiteY1" fmla="*/ 46842 h 64239"/>
                <a:gd name="connsiteX2" fmla="*/ 25034 w 29875"/>
                <a:gd name="connsiteY2" fmla="*/ 57174 h 64239"/>
                <a:gd name="connsiteX3" fmla="*/ 29640 w 29875"/>
                <a:gd name="connsiteY3" fmla="*/ 56525 h 64239"/>
                <a:gd name="connsiteX4" fmla="*/ 29640 w 29875"/>
                <a:gd name="connsiteY4" fmla="*/ 63079 h 64239"/>
                <a:gd name="connsiteX5" fmla="*/ 22023 w 29875"/>
                <a:gd name="connsiteY5" fmla="*/ 64260 h 64239"/>
                <a:gd name="connsiteX6" fmla="*/ 6554 w 29875"/>
                <a:gd name="connsiteY6" fmla="*/ 48554 h 64239"/>
                <a:gd name="connsiteX7" fmla="*/ 6554 w 29875"/>
                <a:gd name="connsiteY7" fmla="*/ 17674 h 64239"/>
                <a:gd name="connsiteX8" fmla="*/ 0 w 29875"/>
                <a:gd name="connsiteY8" fmla="*/ 17674 h 64239"/>
                <a:gd name="connsiteX9" fmla="*/ 0 w 29875"/>
                <a:gd name="connsiteY9" fmla="*/ 10471 h 64239"/>
                <a:gd name="connsiteX10" fmla="*/ 6554 w 29875"/>
                <a:gd name="connsiteY10" fmla="*/ 10471 h 64239"/>
                <a:gd name="connsiteX11" fmla="*/ 6554 w 29875"/>
                <a:gd name="connsiteY11" fmla="*/ 906 h 64239"/>
                <a:gd name="connsiteX12" fmla="*/ 16119 w 29875"/>
                <a:gd name="connsiteY12" fmla="*/ 20 h 64239"/>
                <a:gd name="connsiteX13" fmla="*/ 16119 w 29875"/>
                <a:gd name="connsiteY13" fmla="*/ 10471 h 64239"/>
                <a:gd name="connsiteX14" fmla="*/ 29876 w 29875"/>
                <a:gd name="connsiteY14" fmla="*/ 10471 h 64239"/>
                <a:gd name="connsiteX15" fmla="*/ 29876 w 29875"/>
                <a:gd name="connsiteY15" fmla="*/ 17674 h 64239"/>
                <a:gd name="connsiteX16" fmla="*/ 16119 w 29875"/>
                <a:gd name="connsiteY16" fmla="*/ 17674 h 64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9875" h="64239">
                  <a:moveTo>
                    <a:pt x="16119" y="17674"/>
                  </a:moveTo>
                  <a:lnTo>
                    <a:pt x="16119" y="46842"/>
                  </a:lnTo>
                  <a:cubicBezTo>
                    <a:pt x="16119" y="53218"/>
                    <a:pt x="18185" y="57174"/>
                    <a:pt x="25034" y="57174"/>
                  </a:cubicBezTo>
                  <a:cubicBezTo>
                    <a:pt x="26629" y="57174"/>
                    <a:pt x="28164" y="56938"/>
                    <a:pt x="29640" y="56525"/>
                  </a:cubicBezTo>
                  <a:lnTo>
                    <a:pt x="29640" y="63079"/>
                  </a:lnTo>
                  <a:cubicBezTo>
                    <a:pt x="27160" y="63728"/>
                    <a:pt x="24562" y="64260"/>
                    <a:pt x="22023" y="64260"/>
                  </a:cubicBezTo>
                  <a:cubicBezTo>
                    <a:pt x="12222" y="64260"/>
                    <a:pt x="6554" y="58237"/>
                    <a:pt x="6554" y="48554"/>
                  </a:cubicBezTo>
                  <a:lnTo>
                    <a:pt x="6554" y="17674"/>
                  </a:lnTo>
                  <a:lnTo>
                    <a:pt x="0" y="17674"/>
                  </a:lnTo>
                  <a:lnTo>
                    <a:pt x="0" y="10471"/>
                  </a:lnTo>
                  <a:lnTo>
                    <a:pt x="6554" y="10471"/>
                  </a:lnTo>
                  <a:lnTo>
                    <a:pt x="6554" y="906"/>
                  </a:lnTo>
                  <a:lnTo>
                    <a:pt x="16119" y="20"/>
                  </a:lnTo>
                  <a:lnTo>
                    <a:pt x="16119" y="10471"/>
                  </a:lnTo>
                  <a:lnTo>
                    <a:pt x="29876" y="10471"/>
                  </a:lnTo>
                  <a:lnTo>
                    <a:pt x="29876" y="17674"/>
                  </a:lnTo>
                  <a:lnTo>
                    <a:pt x="16119" y="17674"/>
                  </a:ln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" name="Vrije vorm: vorm 77">
              <a:extLst>
                <a:ext uri="{FF2B5EF4-FFF2-40B4-BE49-F238E27FC236}">
                  <a16:creationId xmlns:a16="http://schemas.microsoft.com/office/drawing/2014/main" id="{944AEA1E-0718-4FED-A07E-B8685514C7A0}"/>
                </a:ext>
              </a:extLst>
            </p:cNvPr>
            <p:cNvSpPr/>
            <p:nvPr/>
          </p:nvSpPr>
          <p:spPr>
            <a:xfrm>
              <a:off x="9117416" y="4146873"/>
              <a:ext cx="237337" cy="336479"/>
            </a:xfrm>
            <a:custGeom>
              <a:avLst/>
              <a:gdLst>
                <a:gd name="connsiteX0" fmla="*/ 21728 w 50600"/>
                <a:gd name="connsiteY0" fmla="*/ 71758 h 71737"/>
                <a:gd name="connsiteX1" fmla="*/ 11868 w 50600"/>
                <a:gd name="connsiteY1" fmla="*/ 71758 h 71737"/>
                <a:gd name="connsiteX2" fmla="*/ 20429 w 50600"/>
                <a:gd name="connsiteY2" fmla="*/ 52628 h 71737"/>
                <a:gd name="connsiteX3" fmla="*/ 0 w 50600"/>
                <a:gd name="connsiteY3" fmla="*/ 20 h 71737"/>
                <a:gd name="connsiteX4" fmla="*/ 10333 w 50600"/>
                <a:gd name="connsiteY4" fmla="*/ 20 h 71737"/>
                <a:gd name="connsiteX5" fmla="*/ 25389 w 50600"/>
                <a:gd name="connsiteY5" fmla="*/ 39579 h 71737"/>
                <a:gd name="connsiteX6" fmla="*/ 41448 w 50600"/>
                <a:gd name="connsiteY6" fmla="*/ 20 h 71737"/>
                <a:gd name="connsiteX7" fmla="*/ 50600 w 50600"/>
                <a:gd name="connsiteY7" fmla="*/ 20 h 71737"/>
                <a:gd name="connsiteX8" fmla="*/ 21728 w 50600"/>
                <a:gd name="connsiteY8" fmla="*/ 71758 h 7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600" h="71737">
                  <a:moveTo>
                    <a:pt x="21728" y="71758"/>
                  </a:moveTo>
                  <a:lnTo>
                    <a:pt x="11868" y="71758"/>
                  </a:lnTo>
                  <a:lnTo>
                    <a:pt x="20429" y="52628"/>
                  </a:lnTo>
                  <a:lnTo>
                    <a:pt x="0" y="20"/>
                  </a:lnTo>
                  <a:lnTo>
                    <a:pt x="10333" y="20"/>
                  </a:lnTo>
                  <a:lnTo>
                    <a:pt x="25389" y="39579"/>
                  </a:lnTo>
                  <a:lnTo>
                    <a:pt x="41448" y="20"/>
                  </a:lnTo>
                  <a:lnTo>
                    <a:pt x="50600" y="20"/>
                  </a:lnTo>
                  <a:lnTo>
                    <a:pt x="21728" y="71758"/>
                  </a:ln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99" name="Tekstvak 98">
            <a:extLst>
              <a:ext uri="{FF2B5EF4-FFF2-40B4-BE49-F238E27FC236}">
                <a16:creationId xmlns:a16="http://schemas.microsoft.com/office/drawing/2014/main" id="{E8F5CD6A-A8DE-47B2-AB40-119A13647238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3B603C76-469D-4B30-B88B-9FC7B53F2AD0}"/>
              </a:ext>
            </a:extLst>
          </p:cNvPr>
          <p:cNvGrpSpPr/>
          <p:nvPr userDrawn="1"/>
        </p:nvGrpSpPr>
        <p:grpSpPr>
          <a:xfrm>
            <a:off x="0" y="0"/>
            <a:ext cx="12192000" cy="6858002"/>
            <a:chOff x="152400" y="152398"/>
            <a:chExt cx="12192000" cy="6858002"/>
          </a:xfrm>
        </p:grpSpPr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794B8399-D42D-4623-8DB9-D782803B77FB}"/>
                </a:ext>
              </a:extLst>
            </p:cNvPr>
            <p:cNvSpPr/>
            <p:nvPr userDrawn="1"/>
          </p:nvSpPr>
          <p:spPr>
            <a:xfrm>
              <a:off x="152400" y="152400"/>
              <a:ext cx="121920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pic>
          <p:nvPicPr>
            <p:cNvPr id="47" name="Afbeelding 46">
              <a:extLst>
                <a:ext uri="{FF2B5EF4-FFF2-40B4-BE49-F238E27FC236}">
                  <a16:creationId xmlns:a16="http://schemas.microsoft.com/office/drawing/2014/main" id="{6F37B85C-2313-4F59-ADE3-5DE455DA297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152" b="32348"/>
            <a:stretch/>
          </p:blipFill>
          <p:spPr>
            <a:xfrm>
              <a:off x="152400" y="152399"/>
              <a:ext cx="12192000" cy="6857999"/>
            </a:xfrm>
            <a:prstGeom prst="rect">
              <a:avLst/>
            </a:prstGeom>
          </p:spPr>
        </p:pic>
        <p:sp>
          <p:nvSpPr>
            <p:cNvPr id="101" name="Rechthoek 100">
              <a:extLst>
                <a:ext uri="{FF2B5EF4-FFF2-40B4-BE49-F238E27FC236}">
                  <a16:creationId xmlns:a16="http://schemas.microsoft.com/office/drawing/2014/main" id="{842D368B-B974-43B2-9526-DE51AD66E80B}"/>
                </a:ext>
              </a:extLst>
            </p:cNvPr>
            <p:cNvSpPr/>
            <p:nvPr userDrawn="1"/>
          </p:nvSpPr>
          <p:spPr>
            <a:xfrm>
              <a:off x="152400" y="152398"/>
              <a:ext cx="12192000" cy="6858002"/>
            </a:xfrm>
            <a:prstGeom prst="rect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grpSp>
          <p:nvGrpSpPr>
            <p:cNvPr id="49" name="Graphic 54">
              <a:extLst>
                <a:ext uri="{FF2B5EF4-FFF2-40B4-BE49-F238E27FC236}">
                  <a16:creationId xmlns:a16="http://schemas.microsoft.com/office/drawing/2014/main" id="{CB7DC7A6-7B49-4D58-9A87-68CF04DD76EE}"/>
                </a:ext>
              </a:extLst>
            </p:cNvPr>
            <p:cNvGrpSpPr/>
            <p:nvPr userDrawn="1"/>
          </p:nvGrpSpPr>
          <p:grpSpPr>
            <a:xfrm>
              <a:off x="7652210" y="2491070"/>
              <a:ext cx="1899808" cy="1295797"/>
              <a:chOff x="13594740" y="312676"/>
              <a:chExt cx="405037" cy="276263"/>
            </a:xfrm>
          </p:grpSpPr>
          <p:sp>
            <p:nvSpPr>
              <p:cNvPr id="50" name="Vrije vorm: vorm 49">
                <a:extLst>
                  <a:ext uri="{FF2B5EF4-FFF2-40B4-BE49-F238E27FC236}">
                    <a16:creationId xmlns:a16="http://schemas.microsoft.com/office/drawing/2014/main" id="{75F9613E-7FF5-4C35-AD11-CC1489DE95F3}"/>
                  </a:ext>
                </a:extLst>
              </p:cNvPr>
              <p:cNvSpPr/>
              <p:nvPr/>
            </p:nvSpPr>
            <p:spPr>
              <a:xfrm>
                <a:off x="13594740" y="312676"/>
                <a:ext cx="405037" cy="276263"/>
              </a:xfrm>
              <a:custGeom>
                <a:avLst/>
                <a:gdLst>
                  <a:gd name="connsiteX0" fmla="*/ 0 w 405037"/>
                  <a:gd name="connsiteY0" fmla="*/ 276265 h 276263"/>
                  <a:gd name="connsiteX1" fmla="*/ 405038 w 405037"/>
                  <a:gd name="connsiteY1" fmla="*/ 276265 h 276263"/>
                  <a:gd name="connsiteX2" fmla="*/ 405038 w 405037"/>
                  <a:gd name="connsiteY2" fmla="*/ 1 h 276263"/>
                  <a:gd name="connsiteX3" fmla="*/ 0 w 405037"/>
                  <a:gd name="connsiteY3" fmla="*/ 1 h 276263"/>
                  <a:gd name="connsiteX4" fmla="*/ 0 w 405037"/>
                  <a:gd name="connsiteY4" fmla="*/ 276265 h 276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5037" h="276263">
                    <a:moveTo>
                      <a:pt x="0" y="276265"/>
                    </a:moveTo>
                    <a:lnTo>
                      <a:pt x="405038" y="276265"/>
                    </a:lnTo>
                    <a:lnTo>
                      <a:pt x="405038" y="1"/>
                    </a:lnTo>
                    <a:lnTo>
                      <a:pt x="0" y="1"/>
                    </a:lnTo>
                    <a:lnTo>
                      <a:pt x="0" y="276265"/>
                    </a:lnTo>
                    <a:close/>
                  </a:path>
                </a:pathLst>
              </a:custGeom>
              <a:solidFill>
                <a:srgbClr val="FFFFFF"/>
              </a:solidFill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51" name="Vrije vorm: vorm 50">
                <a:extLst>
                  <a:ext uri="{FF2B5EF4-FFF2-40B4-BE49-F238E27FC236}">
                    <a16:creationId xmlns:a16="http://schemas.microsoft.com/office/drawing/2014/main" id="{00737BFF-BF4F-42F7-B9D1-369DCF5ED885}"/>
                  </a:ext>
                </a:extLst>
              </p:cNvPr>
              <p:cNvSpPr/>
              <p:nvPr/>
            </p:nvSpPr>
            <p:spPr>
              <a:xfrm>
                <a:off x="13604246" y="322182"/>
                <a:ext cx="385966" cy="257251"/>
              </a:xfrm>
              <a:custGeom>
                <a:avLst/>
                <a:gdLst>
                  <a:gd name="connsiteX0" fmla="*/ 0 w 385966"/>
                  <a:gd name="connsiteY0" fmla="*/ 257253 h 257251"/>
                  <a:gd name="connsiteX1" fmla="*/ 385967 w 385966"/>
                  <a:gd name="connsiteY1" fmla="*/ 257253 h 257251"/>
                  <a:gd name="connsiteX2" fmla="*/ 385967 w 385966"/>
                  <a:gd name="connsiteY2" fmla="*/ 1 h 257251"/>
                  <a:gd name="connsiteX3" fmla="*/ 0 w 385966"/>
                  <a:gd name="connsiteY3" fmla="*/ 1 h 257251"/>
                  <a:gd name="connsiteX4" fmla="*/ 0 w 385966"/>
                  <a:gd name="connsiteY4" fmla="*/ 257253 h 257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5966" h="257251">
                    <a:moveTo>
                      <a:pt x="0" y="257253"/>
                    </a:moveTo>
                    <a:lnTo>
                      <a:pt x="385967" y="257253"/>
                    </a:lnTo>
                    <a:lnTo>
                      <a:pt x="385967" y="1"/>
                    </a:lnTo>
                    <a:lnTo>
                      <a:pt x="0" y="1"/>
                    </a:lnTo>
                    <a:lnTo>
                      <a:pt x="0" y="257253"/>
                    </a:lnTo>
                    <a:close/>
                  </a:path>
                </a:pathLst>
              </a:custGeom>
              <a:solidFill>
                <a:srgbClr val="253A79"/>
              </a:solidFill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52" name="Vrije vorm: vorm 51">
                <a:extLst>
                  <a:ext uri="{FF2B5EF4-FFF2-40B4-BE49-F238E27FC236}">
                    <a16:creationId xmlns:a16="http://schemas.microsoft.com/office/drawing/2014/main" id="{20E5DD14-29C7-453E-B362-16353A6ACB4F}"/>
                  </a:ext>
                </a:extLst>
              </p:cNvPr>
              <p:cNvSpPr/>
              <p:nvPr/>
            </p:nvSpPr>
            <p:spPr>
              <a:xfrm>
                <a:off x="13752622" y="341725"/>
                <a:ext cx="226195" cy="226254"/>
              </a:xfrm>
              <a:custGeom>
                <a:avLst/>
                <a:gdLst>
                  <a:gd name="connsiteX0" fmla="*/ 226195 w 226195"/>
                  <a:gd name="connsiteY0" fmla="*/ 226256 h 226254"/>
                  <a:gd name="connsiteX1" fmla="*/ 226195 w 226195"/>
                  <a:gd name="connsiteY1" fmla="*/ 1 h 226254"/>
                  <a:gd name="connsiteX2" fmla="*/ 0 w 226195"/>
                  <a:gd name="connsiteY2" fmla="*/ 226256 h 226254"/>
                  <a:gd name="connsiteX3" fmla="*/ 226195 w 226195"/>
                  <a:gd name="connsiteY3" fmla="*/ 226256 h 226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6195" h="226254">
                    <a:moveTo>
                      <a:pt x="226195" y="226256"/>
                    </a:moveTo>
                    <a:lnTo>
                      <a:pt x="226195" y="1"/>
                    </a:lnTo>
                    <a:lnTo>
                      <a:pt x="0" y="226256"/>
                    </a:lnTo>
                    <a:lnTo>
                      <a:pt x="226195" y="226256"/>
                    </a:lnTo>
                    <a:close/>
                  </a:path>
                </a:pathLst>
              </a:custGeom>
              <a:solidFill>
                <a:srgbClr val="FF8702"/>
              </a:solidFill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grpSp>
            <p:nvGrpSpPr>
              <p:cNvPr id="53" name="Graphic 54">
                <a:extLst>
                  <a:ext uri="{FF2B5EF4-FFF2-40B4-BE49-F238E27FC236}">
                    <a16:creationId xmlns:a16="http://schemas.microsoft.com/office/drawing/2014/main" id="{B29C93F2-7857-48D1-B778-306A96BD4D0F}"/>
                  </a:ext>
                </a:extLst>
              </p:cNvPr>
              <p:cNvGrpSpPr/>
              <p:nvPr/>
            </p:nvGrpSpPr>
            <p:grpSpPr>
              <a:xfrm>
                <a:off x="13615700" y="333636"/>
                <a:ext cx="355027" cy="214091"/>
                <a:chOff x="13615700" y="333636"/>
                <a:chExt cx="355027" cy="214091"/>
              </a:xfrm>
              <a:solidFill>
                <a:srgbClr val="FFFFFE"/>
              </a:solidFill>
            </p:grpSpPr>
            <p:sp>
              <p:nvSpPr>
                <p:cNvPr id="54" name="Vrije vorm: vorm 53">
                  <a:extLst>
                    <a:ext uri="{FF2B5EF4-FFF2-40B4-BE49-F238E27FC236}">
                      <a16:creationId xmlns:a16="http://schemas.microsoft.com/office/drawing/2014/main" id="{F3BC390B-D05D-4702-B5E2-0FC47916C832}"/>
                    </a:ext>
                  </a:extLst>
                </p:cNvPr>
                <p:cNvSpPr/>
                <p:nvPr/>
              </p:nvSpPr>
              <p:spPr>
                <a:xfrm>
                  <a:off x="13615700" y="333636"/>
                  <a:ext cx="355027" cy="90418"/>
                </a:xfrm>
                <a:custGeom>
                  <a:avLst/>
                  <a:gdLst>
                    <a:gd name="connsiteX0" fmla="*/ 0 w 355027"/>
                    <a:gd name="connsiteY0" fmla="*/ 1 h 90418"/>
                    <a:gd name="connsiteX1" fmla="*/ 0 w 355027"/>
                    <a:gd name="connsiteY1" fmla="*/ 87267 h 90418"/>
                    <a:gd name="connsiteX2" fmla="*/ 173174 w 355027"/>
                    <a:gd name="connsiteY2" fmla="*/ 58572 h 90418"/>
                    <a:gd name="connsiteX3" fmla="*/ 223125 w 355027"/>
                    <a:gd name="connsiteY3" fmla="*/ 22320 h 90418"/>
                    <a:gd name="connsiteX4" fmla="*/ 223184 w 355027"/>
                    <a:gd name="connsiteY4" fmla="*/ 22320 h 90418"/>
                    <a:gd name="connsiteX5" fmla="*/ 223125 w 355027"/>
                    <a:gd name="connsiteY5" fmla="*/ 22320 h 90418"/>
                    <a:gd name="connsiteX6" fmla="*/ 260499 w 355027"/>
                    <a:gd name="connsiteY6" fmla="*/ 23678 h 90418"/>
                    <a:gd name="connsiteX7" fmla="*/ 263097 w 355027"/>
                    <a:gd name="connsiteY7" fmla="*/ 33361 h 90418"/>
                    <a:gd name="connsiteX8" fmla="*/ 257724 w 355027"/>
                    <a:gd name="connsiteY8" fmla="*/ 33125 h 90418"/>
                    <a:gd name="connsiteX9" fmla="*/ 251407 w 355027"/>
                    <a:gd name="connsiteY9" fmla="*/ 32652 h 90418"/>
                    <a:gd name="connsiteX10" fmla="*/ 251230 w 355027"/>
                    <a:gd name="connsiteY10" fmla="*/ 32652 h 90418"/>
                    <a:gd name="connsiteX11" fmla="*/ 251230 w 355027"/>
                    <a:gd name="connsiteY11" fmla="*/ 32652 h 90418"/>
                    <a:gd name="connsiteX12" fmla="*/ 251171 w 355027"/>
                    <a:gd name="connsiteY12" fmla="*/ 32652 h 90418"/>
                    <a:gd name="connsiteX13" fmla="*/ 235524 w 355027"/>
                    <a:gd name="connsiteY13" fmla="*/ 37435 h 90418"/>
                    <a:gd name="connsiteX14" fmla="*/ 237118 w 355027"/>
                    <a:gd name="connsiteY14" fmla="*/ 85909 h 90418"/>
                    <a:gd name="connsiteX15" fmla="*/ 271422 w 355027"/>
                    <a:gd name="connsiteY15" fmla="*/ 83725 h 90418"/>
                    <a:gd name="connsiteX16" fmla="*/ 355028 w 355027"/>
                    <a:gd name="connsiteY16" fmla="*/ 119 h 90418"/>
                    <a:gd name="connsiteX17" fmla="*/ 0 w 355027"/>
                    <a:gd name="connsiteY17" fmla="*/ 1 h 904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5027" h="90418">
                      <a:moveTo>
                        <a:pt x="0" y="1"/>
                      </a:moveTo>
                      <a:lnTo>
                        <a:pt x="0" y="87267"/>
                      </a:lnTo>
                      <a:cubicBezTo>
                        <a:pt x="54733" y="93998"/>
                        <a:pt x="122102" y="92286"/>
                        <a:pt x="173174" y="58572"/>
                      </a:cubicBezTo>
                      <a:cubicBezTo>
                        <a:pt x="191714" y="46350"/>
                        <a:pt x="205766" y="31649"/>
                        <a:pt x="223125" y="22320"/>
                      </a:cubicBezTo>
                      <a:cubicBezTo>
                        <a:pt x="223125" y="22320"/>
                        <a:pt x="223184" y="22320"/>
                        <a:pt x="223184" y="22320"/>
                      </a:cubicBezTo>
                      <a:lnTo>
                        <a:pt x="223125" y="22320"/>
                      </a:lnTo>
                      <a:cubicBezTo>
                        <a:pt x="235111" y="15884"/>
                        <a:pt x="251053" y="15234"/>
                        <a:pt x="260499" y="23678"/>
                      </a:cubicBezTo>
                      <a:cubicBezTo>
                        <a:pt x="269946" y="32121"/>
                        <a:pt x="263097" y="33361"/>
                        <a:pt x="263097" y="33361"/>
                      </a:cubicBezTo>
                      <a:lnTo>
                        <a:pt x="257724" y="33125"/>
                      </a:lnTo>
                      <a:lnTo>
                        <a:pt x="251407" y="32652"/>
                      </a:lnTo>
                      <a:cubicBezTo>
                        <a:pt x="251348" y="32652"/>
                        <a:pt x="251289" y="32652"/>
                        <a:pt x="251230" y="32652"/>
                      </a:cubicBezTo>
                      <a:lnTo>
                        <a:pt x="251230" y="32652"/>
                      </a:lnTo>
                      <a:lnTo>
                        <a:pt x="251171" y="32652"/>
                      </a:lnTo>
                      <a:cubicBezTo>
                        <a:pt x="246270" y="32357"/>
                        <a:pt x="240897" y="33538"/>
                        <a:pt x="235524" y="37435"/>
                      </a:cubicBezTo>
                      <a:cubicBezTo>
                        <a:pt x="217043" y="50838"/>
                        <a:pt x="221413" y="76876"/>
                        <a:pt x="237118" y="85909"/>
                      </a:cubicBezTo>
                      <a:cubicBezTo>
                        <a:pt x="245798" y="90869"/>
                        <a:pt x="259614" y="93526"/>
                        <a:pt x="271422" y="83725"/>
                      </a:cubicBezTo>
                      <a:lnTo>
                        <a:pt x="355028" y="119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E"/>
                </a:solidFill>
                <a:ln w="58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dirty="0"/>
                </a:p>
              </p:txBody>
            </p:sp>
            <p:sp>
              <p:nvSpPr>
                <p:cNvPr id="55" name="Vrije vorm: vorm 54">
                  <a:extLst>
                    <a:ext uri="{FF2B5EF4-FFF2-40B4-BE49-F238E27FC236}">
                      <a16:creationId xmlns:a16="http://schemas.microsoft.com/office/drawing/2014/main" id="{31BF3128-A855-4142-A371-23C3F2180C86}"/>
                    </a:ext>
                  </a:extLst>
                </p:cNvPr>
                <p:cNvSpPr/>
                <p:nvPr/>
              </p:nvSpPr>
              <p:spPr>
                <a:xfrm>
                  <a:off x="13899050" y="461229"/>
                  <a:ext cx="16532" cy="16532"/>
                </a:xfrm>
                <a:custGeom>
                  <a:avLst/>
                  <a:gdLst>
                    <a:gd name="connsiteX0" fmla="*/ 16532 w 16532"/>
                    <a:gd name="connsiteY0" fmla="*/ 8267 h 16532"/>
                    <a:gd name="connsiteX1" fmla="*/ 8266 w 16532"/>
                    <a:gd name="connsiteY1" fmla="*/ 1 h 16532"/>
                    <a:gd name="connsiteX2" fmla="*/ 0 w 16532"/>
                    <a:gd name="connsiteY2" fmla="*/ 8267 h 16532"/>
                    <a:gd name="connsiteX3" fmla="*/ 8266 w 16532"/>
                    <a:gd name="connsiteY3" fmla="*/ 16533 h 16532"/>
                    <a:gd name="connsiteX4" fmla="*/ 16532 w 16532"/>
                    <a:gd name="connsiteY4" fmla="*/ 8267 h 165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532" h="16532">
                      <a:moveTo>
                        <a:pt x="16532" y="8267"/>
                      </a:moveTo>
                      <a:lnTo>
                        <a:pt x="8266" y="1"/>
                      </a:lnTo>
                      <a:lnTo>
                        <a:pt x="0" y="8267"/>
                      </a:lnTo>
                      <a:lnTo>
                        <a:pt x="8266" y="16533"/>
                      </a:lnTo>
                      <a:lnTo>
                        <a:pt x="16532" y="8267"/>
                      </a:lnTo>
                      <a:close/>
                    </a:path>
                  </a:pathLst>
                </a:custGeom>
                <a:solidFill>
                  <a:srgbClr val="FFFFFE"/>
                </a:solidFill>
                <a:ln w="58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dirty="0"/>
                </a:p>
              </p:txBody>
            </p:sp>
            <p:sp>
              <p:nvSpPr>
                <p:cNvPr id="56" name="Vrije vorm: vorm 55">
                  <a:extLst>
                    <a:ext uri="{FF2B5EF4-FFF2-40B4-BE49-F238E27FC236}">
                      <a16:creationId xmlns:a16="http://schemas.microsoft.com/office/drawing/2014/main" id="{56C7CAFB-7D2B-4579-BAE3-B72A8583820C}"/>
                    </a:ext>
                  </a:extLst>
                </p:cNvPr>
                <p:cNvSpPr/>
                <p:nvPr/>
              </p:nvSpPr>
              <p:spPr>
                <a:xfrm>
                  <a:off x="13863033" y="496537"/>
                  <a:ext cx="88683" cy="51190"/>
                </a:xfrm>
                <a:custGeom>
                  <a:avLst/>
                  <a:gdLst>
                    <a:gd name="connsiteX0" fmla="*/ 59811 w 88683"/>
                    <a:gd name="connsiteY0" fmla="*/ 1182 h 51190"/>
                    <a:gd name="connsiteX1" fmla="*/ 56918 w 88683"/>
                    <a:gd name="connsiteY1" fmla="*/ 12105 h 51190"/>
                    <a:gd name="connsiteX2" fmla="*/ 72978 w 88683"/>
                    <a:gd name="connsiteY2" fmla="*/ 16474 h 51190"/>
                    <a:gd name="connsiteX3" fmla="*/ 72682 w 88683"/>
                    <a:gd name="connsiteY3" fmla="*/ 17006 h 51190"/>
                    <a:gd name="connsiteX4" fmla="*/ 62232 w 88683"/>
                    <a:gd name="connsiteY4" fmla="*/ 39797 h 51190"/>
                    <a:gd name="connsiteX5" fmla="*/ 50010 w 88683"/>
                    <a:gd name="connsiteY5" fmla="*/ 39797 h 51190"/>
                    <a:gd name="connsiteX6" fmla="*/ 50010 w 88683"/>
                    <a:gd name="connsiteY6" fmla="*/ 1 h 51190"/>
                    <a:gd name="connsiteX7" fmla="*/ 38673 w 88683"/>
                    <a:gd name="connsiteY7" fmla="*/ 1 h 51190"/>
                    <a:gd name="connsiteX8" fmla="*/ 38673 w 88683"/>
                    <a:gd name="connsiteY8" fmla="*/ 39797 h 51190"/>
                    <a:gd name="connsiteX9" fmla="*/ 26451 w 88683"/>
                    <a:gd name="connsiteY9" fmla="*/ 39797 h 51190"/>
                    <a:gd name="connsiteX10" fmla="*/ 16001 w 88683"/>
                    <a:gd name="connsiteY10" fmla="*/ 17006 h 51190"/>
                    <a:gd name="connsiteX11" fmla="*/ 15706 w 88683"/>
                    <a:gd name="connsiteY11" fmla="*/ 16474 h 51190"/>
                    <a:gd name="connsiteX12" fmla="*/ 31765 w 88683"/>
                    <a:gd name="connsiteY12" fmla="*/ 12105 h 51190"/>
                    <a:gd name="connsiteX13" fmla="*/ 28813 w 88683"/>
                    <a:gd name="connsiteY13" fmla="*/ 1182 h 51190"/>
                    <a:gd name="connsiteX14" fmla="*/ 0 w 88683"/>
                    <a:gd name="connsiteY14" fmla="*/ 8858 h 51190"/>
                    <a:gd name="connsiteX15" fmla="*/ 17890 w 88683"/>
                    <a:gd name="connsiteY15" fmla="*/ 51192 h 51190"/>
                    <a:gd name="connsiteX16" fmla="*/ 70793 w 88683"/>
                    <a:gd name="connsiteY16" fmla="*/ 51192 h 51190"/>
                    <a:gd name="connsiteX17" fmla="*/ 88683 w 88683"/>
                    <a:gd name="connsiteY17" fmla="*/ 8858 h 51190"/>
                    <a:gd name="connsiteX18" fmla="*/ 59811 w 88683"/>
                    <a:gd name="connsiteY18" fmla="*/ 1182 h 511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88683" h="51190">
                      <a:moveTo>
                        <a:pt x="59811" y="1182"/>
                      </a:moveTo>
                      <a:lnTo>
                        <a:pt x="56918" y="12105"/>
                      </a:lnTo>
                      <a:lnTo>
                        <a:pt x="72978" y="16474"/>
                      </a:lnTo>
                      <a:lnTo>
                        <a:pt x="72682" y="17006"/>
                      </a:lnTo>
                      <a:cubicBezTo>
                        <a:pt x="69376" y="23146"/>
                        <a:pt x="65007" y="31885"/>
                        <a:pt x="62232" y="39797"/>
                      </a:cubicBezTo>
                      <a:lnTo>
                        <a:pt x="50010" y="39797"/>
                      </a:lnTo>
                      <a:lnTo>
                        <a:pt x="50010" y="1"/>
                      </a:lnTo>
                      <a:lnTo>
                        <a:pt x="38673" y="1"/>
                      </a:lnTo>
                      <a:lnTo>
                        <a:pt x="38673" y="39797"/>
                      </a:lnTo>
                      <a:lnTo>
                        <a:pt x="26451" y="39797"/>
                      </a:lnTo>
                      <a:cubicBezTo>
                        <a:pt x="23617" y="31826"/>
                        <a:pt x="19307" y="23146"/>
                        <a:pt x="16001" y="17006"/>
                      </a:cubicBezTo>
                      <a:lnTo>
                        <a:pt x="15706" y="16474"/>
                      </a:lnTo>
                      <a:lnTo>
                        <a:pt x="31765" y="12105"/>
                      </a:lnTo>
                      <a:lnTo>
                        <a:pt x="28813" y="1182"/>
                      </a:lnTo>
                      <a:lnTo>
                        <a:pt x="0" y="8858"/>
                      </a:lnTo>
                      <a:cubicBezTo>
                        <a:pt x="0" y="8858"/>
                        <a:pt x="16768" y="36608"/>
                        <a:pt x="17890" y="51192"/>
                      </a:cubicBezTo>
                      <a:lnTo>
                        <a:pt x="70793" y="51192"/>
                      </a:lnTo>
                      <a:cubicBezTo>
                        <a:pt x="71915" y="36608"/>
                        <a:pt x="88683" y="8858"/>
                        <a:pt x="88683" y="8858"/>
                      </a:cubicBezTo>
                      <a:lnTo>
                        <a:pt x="59811" y="1182"/>
                      </a:lnTo>
                      <a:close/>
                    </a:path>
                  </a:pathLst>
                </a:custGeom>
                <a:solidFill>
                  <a:srgbClr val="FFFFFE"/>
                </a:solidFill>
                <a:ln w="58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dirty="0"/>
                </a:p>
              </p:txBody>
            </p:sp>
            <p:sp>
              <p:nvSpPr>
                <p:cNvPr id="57" name="Vrije vorm: vorm 56">
                  <a:extLst>
                    <a:ext uri="{FF2B5EF4-FFF2-40B4-BE49-F238E27FC236}">
                      <a16:creationId xmlns:a16="http://schemas.microsoft.com/office/drawing/2014/main" id="{22F00E47-1915-4E37-B482-1551E23DDA4A}"/>
                    </a:ext>
                  </a:extLst>
                </p:cNvPr>
                <p:cNvSpPr/>
                <p:nvPr/>
              </p:nvSpPr>
              <p:spPr>
                <a:xfrm>
                  <a:off x="13880864" y="481894"/>
                  <a:ext cx="52902" cy="8147"/>
                </a:xfrm>
                <a:custGeom>
                  <a:avLst/>
                  <a:gdLst>
                    <a:gd name="connsiteX0" fmla="*/ 0 w 52902"/>
                    <a:gd name="connsiteY0" fmla="*/ 8149 h 8147"/>
                    <a:gd name="connsiteX1" fmla="*/ 52903 w 52902"/>
                    <a:gd name="connsiteY1" fmla="*/ 8149 h 8147"/>
                    <a:gd name="connsiteX2" fmla="*/ 52903 w 52902"/>
                    <a:gd name="connsiteY2" fmla="*/ 1 h 8147"/>
                    <a:gd name="connsiteX3" fmla="*/ 0 w 52902"/>
                    <a:gd name="connsiteY3" fmla="*/ 1 h 8147"/>
                    <a:gd name="connsiteX4" fmla="*/ 0 w 52902"/>
                    <a:gd name="connsiteY4" fmla="*/ 8149 h 81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2902" h="8147">
                      <a:moveTo>
                        <a:pt x="0" y="8149"/>
                      </a:moveTo>
                      <a:lnTo>
                        <a:pt x="52903" y="8149"/>
                      </a:lnTo>
                      <a:lnTo>
                        <a:pt x="52903" y="1"/>
                      </a:lnTo>
                      <a:lnTo>
                        <a:pt x="0" y="1"/>
                      </a:lnTo>
                      <a:lnTo>
                        <a:pt x="0" y="8149"/>
                      </a:lnTo>
                      <a:close/>
                    </a:path>
                  </a:pathLst>
                </a:custGeom>
                <a:solidFill>
                  <a:srgbClr val="FFFFFE"/>
                </a:solidFill>
                <a:ln w="58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dirty="0"/>
                </a:p>
              </p:txBody>
            </p:sp>
          </p:grpSp>
        </p:grpSp>
        <p:sp>
          <p:nvSpPr>
            <p:cNvPr id="58" name="Vrije vorm: vorm 57">
              <a:extLst>
                <a:ext uri="{FF2B5EF4-FFF2-40B4-BE49-F238E27FC236}">
                  <a16:creationId xmlns:a16="http://schemas.microsoft.com/office/drawing/2014/main" id="{D885D5BC-FCDD-45A6-B5B7-FF84A374FD06}"/>
                </a:ext>
              </a:extLst>
            </p:cNvPr>
            <p:cNvSpPr/>
            <p:nvPr userDrawn="1"/>
          </p:nvSpPr>
          <p:spPr>
            <a:xfrm>
              <a:off x="2944780" y="3080183"/>
              <a:ext cx="617850" cy="690687"/>
            </a:xfrm>
            <a:custGeom>
              <a:avLst/>
              <a:gdLst>
                <a:gd name="connsiteX0" fmla="*/ 0 w 131725"/>
                <a:gd name="connsiteY0" fmla="*/ 20 h 147254"/>
                <a:gd name="connsiteX1" fmla="*/ 37965 w 131725"/>
                <a:gd name="connsiteY1" fmla="*/ 20 h 147254"/>
                <a:gd name="connsiteX2" fmla="*/ 73155 w 131725"/>
                <a:gd name="connsiteY2" fmla="*/ 107361 h 147254"/>
                <a:gd name="connsiteX3" fmla="*/ 73509 w 131725"/>
                <a:gd name="connsiteY3" fmla="*/ 107361 h 147254"/>
                <a:gd name="connsiteX4" fmla="*/ 107990 w 131725"/>
                <a:gd name="connsiteY4" fmla="*/ 20 h 147254"/>
                <a:gd name="connsiteX5" fmla="*/ 131726 w 131725"/>
                <a:gd name="connsiteY5" fmla="*/ 20 h 147254"/>
                <a:gd name="connsiteX6" fmla="*/ 84314 w 131725"/>
                <a:gd name="connsiteY6" fmla="*/ 147275 h 147254"/>
                <a:gd name="connsiteX7" fmla="*/ 48534 w 131725"/>
                <a:gd name="connsiteY7" fmla="*/ 147275 h 147254"/>
                <a:gd name="connsiteX8" fmla="*/ 0 w 131725"/>
                <a:gd name="connsiteY8" fmla="*/ 20 h 147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725" h="147254">
                  <a:moveTo>
                    <a:pt x="0" y="20"/>
                  </a:moveTo>
                  <a:lnTo>
                    <a:pt x="37965" y="20"/>
                  </a:lnTo>
                  <a:lnTo>
                    <a:pt x="73155" y="107361"/>
                  </a:lnTo>
                  <a:lnTo>
                    <a:pt x="73509" y="107361"/>
                  </a:lnTo>
                  <a:lnTo>
                    <a:pt x="107990" y="20"/>
                  </a:lnTo>
                  <a:lnTo>
                    <a:pt x="131726" y="20"/>
                  </a:lnTo>
                  <a:lnTo>
                    <a:pt x="84314" y="147275"/>
                  </a:lnTo>
                  <a:lnTo>
                    <a:pt x="48534" y="147275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chemeClr val="bg1"/>
            </a:solidFill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" name="Vrije vorm: vorm 58">
              <a:extLst>
                <a:ext uri="{FF2B5EF4-FFF2-40B4-BE49-F238E27FC236}">
                  <a16:creationId xmlns:a16="http://schemas.microsoft.com/office/drawing/2014/main" id="{CF15CA19-D552-4350-B6C4-2CF359027474}"/>
                </a:ext>
              </a:extLst>
            </p:cNvPr>
            <p:cNvSpPr/>
            <p:nvPr userDrawn="1"/>
          </p:nvSpPr>
          <p:spPr>
            <a:xfrm>
              <a:off x="3538817" y="3241914"/>
              <a:ext cx="479660" cy="540307"/>
            </a:xfrm>
            <a:custGeom>
              <a:avLst/>
              <a:gdLst>
                <a:gd name="connsiteX0" fmla="*/ 102204 w 102263"/>
                <a:gd name="connsiteY0" fmla="*/ 112793 h 115193"/>
                <a:gd name="connsiteX1" fmla="*/ 84078 w 102263"/>
                <a:gd name="connsiteY1" fmla="*/ 115214 h 115193"/>
                <a:gd name="connsiteX2" fmla="*/ 59457 w 102263"/>
                <a:gd name="connsiteY2" fmla="*/ 102992 h 115193"/>
                <a:gd name="connsiteX3" fmla="*/ 57213 w 102263"/>
                <a:gd name="connsiteY3" fmla="*/ 102992 h 115193"/>
                <a:gd name="connsiteX4" fmla="*/ 32238 w 102263"/>
                <a:gd name="connsiteY4" fmla="*/ 115214 h 115193"/>
                <a:gd name="connsiteX5" fmla="*/ 0 w 102263"/>
                <a:gd name="connsiteY5" fmla="*/ 82445 h 115193"/>
                <a:gd name="connsiteX6" fmla="*/ 41094 w 102263"/>
                <a:gd name="connsiteY6" fmla="*/ 43535 h 115193"/>
                <a:gd name="connsiteX7" fmla="*/ 59457 w 102263"/>
                <a:gd name="connsiteY7" fmla="*/ 43535 h 115193"/>
                <a:gd name="connsiteX8" fmla="*/ 59457 w 102263"/>
                <a:gd name="connsiteY8" fmla="*/ 36627 h 115193"/>
                <a:gd name="connsiteX9" fmla="*/ 41685 w 102263"/>
                <a:gd name="connsiteY9" fmla="*/ 21985 h 115193"/>
                <a:gd name="connsiteX10" fmla="*/ 8916 w 102263"/>
                <a:gd name="connsiteY10" fmla="*/ 31372 h 115193"/>
                <a:gd name="connsiteX11" fmla="*/ 8916 w 102263"/>
                <a:gd name="connsiteY11" fmla="*/ 6928 h 115193"/>
                <a:gd name="connsiteX12" fmla="*/ 46703 w 102263"/>
                <a:gd name="connsiteY12" fmla="*/ 20 h 115193"/>
                <a:gd name="connsiteX13" fmla="*/ 92993 w 102263"/>
                <a:gd name="connsiteY13" fmla="*/ 36922 h 115193"/>
                <a:gd name="connsiteX14" fmla="*/ 92993 w 102263"/>
                <a:gd name="connsiteY14" fmla="*/ 79906 h 115193"/>
                <a:gd name="connsiteX15" fmla="*/ 98721 w 102263"/>
                <a:gd name="connsiteY15" fmla="*/ 90947 h 115193"/>
                <a:gd name="connsiteX16" fmla="*/ 102263 w 102263"/>
                <a:gd name="connsiteY16" fmla="*/ 90947 h 115193"/>
                <a:gd name="connsiteX17" fmla="*/ 102263 w 102263"/>
                <a:gd name="connsiteY17" fmla="*/ 112793 h 115193"/>
                <a:gd name="connsiteX18" fmla="*/ 59457 w 102263"/>
                <a:gd name="connsiteY18" fmla="*/ 65559 h 115193"/>
                <a:gd name="connsiteX19" fmla="*/ 52253 w 102263"/>
                <a:gd name="connsiteY19" fmla="*/ 65559 h 115193"/>
                <a:gd name="connsiteX20" fmla="*/ 33596 w 102263"/>
                <a:gd name="connsiteY20" fmla="*/ 79375 h 115193"/>
                <a:gd name="connsiteX21" fmla="*/ 44164 w 102263"/>
                <a:gd name="connsiteY21" fmla="*/ 90770 h 115193"/>
                <a:gd name="connsiteX22" fmla="*/ 59516 w 102263"/>
                <a:gd name="connsiteY22" fmla="*/ 82032 h 115193"/>
                <a:gd name="connsiteX23" fmla="*/ 59516 w 102263"/>
                <a:gd name="connsiteY23" fmla="*/ 65559 h 115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2263" h="115193">
                  <a:moveTo>
                    <a:pt x="102204" y="112793"/>
                  </a:moveTo>
                  <a:cubicBezTo>
                    <a:pt x="96241" y="114387"/>
                    <a:pt x="90159" y="115214"/>
                    <a:pt x="84078" y="115214"/>
                  </a:cubicBezTo>
                  <a:cubicBezTo>
                    <a:pt x="74277" y="115214"/>
                    <a:pt x="64239" y="113620"/>
                    <a:pt x="59457" y="102992"/>
                  </a:cubicBezTo>
                  <a:lnTo>
                    <a:pt x="57213" y="102992"/>
                  </a:lnTo>
                  <a:cubicBezTo>
                    <a:pt x="50541" y="111140"/>
                    <a:pt x="42393" y="115214"/>
                    <a:pt x="32238" y="115214"/>
                  </a:cubicBezTo>
                  <a:cubicBezTo>
                    <a:pt x="14820" y="115214"/>
                    <a:pt x="0" y="102579"/>
                    <a:pt x="0" y="82445"/>
                  </a:cubicBezTo>
                  <a:cubicBezTo>
                    <a:pt x="0" y="50443"/>
                    <a:pt x="29049" y="43535"/>
                    <a:pt x="41094" y="43535"/>
                  </a:cubicBezTo>
                  <a:lnTo>
                    <a:pt x="59457" y="43535"/>
                  </a:lnTo>
                  <a:lnTo>
                    <a:pt x="59457" y="36627"/>
                  </a:lnTo>
                  <a:cubicBezTo>
                    <a:pt x="59457" y="26472"/>
                    <a:pt x="53552" y="21985"/>
                    <a:pt x="41685" y="21985"/>
                  </a:cubicBezTo>
                  <a:cubicBezTo>
                    <a:pt x="30762" y="21985"/>
                    <a:pt x="18362" y="25055"/>
                    <a:pt x="8916" y="31372"/>
                  </a:cubicBezTo>
                  <a:lnTo>
                    <a:pt x="8916" y="6928"/>
                  </a:lnTo>
                  <a:cubicBezTo>
                    <a:pt x="21138" y="2028"/>
                    <a:pt x="33891" y="20"/>
                    <a:pt x="46703" y="20"/>
                  </a:cubicBezTo>
                  <a:cubicBezTo>
                    <a:pt x="84668" y="20"/>
                    <a:pt x="92993" y="15490"/>
                    <a:pt x="92993" y="36922"/>
                  </a:cubicBezTo>
                  <a:lnTo>
                    <a:pt x="92993" y="79906"/>
                  </a:lnTo>
                  <a:cubicBezTo>
                    <a:pt x="92993" y="84570"/>
                    <a:pt x="92816" y="90947"/>
                    <a:pt x="98721" y="90947"/>
                  </a:cubicBezTo>
                  <a:lnTo>
                    <a:pt x="102263" y="90947"/>
                  </a:lnTo>
                  <a:lnTo>
                    <a:pt x="102263" y="112793"/>
                  </a:lnTo>
                  <a:close/>
                  <a:moveTo>
                    <a:pt x="59457" y="65559"/>
                  </a:moveTo>
                  <a:lnTo>
                    <a:pt x="52253" y="65559"/>
                  </a:lnTo>
                  <a:cubicBezTo>
                    <a:pt x="46172" y="65559"/>
                    <a:pt x="33596" y="66149"/>
                    <a:pt x="33596" y="79375"/>
                  </a:cubicBezTo>
                  <a:cubicBezTo>
                    <a:pt x="33596" y="86106"/>
                    <a:pt x="37847" y="90770"/>
                    <a:pt x="44164" y="90770"/>
                  </a:cubicBezTo>
                  <a:cubicBezTo>
                    <a:pt x="50246" y="90770"/>
                    <a:pt x="55796" y="87109"/>
                    <a:pt x="59516" y="82032"/>
                  </a:cubicBezTo>
                  <a:lnTo>
                    <a:pt x="59516" y="65559"/>
                  </a:lnTo>
                  <a:close/>
                </a:path>
              </a:pathLst>
            </a:custGeom>
            <a:solidFill>
              <a:schemeClr val="bg1"/>
            </a:solidFill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" name="Vrije vorm: vorm 59">
              <a:extLst>
                <a:ext uri="{FF2B5EF4-FFF2-40B4-BE49-F238E27FC236}">
                  <a16:creationId xmlns:a16="http://schemas.microsoft.com/office/drawing/2014/main" id="{2DC8359C-5E66-4330-8E4A-50CBC566CF1F}"/>
                </a:ext>
              </a:extLst>
            </p:cNvPr>
            <p:cNvSpPr/>
            <p:nvPr userDrawn="1"/>
          </p:nvSpPr>
          <p:spPr>
            <a:xfrm>
              <a:off x="4125095" y="3241638"/>
              <a:ext cx="461105" cy="529228"/>
            </a:xfrm>
            <a:custGeom>
              <a:avLst/>
              <a:gdLst>
                <a:gd name="connsiteX0" fmla="*/ 33478 w 98307"/>
                <a:gd name="connsiteY0" fmla="*/ 23224 h 112831"/>
                <a:gd name="connsiteX1" fmla="*/ 35721 w 98307"/>
                <a:gd name="connsiteY1" fmla="*/ 23224 h 112831"/>
                <a:gd name="connsiteX2" fmla="*/ 68490 w 98307"/>
                <a:gd name="connsiteY2" fmla="*/ 20 h 112831"/>
                <a:gd name="connsiteX3" fmla="*/ 98307 w 98307"/>
                <a:gd name="connsiteY3" fmla="*/ 34443 h 112831"/>
                <a:gd name="connsiteX4" fmla="*/ 98307 w 98307"/>
                <a:gd name="connsiteY4" fmla="*/ 112852 h 112831"/>
                <a:gd name="connsiteX5" fmla="*/ 62586 w 98307"/>
                <a:gd name="connsiteY5" fmla="*/ 112852 h 112831"/>
                <a:gd name="connsiteX6" fmla="*/ 62586 w 98307"/>
                <a:gd name="connsiteY6" fmla="*/ 46665 h 112831"/>
                <a:gd name="connsiteX7" fmla="*/ 53907 w 98307"/>
                <a:gd name="connsiteY7" fmla="*/ 29365 h 112831"/>
                <a:gd name="connsiteX8" fmla="*/ 35721 w 98307"/>
                <a:gd name="connsiteY8" fmla="*/ 45425 h 112831"/>
                <a:gd name="connsiteX9" fmla="*/ 35721 w 98307"/>
                <a:gd name="connsiteY9" fmla="*/ 112852 h 112831"/>
                <a:gd name="connsiteX10" fmla="*/ 0 w 98307"/>
                <a:gd name="connsiteY10" fmla="*/ 112852 h 112831"/>
                <a:gd name="connsiteX11" fmla="*/ 0 w 98307"/>
                <a:gd name="connsiteY11" fmla="*/ 2500 h 112831"/>
                <a:gd name="connsiteX12" fmla="*/ 35721 w 98307"/>
                <a:gd name="connsiteY12" fmla="*/ 2500 h 112831"/>
                <a:gd name="connsiteX13" fmla="*/ 33478 w 98307"/>
                <a:gd name="connsiteY13" fmla="*/ 23224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8307" h="112831">
                  <a:moveTo>
                    <a:pt x="33478" y="23224"/>
                  </a:moveTo>
                  <a:lnTo>
                    <a:pt x="35721" y="23224"/>
                  </a:lnTo>
                  <a:cubicBezTo>
                    <a:pt x="41862" y="9408"/>
                    <a:pt x="54261" y="20"/>
                    <a:pt x="68490" y="20"/>
                  </a:cubicBezTo>
                  <a:cubicBezTo>
                    <a:pt x="88860" y="20"/>
                    <a:pt x="98307" y="15076"/>
                    <a:pt x="98307" y="34443"/>
                  </a:cubicBezTo>
                  <a:lnTo>
                    <a:pt x="98307" y="112852"/>
                  </a:lnTo>
                  <a:lnTo>
                    <a:pt x="62586" y="112852"/>
                  </a:lnTo>
                  <a:lnTo>
                    <a:pt x="62586" y="46665"/>
                  </a:lnTo>
                  <a:cubicBezTo>
                    <a:pt x="62586" y="39343"/>
                    <a:pt x="62940" y="29365"/>
                    <a:pt x="53907" y="29365"/>
                  </a:cubicBezTo>
                  <a:cubicBezTo>
                    <a:pt x="45759" y="29365"/>
                    <a:pt x="39618" y="38517"/>
                    <a:pt x="35721" y="45425"/>
                  </a:cubicBezTo>
                  <a:lnTo>
                    <a:pt x="35721" y="112852"/>
                  </a:lnTo>
                  <a:lnTo>
                    <a:pt x="0" y="112852"/>
                  </a:lnTo>
                  <a:lnTo>
                    <a:pt x="0" y="2500"/>
                  </a:lnTo>
                  <a:lnTo>
                    <a:pt x="35721" y="2500"/>
                  </a:lnTo>
                  <a:lnTo>
                    <a:pt x="33478" y="23224"/>
                  </a:lnTo>
                  <a:close/>
                </a:path>
              </a:pathLst>
            </a:custGeom>
            <a:solidFill>
              <a:schemeClr val="bg1"/>
            </a:solidFill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" name="Vrije vorm: vorm 60">
              <a:extLst>
                <a:ext uri="{FF2B5EF4-FFF2-40B4-BE49-F238E27FC236}">
                  <a16:creationId xmlns:a16="http://schemas.microsoft.com/office/drawing/2014/main" id="{4BAEA48F-B92A-48D2-BB0E-A9237CE39067}"/>
                </a:ext>
              </a:extLst>
            </p:cNvPr>
            <p:cNvSpPr/>
            <p:nvPr userDrawn="1"/>
          </p:nvSpPr>
          <p:spPr>
            <a:xfrm>
              <a:off x="4985550" y="3063011"/>
              <a:ext cx="679886" cy="725026"/>
            </a:xfrm>
            <a:custGeom>
              <a:avLst/>
              <a:gdLst>
                <a:gd name="connsiteX0" fmla="*/ 72564 w 144951"/>
                <a:gd name="connsiteY0" fmla="*/ 20 h 154575"/>
                <a:gd name="connsiteX1" fmla="*/ 144952 w 144951"/>
                <a:gd name="connsiteY1" fmla="*/ 77426 h 154575"/>
                <a:gd name="connsiteX2" fmla="*/ 72564 w 144951"/>
                <a:gd name="connsiteY2" fmla="*/ 154596 h 154575"/>
                <a:gd name="connsiteX3" fmla="*/ 0 w 144951"/>
                <a:gd name="connsiteY3" fmla="*/ 77426 h 154575"/>
                <a:gd name="connsiteX4" fmla="*/ 72564 w 144951"/>
                <a:gd name="connsiteY4" fmla="*/ 20 h 154575"/>
                <a:gd name="connsiteX5" fmla="*/ 72564 w 144951"/>
                <a:gd name="connsiteY5" fmla="*/ 130211 h 154575"/>
                <a:gd name="connsiteX6" fmla="*/ 106987 w 144951"/>
                <a:gd name="connsiteY6" fmla="*/ 77426 h 154575"/>
                <a:gd name="connsiteX7" fmla="*/ 72564 w 144951"/>
                <a:gd name="connsiteY7" fmla="*/ 24464 h 154575"/>
                <a:gd name="connsiteX8" fmla="*/ 37906 w 144951"/>
                <a:gd name="connsiteY8" fmla="*/ 77426 h 154575"/>
                <a:gd name="connsiteX9" fmla="*/ 72564 w 144951"/>
                <a:gd name="connsiteY9" fmla="*/ 130211 h 154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951" h="154575">
                  <a:moveTo>
                    <a:pt x="72564" y="20"/>
                  </a:moveTo>
                  <a:cubicBezTo>
                    <a:pt x="116079" y="20"/>
                    <a:pt x="144952" y="28538"/>
                    <a:pt x="144952" y="77426"/>
                  </a:cubicBezTo>
                  <a:cubicBezTo>
                    <a:pt x="144952" y="126314"/>
                    <a:pt x="116020" y="154596"/>
                    <a:pt x="72564" y="154596"/>
                  </a:cubicBezTo>
                  <a:cubicBezTo>
                    <a:pt x="29049" y="154596"/>
                    <a:pt x="0" y="126314"/>
                    <a:pt x="0" y="77426"/>
                  </a:cubicBezTo>
                  <a:cubicBezTo>
                    <a:pt x="-59" y="28538"/>
                    <a:pt x="29049" y="20"/>
                    <a:pt x="72564" y="20"/>
                  </a:cubicBezTo>
                  <a:moveTo>
                    <a:pt x="72564" y="130211"/>
                  </a:moveTo>
                  <a:cubicBezTo>
                    <a:pt x="97776" y="130211"/>
                    <a:pt x="106987" y="101103"/>
                    <a:pt x="106987" y="77426"/>
                  </a:cubicBezTo>
                  <a:cubicBezTo>
                    <a:pt x="106987" y="53809"/>
                    <a:pt x="97717" y="24464"/>
                    <a:pt x="72564" y="24464"/>
                  </a:cubicBezTo>
                  <a:cubicBezTo>
                    <a:pt x="47176" y="24464"/>
                    <a:pt x="37906" y="53809"/>
                    <a:pt x="37906" y="77426"/>
                  </a:cubicBezTo>
                  <a:cubicBezTo>
                    <a:pt x="37906" y="101044"/>
                    <a:pt x="47176" y="130211"/>
                    <a:pt x="72564" y="130211"/>
                  </a:cubicBezTo>
                </a:path>
              </a:pathLst>
            </a:custGeom>
            <a:solidFill>
              <a:schemeClr val="bg1"/>
            </a:solidFill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" name="Vrije vorm: vorm 62">
              <a:extLst>
                <a:ext uri="{FF2B5EF4-FFF2-40B4-BE49-F238E27FC236}">
                  <a16:creationId xmlns:a16="http://schemas.microsoft.com/office/drawing/2014/main" id="{3E5297D9-A462-4A6F-BA75-8406B1447147}"/>
                </a:ext>
              </a:extLst>
            </p:cNvPr>
            <p:cNvSpPr/>
            <p:nvPr userDrawn="1"/>
          </p:nvSpPr>
          <p:spPr>
            <a:xfrm>
              <a:off x="5728030" y="3241914"/>
              <a:ext cx="523694" cy="540584"/>
            </a:xfrm>
            <a:custGeom>
              <a:avLst/>
              <a:gdLst>
                <a:gd name="connsiteX0" fmla="*/ 0 w 111651"/>
                <a:gd name="connsiteY0" fmla="*/ 57647 h 115252"/>
                <a:gd name="connsiteX1" fmla="*/ 55737 w 111651"/>
                <a:gd name="connsiteY1" fmla="*/ 20 h 115252"/>
                <a:gd name="connsiteX2" fmla="*/ 111651 w 111651"/>
                <a:gd name="connsiteY2" fmla="*/ 57647 h 115252"/>
                <a:gd name="connsiteX3" fmla="*/ 55737 w 111651"/>
                <a:gd name="connsiteY3" fmla="*/ 115273 h 115252"/>
                <a:gd name="connsiteX4" fmla="*/ 0 w 111651"/>
                <a:gd name="connsiteY4" fmla="*/ 57647 h 115252"/>
                <a:gd name="connsiteX5" fmla="*/ 55737 w 111651"/>
                <a:gd name="connsiteY5" fmla="*/ 93250 h 115252"/>
                <a:gd name="connsiteX6" fmla="*/ 73686 w 111651"/>
                <a:gd name="connsiteY6" fmla="*/ 57588 h 115252"/>
                <a:gd name="connsiteX7" fmla="*/ 55737 w 111651"/>
                <a:gd name="connsiteY7" fmla="*/ 21925 h 115252"/>
                <a:gd name="connsiteX8" fmla="*/ 37965 w 111651"/>
                <a:gd name="connsiteY8" fmla="*/ 57588 h 115252"/>
                <a:gd name="connsiteX9" fmla="*/ 55737 w 111651"/>
                <a:gd name="connsiteY9" fmla="*/ 93250 h 115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1651" h="115252">
                  <a:moveTo>
                    <a:pt x="0" y="57647"/>
                  </a:moveTo>
                  <a:cubicBezTo>
                    <a:pt x="0" y="37454"/>
                    <a:pt x="8148" y="20"/>
                    <a:pt x="55737" y="20"/>
                  </a:cubicBezTo>
                  <a:cubicBezTo>
                    <a:pt x="103326" y="20"/>
                    <a:pt x="111651" y="37513"/>
                    <a:pt x="111651" y="57647"/>
                  </a:cubicBezTo>
                  <a:cubicBezTo>
                    <a:pt x="111651" y="77781"/>
                    <a:pt x="103326" y="115273"/>
                    <a:pt x="55737" y="115273"/>
                  </a:cubicBezTo>
                  <a:cubicBezTo>
                    <a:pt x="8148" y="115273"/>
                    <a:pt x="0" y="77781"/>
                    <a:pt x="0" y="57647"/>
                  </a:cubicBezTo>
                  <a:moveTo>
                    <a:pt x="55737" y="93250"/>
                  </a:moveTo>
                  <a:cubicBezTo>
                    <a:pt x="70203" y="93250"/>
                    <a:pt x="73686" y="69396"/>
                    <a:pt x="73686" y="57588"/>
                  </a:cubicBezTo>
                  <a:cubicBezTo>
                    <a:pt x="73686" y="45779"/>
                    <a:pt x="70144" y="21925"/>
                    <a:pt x="55737" y="21925"/>
                  </a:cubicBezTo>
                  <a:cubicBezTo>
                    <a:pt x="41507" y="21925"/>
                    <a:pt x="37965" y="45779"/>
                    <a:pt x="37965" y="57588"/>
                  </a:cubicBezTo>
                  <a:cubicBezTo>
                    <a:pt x="37906" y="69455"/>
                    <a:pt x="41448" y="93250"/>
                    <a:pt x="55737" y="93250"/>
                  </a:cubicBezTo>
                </a:path>
              </a:pathLst>
            </a:custGeom>
            <a:solidFill>
              <a:schemeClr val="bg1"/>
            </a:solidFill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94" name="Vrije vorm: vorm 93">
              <a:extLst>
                <a:ext uri="{FF2B5EF4-FFF2-40B4-BE49-F238E27FC236}">
                  <a16:creationId xmlns:a16="http://schemas.microsoft.com/office/drawing/2014/main" id="{D3E3C383-D669-4B2C-AA59-247CF93C2D87}"/>
                </a:ext>
              </a:extLst>
            </p:cNvPr>
            <p:cNvSpPr/>
            <p:nvPr userDrawn="1"/>
          </p:nvSpPr>
          <p:spPr>
            <a:xfrm>
              <a:off x="6355299" y="3241638"/>
              <a:ext cx="340635" cy="529228"/>
            </a:xfrm>
            <a:custGeom>
              <a:avLst/>
              <a:gdLst>
                <a:gd name="connsiteX0" fmla="*/ 33596 w 72623"/>
                <a:gd name="connsiteY0" fmla="*/ 23224 h 112831"/>
                <a:gd name="connsiteX1" fmla="*/ 35780 w 72623"/>
                <a:gd name="connsiteY1" fmla="*/ 23224 h 112831"/>
                <a:gd name="connsiteX2" fmla="*/ 68549 w 72623"/>
                <a:gd name="connsiteY2" fmla="*/ 20 h 112831"/>
                <a:gd name="connsiteX3" fmla="*/ 72623 w 72623"/>
                <a:gd name="connsiteY3" fmla="*/ 20 h 112831"/>
                <a:gd name="connsiteX4" fmla="*/ 72623 w 72623"/>
                <a:gd name="connsiteY4" fmla="*/ 34620 h 112831"/>
                <a:gd name="connsiteX5" fmla="*/ 59102 w 72623"/>
                <a:gd name="connsiteY5" fmla="*/ 31786 h 112831"/>
                <a:gd name="connsiteX6" fmla="*/ 35780 w 72623"/>
                <a:gd name="connsiteY6" fmla="*/ 45425 h 112831"/>
                <a:gd name="connsiteX7" fmla="*/ 35780 w 72623"/>
                <a:gd name="connsiteY7" fmla="*/ 112852 h 112831"/>
                <a:gd name="connsiteX8" fmla="*/ 0 w 72623"/>
                <a:gd name="connsiteY8" fmla="*/ 112852 h 112831"/>
                <a:gd name="connsiteX9" fmla="*/ 0 w 72623"/>
                <a:gd name="connsiteY9" fmla="*/ 2500 h 112831"/>
                <a:gd name="connsiteX10" fmla="*/ 35780 w 72623"/>
                <a:gd name="connsiteY10" fmla="*/ 2500 h 112831"/>
                <a:gd name="connsiteX11" fmla="*/ 33596 w 72623"/>
                <a:gd name="connsiteY11" fmla="*/ 23224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2623" h="112831">
                  <a:moveTo>
                    <a:pt x="33596" y="23224"/>
                  </a:moveTo>
                  <a:lnTo>
                    <a:pt x="35780" y="23224"/>
                  </a:lnTo>
                  <a:cubicBezTo>
                    <a:pt x="41862" y="9408"/>
                    <a:pt x="54320" y="20"/>
                    <a:pt x="68549" y="20"/>
                  </a:cubicBezTo>
                  <a:lnTo>
                    <a:pt x="72623" y="20"/>
                  </a:lnTo>
                  <a:lnTo>
                    <a:pt x="72623" y="34620"/>
                  </a:lnTo>
                  <a:cubicBezTo>
                    <a:pt x="68372" y="32553"/>
                    <a:pt x="63767" y="31786"/>
                    <a:pt x="59102" y="31786"/>
                  </a:cubicBezTo>
                  <a:cubicBezTo>
                    <a:pt x="49301" y="31786"/>
                    <a:pt x="41153" y="36037"/>
                    <a:pt x="35780" y="45425"/>
                  </a:cubicBezTo>
                  <a:lnTo>
                    <a:pt x="35780" y="112852"/>
                  </a:lnTo>
                  <a:lnTo>
                    <a:pt x="0" y="112852"/>
                  </a:lnTo>
                  <a:lnTo>
                    <a:pt x="0" y="2500"/>
                  </a:lnTo>
                  <a:lnTo>
                    <a:pt x="35780" y="2500"/>
                  </a:lnTo>
                  <a:lnTo>
                    <a:pt x="33596" y="23224"/>
                  </a:lnTo>
                  <a:close/>
                </a:path>
              </a:pathLst>
            </a:custGeom>
            <a:solidFill>
              <a:schemeClr val="bg1"/>
            </a:solidFill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96" name="Vrije vorm: vorm 95">
              <a:extLst>
                <a:ext uri="{FF2B5EF4-FFF2-40B4-BE49-F238E27FC236}">
                  <a16:creationId xmlns:a16="http://schemas.microsoft.com/office/drawing/2014/main" id="{8AD43BAB-1766-4758-B6C4-72A0FC258215}"/>
                </a:ext>
              </a:extLst>
            </p:cNvPr>
            <p:cNvSpPr/>
            <p:nvPr userDrawn="1"/>
          </p:nvSpPr>
          <p:spPr>
            <a:xfrm>
              <a:off x="6748551" y="3034484"/>
              <a:ext cx="500429" cy="748014"/>
            </a:xfrm>
            <a:custGeom>
              <a:avLst/>
              <a:gdLst>
                <a:gd name="connsiteX0" fmla="*/ 73096 w 106691"/>
                <a:gd name="connsiteY0" fmla="*/ 136293 h 159476"/>
                <a:gd name="connsiteX1" fmla="*/ 70911 w 106691"/>
                <a:gd name="connsiteY1" fmla="*/ 136293 h 159476"/>
                <a:gd name="connsiteX2" fmla="*/ 39087 w 106691"/>
                <a:gd name="connsiteY2" fmla="*/ 159497 h 159476"/>
                <a:gd name="connsiteX3" fmla="*/ 0 w 106691"/>
                <a:gd name="connsiteY3" fmla="*/ 104527 h 159476"/>
                <a:gd name="connsiteX4" fmla="*/ 42806 w 106691"/>
                <a:gd name="connsiteY4" fmla="*/ 44244 h 159476"/>
                <a:gd name="connsiteX5" fmla="*/ 70970 w 106691"/>
                <a:gd name="connsiteY5" fmla="*/ 56466 h 159476"/>
                <a:gd name="connsiteX6" fmla="*/ 73155 w 106691"/>
                <a:gd name="connsiteY6" fmla="*/ 56466 h 159476"/>
                <a:gd name="connsiteX7" fmla="*/ 70970 w 106691"/>
                <a:gd name="connsiteY7" fmla="*/ 46665 h 159476"/>
                <a:gd name="connsiteX8" fmla="*/ 70970 w 106691"/>
                <a:gd name="connsiteY8" fmla="*/ 20 h 159476"/>
                <a:gd name="connsiteX9" fmla="*/ 106691 w 106691"/>
                <a:gd name="connsiteY9" fmla="*/ 20 h 159476"/>
                <a:gd name="connsiteX10" fmla="*/ 106691 w 106691"/>
                <a:gd name="connsiteY10" fmla="*/ 157076 h 159476"/>
                <a:gd name="connsiteX11" fmla="*/ 70970 w 106691"/>
                <a:gd name="connsiteY11" fmla="*/ 157076 h 159476"/>
                <a:gd name="connsiteX12" fmla="*/ 73096 w 106691"/>
                <a:gd name="connsiteY12" fmla="*/ 136293 h 159476"/>
                <a:gd name="connsiteX13" fmla="*/ 70852 w 106691"/>
                <a:gd name="connsiteY13" fmla="*/ 78017 h 159476"/>
                <a:gd name="connsiteX14" fmla="*/ 55442 w 106691"/>
                <a:gd name="connsiteY14" fmla="*/ 67448 h 159476"/>
                <a:gd name="connsiteX15" fmla="*/ 37847 w 106691"/>
                <a:gd name="connsiteY15" fmla="*/ 101457 h 159476"/>
                <a:gd name="connsiteX16" fmla="*/ 53729 w 106691"/>
                <a:gd name="connsiteY16" fmla="*/ 130152 h 159476"/>
                <a:gd name="connsiteX17" fmla="*/ 70793 w 106691"/>
                <a:gd name="connsiteY17" fmla="*/ 114683 h 159476"/>
                <a:gd name="connsiteX18" fmla="*/ 70852 w 106691"/>
                <a:gd name="connsiteY18" fmla="*/ 78017 h 159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6691" h="159476">
                  <a:moveTo>
                    <a:pt x="73096" y="136293"/>
                  </a:moveTo>
                  <a:lnTo>
                    <a:pt x="70911" y="136293"/>
                  </a:lnTo>
                  <a:cubicBezTo>
                    <a:pt x="65361" y="150758"/>
                    <a:pt x="53316" y="159497"/>
                    <a:pt x="39087" y="159497"/>
                  </a:cubicBezTo>
                  <a:cubicBezTo>
                    <a:pt x="9978" y="159497"/>
                    <a:pt x="0" y="132219"/>
                    <a:pt x="0" y="104527"/>
                  </a:cubicBezTo>
                  <a:cubicBezTo>
                    <a:pt x="0" y="74769"/>
                    <a:pt x="11691" y="44244"/>
                    <a:pt x="42806" y="44244"/>
                  </a:cubicBezTo>
                  <a:cubicBezTo>
                    <a:pt x="55383" y="44244"/>
                    <a:pt x="61287" y="48318"/>
                    <a:pt x="70970" y="56466"/>
                  </a:cubicBezTo>
                  <a:lnTo>
                    <a:pt x="73155" y="56466"/>
                  </a:lnTo>
                  <a:lnTo>
                    <a:pt x="70970" y="46665"/>
                  </a:lnTo>
                  <a:lnTo>
                    <a:pt x="70970" y="20"/>
                  </a:lnTo>
                  <a:lnTo>
                    <a:pt x="106691" y="20"/>
                  </a:lnTo>
                  <a:lnTo>
                    <a:pt x="106691" y="157076"/>
                  </a:lnTo>
                  <a:lnTo>
                    <a:pt x="70970" y="157076"/>
                  </a:lnTo>
                  <a:lnTo>
                    <a:pt x="73096" y="136293"/>
                  </a:lnTo>
                  <a:close/>
                  <a:moveTo>
                    <a:pt x="70852" y="78017"/>
                  </a:moveTo>
                  <a:cubicBezTo>
                    <a:pt x="67309" y="71935"/>
                    <a:pt x="62114" y="67448"/>
                    <a:pt x="55442" y="67448"/>
                  </a:cubicBezTo>
                  <a:cubicBezTo>
                    <a:pt x="41567" y="67448"/>
                    <a:pt x="37847" y="89825"/>
                    <a:pt x="37847" y="101457"/>
                  </a:cubicBezTo>
                  <a:cubicBezTo>
                    <a:pt x="37847" y="112439"/>
                    <a:pt x="40622" y="130152"/>
                    <a:pt x="53729" y="130152"/>
                  </a:cubicBezTo>
                  <a:cubicBezTo>
                    <a:pt x="62055" y="130152"/>
                    <a:pt x="67428" y="122004"/>
                    <a:pt x="70793" y="114683"/>
                  </a:cubicBezTo>
                  <a:lnTo>
                    <a:pt x="70852" y="78017"/>
                  </a:lnTo>
                  <a:close/>
                </a:path>
              </a:pathLst>
            </a:custGeom>
            <a:solidFill>
              <a:schemeClr val="bg1"/>
            </a:solidFill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grpSp>
          <p:nvGrpSpPr>
            <p:cNvPr id="102" name="Groep 101">
              <a:extLst>
                <a:ext uri="{FF2B5EF4-FFF2-40B4-BE49-F238E27FC236}">
                  <a16:creationId xmlns:a16="http://schemas.microsoft.com/office/drawing/2014/main" id="{4DAB9959-4AD9-47F7-AF86-0CC5D2C86DE2}"/>
                </a:ext>
              </a:extLst>
            </p:cNvPr>
            <p:cNvGrpSpPr/>
            <p:nvPr userDrawn="1"/>
          </p:nvGrpSpPr>
          <p:grpSpPr>
            <a:xfrm>
              <a:off x="5772895" y="4209263"/>
              <a:ext cx="3734258" cy="432305"/>
              <a:chOff x="5620495" y="4056863"/>
              <a:chExt cx="3734258" cy="432305"/>
            </a:xfrm>
            <a:solidFill>
              <a:schemeClr val="bg1"/>
            </a:solidFill>
          </p:grpSpPr>
          <p:sp>
            <p:nvSpPr>
              <p:cNvPr id="103" name="Vrije vorm: vorm 102">
                <a:extLst>
                  <a:ext uri="{FF2B5EF4-FFF2-40B4-BE49-F238E27FC236}">
                    <a16:creationId xmlns:a16="http://schemas.microsoft.com/office/drawing/2014/main" id="{7FDEE32E-6CB0-49B8-BC4F-DDB93D8F5936}"/>
                  </a:ext>
                </a:extLst>
              </p:cNvPr>
              <p:cNvSpPr/>
              <p:nvPr/>
            </p:nvSpPr>
            <p:spPr>
              <a:xfrm>
                <a:off x="5620495" y="4056863"/>
                <a:ext cx="314326" cy="336755"/>
              </a:xfrm>
              <a:custGeom>
                <a:avLst/>
                <a:gdLst>
                  <a:gd name="connsiteX0" fmla="*/ 57331 w 67014"/>
                  <a:gd name="connsiteY0" fmla="*/ 71817 h 71796"/>
                  <a:gd name="connsiteX1" fmla="*/ 57331 w 67014"/>
                  <a:gd name="connsiteY1" fmla="*/ 13541 h 71796"/>
                  <a:gd name="connsiteX2" fmla="*/ 37670 w 67014"/>
                  <a:gd name="connsiteY2" fmla="*/ 67094 h 71796"/>
                  <a:gd name="connsiteX3" fmla="*/ 27809 w 67014"/>
                  <a:gd name="connsiteY3" fmla="*/ 67094 h 71796"/>
                  <a:gd name="connsiteX4" fmla="*/ 8679 w 67014"/>
                  <a:gd name="connsiteY4" fmla="*/ 13423 h 71796"/>
                  <a:gd name="connsiteX5" fmla="*/ 8679 w 67014"/>
                  <a:gd name="connsiteY5" fmla="*/ 71817 h 71796"/>
                  <a:gd name="connsiteX6" fmla="*/ 0 w 67014"/>
                  <a:gd name="connsiteY6" fmla="*/ 71817 h 71796"/>
                  <a:gd name="connsiteX7" fmla="*/ 0 w 67014"/>
                  <a:gd name="connsiteY7" fmla="*/ 20 h 71796"/>
                  <a:gd name="connsiteX8" fmla="*/ 14111 w 67014"/>
                  <a:gd name="connsiteY8" fmla="*/ 20 h 71796"/>
                  <a:gd name="connsiteX9" fmla="*/ 34009 w 67014"/>
                  <a:gd name="connsiteY9" fmla="*/ 55521 h 71796"/>
                  <a:gd name="connsiteX10" fmla="*/ 54438 w 67014"/>
                  <a:gd name="connsiteY10" fmla="*/ 20 h 71796"/>
                  <a:gd name="connsiteX11" fmla="*/ 67014 w 67014"/>
                  <a:gd name="connsiteY11" fmla="*/ 20 h 71796"/>
                  <a:gd name="connsiteX12" fmla="*/ 67014 w 67014"/>
                  <a:gd name="connsiteY12" fmla="*/ 71758 h 71796"/>
                  <a:gd name="connsiteX13" fmla="*/ 57331 w 67014"/>
                  <a:gd name="connsiteY13" fmla="*/ 71817 h 71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7014" h="71796">
                    <a:moveTo>
                      <a:pt x="57331" y="71817"/>
                    </a:moveTo>
                    <a:lnTo>
                      <a:pt x="57331" y="13541"/>
                    </a:lnTo>
                    <a:lnTo>
                      <a:pt x="37670" y="67094"/>
                    </a:lnTo>
                    <a:lnTo>
                      <a:pt x="27809" y="67094"/>
                    </a:lnTo>
                    <a:lnTo>
                      <a:pt x="8679" y="13423"/>
                    </a:lnTo>
                    <a:lnTo>
                      <a:pt x="8679" y="71817"/>
                    </a:lnTo>
                    <a:lnTo>
                      <a:pt x="0" y="71817"/>
                    </a:lnTo>
                    <a:lnTo>
                      <a:pt x="0" y="20"/>
                    </a:lnTo>
                    <a:lnTo>
                      <a:pt x="14111" y="20"/>
                    </a:lnTo>
                    <a:lnTo>
                      <a:pt x="34009" y="55521"/>
                    </a:lnTo>
                    <a:lnTo>
                      <a:pt x="54438" y="20"/>
                    </a:lnTo>
                    <a:lnTo>
                      <a:pt x="67014" y="20"/>
                    </a:lnTo>
                    <a:lnTo>
                      <a:pt x="67014" y="71758"/>
                    </a:lnTo>
                    <a:lnTo>
                      <a:pt x="57331" y="71817"/>
                    </a:ln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04" name="Vrije vorm: vorm 103">
                <a:extLst>
                  <a:ext uri="{FF2B5EF4-FFF2-40B4-BE49-F238E27FC236}">
                    <a16:creationId xmlns:a16="http://schemas.microsoft.com/office/drawing/2014/main" id="{91981E1A-A542-43A0-A26E-FF1AB7120175}"/>
                  </a:ext>
                </a:extLst>
              </p:cNvPr>
              <p:cNvSpPr/>
              <p:nvPr/>
            </p:nvSpPr>
            <p:spPr>
              <a:xfrm>
                <a:off x="6001008" y="4141333"/>
                <a:ext cx="222102" cy="257829"/>
              </a:xfrm>
              <a:custGeom>
                <a:avLst/>
                <a:gdLst>
                  <a:gd name="connsiteX0" fmla="*/ 40090 w 47352"/>
                  <a:gd name="connsiteY0" fmla="*/ 54990 h 54969"/>
                  <a:gd name="connsiteX1" fmla="*/ 31588 w 47352"/>
                  <a:gd name="connsiteY1" fmla="*/ 47137 h 54969"/>
                  <a:gd name="connsiteX2" fmla="*/ 15056 w 47352"/>
                  <a:gd name="connsiteY2" fmla="*/ 54990 h 54969"/>
                  <a:gd name="connsiteX3" fmla="*/ 0 w 47352"/>
                  <a:gd name="connsiteY3" fmla="*/ 40583 h 54969"/>
                  <a:gd name="connsiteX4" fmla="*/ 6554 w 47352"/>
                  <a:gd name="connsiteY4" fmla="*/ 27889 h 54969"/>
                  <a:gd name="connsiteX5" fmla="*/ 30230 w 47352"/>
                  <a:gd name="connsiteY5" fmla="*/ 22752 h 54969"/>
                  <a:gd name="connsiteX6" fmla="*/ 30230 w 47352"/>
                  <a:gd name="connsiteY6" fmla="*/ 16375 h 54969"/>
                  <a:gd name="connsiteX7" fmla="*/ 20901 w 47352"/>
                  <a:gd name="connsiteY7" fmla="*/ 7224 h 54969"/>
                  <a:gd name="connsiteX8" fmla="*/ 4546 w 47352"/>
                  <a:gd name="connsiteY8" fmla="*/ 11829 h 54969"/>
                  <a:gd name="connsiteX9" fmla="*/ 4546 w 47352"/>
                  <a:gd name="connsiteY9" fmla="*/ 3976 h 54969"/>
                  <a:gd name="connsiteX10" fmla="*/ 22377 w 47352"/>
                  <a:gd name="connsiteY10" fmla="*/ 20 h 54969"/>
                  <a:gd name="connsiteX11" fmla="*/ 36607 w 47352"/>
                  <a:gd name="connsiteY11" fmla="*/ 5039 h 54969"/>
                  <a:gd name="connsiteX12" fmla="*/ 39854 w 47352"/>
                  <a:gd name="connsiteY12" fmla="*/ 16316 h 54969"/>
                  <a:gd name="connsiteX13" fmla="*/ 39854 w 47352"/>
                  <a:gd name="connsiteY13" fmla="*/ 40170 h 54969"/>
                  <a:gd name="connsiteX14" fmla="*/ 45109 w 47352"/>
                  <a:gd name="connsiteY14" fmla="*/ 48259 h 54969"/>
                  <a:gd name="connsiteX15" fmla="*/ 46703 w 47352"/>
                  <a:gd name="connsiteY15" fmla="*/ 48141 h 54969"/>
                  <a:gd name="connsiteX16" fmla="*/ 47353 w 47352"/>
                  <a:gd name="connsiteY16" fmla="*/ 53396 h 54969"/>
                  <a:gd name="connsiteX17" fmla="*/ 40090 w 47352"/>
                  <a:gd name="connsiteY17" fmla="*/ 54990 h 54969"/>
                  <a:gd name="connsiteX18" fmla="*/ 30230 w 47352"/>
                  <a:gd name="connsiteY18" fmla="*/ 28302 h 54969"/>
                  <a:gd name="connsiteX19" fmla="*/ 26924 w 47352"/>
                  <a:gd name="connsiteY19" fmla="*/ 28184 h 54969"/>
                  <a:gd name="connsiteX20" fmla="*/ 9506 w 47352"/>
                  <a:gd name="connsiteY20" fmla="*/ 39048 h 54969"/>
                  <a:gd name="connsiteX21" fmla="*/ 17890 w 47352"/>
                  <a:gd name="connsiteY21" fmla="*/ 47255 h 54969"/>
                  <a:gd name="connsiteX22" fmla="*/ 30230 w 47352"/>
                  <a:gd name="connsiteY22" fmla="*/ 42000 h 54969"/>
                  <a:gd name="connsiteX23" fmla="*/ 30230 w 47352"/>
                  <a:gd name="connsiteY23" fmla="*/ 28302 h 54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7352" h="54969">
                    <a:moveTo>
                      <a:pt x="40090" y="54990"/>
                    </a:moveTo>
                    <a:cubicBezTo>
                      <a:pt x="35131" y="54990"/>
                      <a:pt x="32592" y="51506"/>
                      <a:pt x="31588" y="47137"/>
                    </a:cubicBezTo>
                    <a:cubicBezTo>
                      <a:pt x="26865" y="51447"/>
                      <a:pt x="21669" y="54990"/>
                      <a:pt x="15056" y="54990"/>
                    </a:cubicBezTo>
                    <a:cubicBezTo>
                      <a:pt x="6672" y="54990"/>
                      <a:pt x="0" y="49204"/>
                      <a:pt x="0" y="40583"/>
                    </a:cubicBezTo>
                    <a:cubicBezTo>
                      <a:pt x="0" y="35210"/>
                      <a:pt x="2244" y="31018"/>
                      <a:pt x="6554" y="27889"/>
                    </a:cubicBezTo>
                    <a:cubicBezTo>
                      <a:pt x="13462" y="22811"/>
                      <a:pt x="22023" y="22752"/>
                      <a:pt x="30230" y="22752"/>
                    </a:cubicBezTo>
                    <a:lnTo>
                      <a:pt x="30230" y="16375"/>
                    </a:lnTo>
                    <a:cubicBezTo>
                      <a:pt x="30230" y="9940"/>
                      <a:pt x="27219" y="7224"/>
                      <a:pt x="20901" y="7224"/>
                    </a:cubicBezTo>
                    <a:cubicBezTo>
                      <a:pt x="15115" y="7224"/>
                      <a:pt x="9624" y="9290"/>
                      <a:pt x="4546" y="11829"/>
                    </a:cubicBezTo>
                    <a:lnTo>
                      <a:pt x="4546" y="3976"/>
                    </a:lnTo>
                    <a:cubicBezTo>
                      <a:pt x="9919" y="1615"/>
                      <a:pt x="16473" y="20"/>
                      <a:pt x="22377" y="20"/>
                    </a:cubicBezTo>
                    <a:cubicBezTo>
                      <a:pt x="27455" y="20"/>
                      <a:pt x="32946" y="1201"/>
                      <a:pt x="36607" y="5039"/>
                    </a:cubicBezTo>
                    <a:cubicBezTo>
                      <a:pt x="39618" y="8286"/>
                      <a:pt x="39854" y="12124"/>
                      <a:pt x="39854" y="16316"/>
                    </a:cubicBezTo>
                    <a:lnTo>
                      <a:pt x="39854" y="40170"/>
                    </a:lnTo>
                    <a:cubicBezTo>
                      <a:pt x="39854" y="44185"/>
                      <a:pt x="40090" y="48259"/>
                      <a:pt x="45109" y="48259"/>
                    </a:cubicBezTo>
                    <a:cubicBezTo>
                      <a:pt x="45641" y="48259"/>
                      <a:pt x="46172" y="48259"/>
                      <a:pt x="46703" y="48141"/>
                    </a:cubicBezTo>
                    <a:lnTo>
                      <a:pt x="47353" y="53396"/>
                    </a:lnTo>
                    <a:cubicBezTo>
                      <a:pt x="45050" y="54458"/>
                      <a:pt x="42629" y="54990"/>
                      <a:pt x="40090" y="54990"/>
                    </a:cubicBezTo>
                    <a:close/>
                    <a:moveTo>
                      <a:pt x="30230" y="28302"/>
                    </a:moveTo>
                    <a:cubicBezTo>
                      <a:pt x="29167" y="28302"/>
                      <a:pt x="27987" y="28184"/>
                      <a:pt x="26924" y="28184"/>
                    </a:cubicBezTo>
                    <a:cubicBezTo>
                      <a:pt x="20252" y="28184"/>
                      <a:pt x="9506" y="30664"/>
                      <a:pt x="9506" y="39048"/>
                    </a:cubicBezTo>
                    <a:cubicBezTo>
                      <a:pt x="9506" y="43772"/>
                      <a:pt x="13285" y="47255"/>
                      <a:pt x="17890" y="47255"/>
                    </a:cubicBezTo>
                    <a:cubicBezTo>
                      <a:pt x="22496" y="47255"/>
                      <a:pt x="26688" y="44775"/>
                      <a:pt x="30230" y="42000"/>
                    </a:cubicBezTo>
                    <a:lnTo>
                      <a:pt x="30230" y="28302"/>
                    </a:ln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05" name="Vrije vorm: vorm 104">
                <a:extLst>
                  <a:ext uri="{FF2B5EF4-FFF2-40B4-BE49-F238E27FC236}">
                    <a16:creationId xmlns:a16="http://schemas.microsoft.com/office/drawing/2014/main" id="{4276DBBB-72B4-4E66-9A05-7741CE16E460}"/>
                  </a:ext>
                </a:extLst>
              </p:cNvPr>
              <p:cNvSpPr/>
              <p:nvPr/>
            </p:nvSpPr>
            <p:spPr>
              <a:xfrm>
                <a:off x="6279058" y="4141333"/>
                <a:ext cx="136253" cy="252290"/>
              </a:xfrm>
              <a:custGeom>
                <a:avLst/>
                <a:gdLst>
                  <a:gd name="connsiteX0" fmla="*/ 24621 w 29049"/>
                  <a:gd name="connsiteY0" fmla="*/ 8405 h 53788"/>
                  <a:gd name="connsiteX1" fmla="*/ 9565 w 29049"/>
                  <a:gd name="connsiteY1" fmla="*/ 19150 h 53788"/>
                  <a:gd name="connsiteX2" fmla="*/ 9565 w 29049"/>
                  <a:gd name="connsiteY2" fmla="*/ 53809 h 53788"/>
                  <a:gd name="connsiteX3" fmla="*/ 0 w 29049"/>
                  <a:gd name="connsiteY3" fmla="*/ 53809 h 53788"/>
                  <a:gd name="connsiteX4" fmla="*/ 0 w 29049"/>
                  <a:gd name="connsiteY4" fmla="*/ 1201 h 53788"/>
                  <a:gd name="connsiteX5" fmla="*/ 9565 w 29049"/>
                  <a:gd name="connsiteY5" fmla="*/ 1201 h 53788"/>
                  <a:gd name="connsiteX6" fmla="*/ 9565 w 29049"/>
                  <a:gd name="connsiteY6" fmla="*/ 11121 h 53788"/>
                  <a:gd name="connsiteX7" fmla="*/ 26038 w 29049"/>
                  <a:gd name="connsiteY7" fmla="*/ 20 h 53788"/>
                  <a:gd name="connsiteX8" fmla="*/ 29049 w 29049"/>
                  <a:gd name="connsiteY8" fmla="*/ 198 h 53788"/>
                  <a:gd name="connsiteX9" fmla="*/ 29049 w 29049"/>
                  <a:gd name="connsiteY9" fmla="*/ 9113 h 53788"/>
                  <a:gd name="connsiteX10" fmla="*/ 24621 w 29049"/>
                  <a:gd name="connsiteY10" fmla="*/ 8405 h 53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49" h="53788">
                    <a:moveTo>
                      <a:pt x="24621" y="8405"/>
                    </a:moveTo>
                    <a:cubicBezTo>
                      <a:pt x="17536" y="8405"/>
                      <a:pt x="12812" y="13364"/>
                      <a:pt x="9565" y="19150"/>
                    </a:cubicBezTo>
                    <a:lnTo>
                      <a:pt x="9565" y="53809"/>
                    </a:lnTo>
                    <a:lnTo>
                      <a:pt x="0" y="53809"/>
                    </a:lnTo>
                    <a:lnTo>
                      <a:pt x="0" y="1201"/>
                    </a:lnTo>
                    <a:lnTo>
                      <a:pt x="9565" y="1201"/>
                    </a:lnTo>
                    <a:lnTo>
                      <a:pt x="9565" y="11121"/>
                    </a:lnTo>
                    <a:cubicBezTo>
                      <a:pt x="12871" y="4685"/>
                      <a:pt x="18599" y="20"/>
                      <a:pt x="26038" y="20"/>
                    </a:cubicBezTo>
                    <a:cubicBezTo>
                      <a:pt x="26983" y="20"/>
                      <a:pt x="28105" y="20"/>
                      <a:pt x="29049" y="198"/>
                    </a:cubicBezTo>
                    <a:lnTo>
                      <a:pt x="29049" y="9113"/>
                    </a:lnTo>
                    <a:cubicBezTo>
                      <a:pt x="27514" y="8641"/>
                      <a:pt x="26274" y="8405"/>
                      <a:pt x="24621" y="8405"/>
                    </a:cubicBezTo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06" name="Vrije vorm: vorm 105">
                <a:extLst>
                  <a:ext uri="{FF2B5EF4-FFF2-40B4-BE49-F238E27FC236}">
                    <a16:creationId xmlns:a16="http://schemas.microsoft.com/office/drawing/2014/main" id="{24B636AD-F8DE-4848-8D07-AF54488DB149}"/>
                  </a:ext>
                </a:extLst>
              </p:cNvPr>
              <p:cNvSpPr/>
              <p:nvPr/>
            </p:nvSpPr>
            <p:spPr>
              <a:xfrm>
                <a:off x="6469317" y="4057145"/>
                <a:ext cx="44864" cy="336479"/>
              </a:xfrm>
              <a:custGeom>
                <a:avLst/>
                <a:gdLst>
                  <a:gd name="connsiteX0" fmla="*/ 0 w 9565"/>
                  <a:gd name="connsiteY0" fmla="*/ 9585 h 71737"/>
                  <a:gd name="connsiteX1" fmla="*/ 9565 w 9565"/>
                  <a:gd name="connsiteY1" fmla="*/ 9585 h 71737"/>
                  <a:gd name="connsiteX2" fmla="*/ 9565 w 9565"/>
                  <a:gd name="connsiteY2" fmla="*/ 20 h 71737"/>
                  <a:gd name="connsiteX3" fmla="*/ 0 w 9565"/>
                  <a:gd name="connsiteY3" fmla="*/ 20 h 71737"/>
                  <a:gd name="connsiteX4" fmla="*/ 0 w 9565"/>
                  <a:gd name="connsiteY4" fmla="*/ 9585 h 71737"/>
                  <a:gd name="connsiteX5" fmla="*/ 0 w 9565"/>
                  <a:gd name="connsiteY5" fmla="*/ 71758 h 71737"/>
                  <a:gd name="connsiteX6" fmla="*/ 9565 w 9565"/>
                  <a:gd name="connsiteY6" fmla="*/ 71758 h 71737"/>
                  <a:gd name="connsiteX7" fmla="*/ 9565 w 9565"/>
                  <a:gd name="connsiteY7" fmla="*/ 19150 h 71737"/>
                  <a:gd name="connsiteX8" fmla="*/ 0 w 9565"/>
                  <a:gd name="connsiteY8" fmla="*/ 19150 h 71737"/>
                  <a:gd name="connsiteX9" fmla="*/ 0 w 9565"/>
                  <a:gd name="connsiteY9" fmla="*/ 71758 h 71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565" h="71737">
                    <a:moveTo>
                      <a:pt x="0" y="9585"/>
                    </a:moveTo>
                    <a:lnTo>
                      <a:pt x="9565" y="9585"/>
                    </a:lnTo>
                    <a:lnTo>
                      <a:pt x="9565" y="20"/>
                    </a:lnTo>
                    <a:lnTo>
                      <a:pt x="0" y="20"/>
                    </a:lnTo>
                    <a:lnTo>
                      <a:pt x="0" y="9585"/>
                    </a:lnTo>
                    <a:close/>
                    <a:moveTo>
                      <a:pt x="0" y="71758"/>
                    </a:moveTo>
                    <a:lnTo>
                      <a:pt x="9565" y="71758"/>
                    </a:lnTo>
                    <a:lnTo>
                      <a:pt x="9565" y="19150"/>
                    </a:lnTo>
                    <a:lnTo>
                      <a:pt x="0" y="19150"/>
                    </a:lnTo>
                    <a:lnTo>
                      <a:pt x="0" y="71758"/>
                    </a:ln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07" name="Vrije vorm: vorm 106">
                <a:extLst>
                  <a:ext uri="{FF2B5EF4-FFF2-40B4-BE49-F238E27FC236}">
                    <a16:creationId xmlns:a16="http://schemas.microsoft.com/office/drawing/2014/main" id="{131CF3DC-24C3-4121-9F8A-320029DF4A33}"/>
                  </a:ext>
                </a:extLst>
              </p:cNvPr>
              <p:cNvSpPr/>
              <p:nvPr/>
            </p:nvSpPr>
            <p:spPr>
              <a:xfrm>
                <a:off x="6603909" y="4141610"/>
                <a:ext cx="201887" cy="252290"/>
              </a:xfrm>
              <a:custGeom>
                <a:avLst/>
                <a:gdLst>
                  <a:gd name="connsiteX0" fmla="*/ 33478 w 43042"/>
                  <a:gd name="connsiteY0" fmla="*/ 53750 h 53788"/>
                  <a:gd name="connsiteX1" fmla="*/ 33478 w 43042"/>
                  <a:gd name="connsiteY1" fmla="*/ 17084 h 53788"/>
                  <a:gd name="connsiteX2" fmla="*/ 26038 w 43042"/>
                  <a:gd name="connsiteY2" fmla="*/ 8286 h 53788"/>
                  <a:gd name="connsiteX3" fmla="*/ 9565 w 43042"/>
                  <a:gd name="connsiteY3" fmla="*/ 19682 h 53788"/>
                  <a:gd name="connsiteX4" fmla="*/ 9565 w 43042"/>
                  <a:gd name="connsiteY4" fmla="*/ 53809 h 53788"/>
                  <a:gd name="connsiteX5" fmla="*/ 0 w 43042"/>
                  <a:gd name="connsiteY5" fmla="*/ 53809 h 53788"/>
                  <a:gd name="connsiteX6" fmla="*/ 0 w 43042"/>
                  <a:gd name="connsiteY6" fmla="*/ 1201 h 53788"/>
                  <a:gd name="connsiteX7" fmla="*/ 9565 w 43042"/>
                  <a:gd name="connsiteY7" fmla="*/ 1201 h 53788"/>
                  <a:gd name="connsiteX8" fmla="*/ 9565 w 43042"/>
                  <a:gd name="connsiteY8" fmla="*/ 11121 h 53788"/>
                  <a:gd name="connsiteX9" fmla="*/ 27987 w 43042"/>
                  <a:gd name="connsiteY9" fmla="*/ 20 h 53788"/>
                  <a:gd name="connsiteX10" fmla="*/ 43043 w 43042"/>
                  <a:gd name="connsiteY10" fmla="*/ 16080 h 53788"/>
                  <a:gd name="connsiteX11" fmla="*/ 43043 w 43042"/>
                  <a:gd name="connsiteY11" fmla="*/ 53809 h 53788"/>
                  <a:gd name="connsiteX12" fmla="*/ 33478 w 43042"/>
                  <a:gd name="connsiteY12" fmla="*/ 53750 h 53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3042" h="53788">
                    <a:moveTo>
                      <a:pt x="33478" y="53750"/>
                    </a:moveTo>
                    <a:lnTo>
                      <a:pt x="33478" y="17084"/>
                    </a:lnTo>
                    <a:cubicBezTo>
                      <a:pt x="33478" y="12242"/>
                      <a:pt x="31529" y="8286"/>
                      <a:pt x="26038" y="8286"/>
                    </a:cubicBezTo>
                    <a:cubicBezTo>
                      <a:pt x="18481" y="8286"/>
                      <a:pt x="13462" y="13896"/>
                      <a:pt x="9565" y="19682"/>
                    </a:cubicBezTo>
                    <a:lnTo>
                      <a:pt x="9565" y="53809"/>
                    </a:lnTo>
                    <a:lnTo>
                      <a:pt x="0" y="53809"/>
                    </a:lnTo>
                    <a:lnTo>
                      <a:pt x="0" y="1201"/>
                    </a:lnTo>
                    <a:lnTo>
                      <a:pt x="9565" y="1201"/>
                    </a:lnTo>
                    <a:lnTo>
                      <a:pt x="9565" y="11121"/>
                    </a:lnTo>
                    <a:cubicBezTo>
                      <a:pt x="13757" y="4862"/>
                      <a:pt x="20193" y="20"/>
                      <a:pt x="27987" y="20"/>
                    </a:cubicBezTo>
                    <a:cubicBezTo>
                      <a:pt x="37670" y="20"/>
                      <a:pt x="43043" y="6692"/>
                      <a:pt x="43043" y="16080"/>
                    </a:cubicBezTo>
                    <a:lnTo>
                      <a:pt x="43043" y="53809"/>
                    </a:lnTo>
                    <a:lnTo>
                      <a:pt x="33478" y="53750"/>
                    </a:ln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08" name="Vrije vorm: vorm 107">
                <a:extLst>
                  <a:ext uri="{FF2B5EF4-FFF2-40B4-BE49-F238E27FC236}">
                    <a16:creationId xmlns:a16="http://schemas.microsoft.com/office/drawing/2014/main" id="{7A116FE5-0509-464F-A16E-E8F5F73AAB17}"/>
                  </a:ext>
                </a:extLst>
              </p:cNvPr>
              <p:cNvSpPr/>
              <p:nvPr/>
            </p:nvSpPr>
            <p:spPr>
              <a:xfrm>
                <a:off x="6873095" y="4141333"/>
                <a:ext cx="201333" cy="257829"/>
              </a:xfrm>
              <a:custGeom>
                <a:avLst/>
                <a:gdLst>
                  <a:gd name="connsiteX0" fmla="*/ 9683 w 42924"/>
                  <a:gd name="connsiteY0" fmla="*/ 28952 h 54969"/>
                  <a:gd name="connsiteX1" fmla="*/ 28046 w 42924"/>
                  <a:gd name="connsiteY1" fmla="*/ 47786 h 54969"/>
                  <a:gd name="connsiteX2" fmla="*/ 42688 w 42924"/>
                  <a:gd name="connsiteY2" fmla="*/ 44539 h 54969"/>
                  <a:gd name="connsiteX3" fmla="*/ 42688 w 42924"/>
                  <a:gd name="connsiteY3" fmla="*/ 52097 h 54969"/>
                  <a:gd name="connsiteX4" fmla="*/ 26215 w 42924"/>
                  <a:gd name="connsiteY4" fmla="*/ 54990 h 54969"/>
                  <a:gd name="connsiteX5" fmla="*/ 0 w 42924"/>
                  <a:gd name="connsiteY5" fmla="*/ 27357 h 54969"/>
                  <a:gd name="connsiteX6" fmla="*/ 22909 w 42924"/>
                  <a:gd name="connsiteY6" fmla="*/ 20 h 54969"/>
                  <a:gd name="connsiteX7" fmla="*/ 42924 w 42924"/>
                  <a:gd name="connsiteY7" fmla="*/ 26177 h 54969"/>
                  <a:gd name="connsiteX8" fmla="*/ 42924 w 42924"/>
                  <a:gd name="connsiteY8" fmla="*/ 28952 h 54969"/>
                  <a:gd name="connsiteX9" fmla="*/ 9683 w 42924"/>
                  <a:gd name="connsiteY9" fmla="*/ 28952 h 54969"/>
                  <a:gd name="connsiteX10" fmla="*/ 32179 w 42924"/>
                  <a:gd name="connsiteY10" fmla="*/ 13778 h 54969"/>
                  <a:gd name="connsiteX11" fmla="*/ 22377 w 42924"/>
                  <a:gd name="connsiteY11" fmla="*/ 7224 h 54969"/>
                  <a:gd name="connsiteX12" fmla="*/ 10096 w 42924"/>
                  <a:gd name="connsiteY12" fmla="*/ 21866 h 54969"/>
                  <a:gd name="connsiteX13" fmla="*/ 33359 w 42924"/>
                  <a:gd name="connsiteY13" fmla="*/ 21866 h 54969"/>
                  <a:gd name="connsiteX14" fmla="*/ 32179 w 42924"/>
                  <a:gd name="connsiteY14" fmla="*/ 13778 h 54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2924" h="54969">
                    <a:moveTo>
                      <a:pt x="9683" y="28952"/>
                    </a:moveTo>
                    <a:cubicBezTo>
                      <a:pt x="10864" y="40347"/>
                      <a:pt x="15824" y="47786"/>
                      <a:pt x="28046" y="47786"/>
                    </a:cubicBezTo>
                    <a:cubicBezTo>
                      <a:pt x="33300" y="47786"/>
                      <a:pt x="37729" y="46369"/>
                      <a:pt x="42688" y="44539"/>
                    </a:cubicBezTo>
                    <a:lnTo>
                      <a:pt x="42688" y="52097"/>
                    </a:lnTo>
                    <a:cubicBezTo>
                      <a:pt x="37315" y="53573"/>
                      <a:pt x="31824" y="54990"/>
                      <a:pt x="26215" y="54990"/>
                    </a:cubicBezTo>
                    <a:cubicBezTo>
                      <a:pt x="10096" y="54990"/>
                      <a:pt x="0" y="43063"/>
                      <a:pt x="0" y="27357"/>
                    </a:cubicBezTo>
                    <a:cubicBezTo>
                      <a:pt x="0" y="13600"/>
                      <a:pt x="7735" y="20"/>
                      <a:pt x="22909" y="20"/>
                    </a:cubicBezTo>
                    <a:cubicBezTo>
                      <a:pt x="38201" y="20"/>
                      <a:pt x="42924" y="13010"/>
                      <a:pt x="42924" y="26177"/>
                    </a:cubicBezTo>
                    <a:lnTo>
                      <a:pt x="42924" y="28952"/>
                    </a:lnTo>
                    <a:lnTo>
                      <a:pt x="9683" y="28952"/>
                    </a:lnTo>
                    <a:close/>
                    <a:moveTo>
                      <a:pt x="32179" y="13778"/>
                    </a:moveTo>
                    <a:cubicBezTo>
                      <a:pt x="30584" y="9585"/>
                      <a:pt x="26806" y="7224"/>
                      <a:pt x="22377" y="7224"/>
                    </a:cubicBezTo>
                    <a:cubicBezTo>
                      <a:pt x="13639" y="7224"/>
                      <a:pt x="10746" y="14309"/>
                      <a:pt x="10096" y="21866"/>
                    </a:cubicBezTo>
                    <a:lnTo>
                      <a:pt x="33359" y="21866"/>
                    </a:lnTo>
                    <a:cubicBezTo>
                      <a:pt x="33241" y="19150"/>
                      <a:pt x="33123" y="16375"/>
                      <a:pt x="32179" y="13778"/>
                    </a:cubicBez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09" name="Vrije vorm: vorm 108">
                <a:extLst>
                  <a:ext uri="{FF2B5EF4-FFF2-40B4-BE49-F238E27FC236}">
                    <a16:creationId xmlns:a16="http://schemas.microsoft.com/office/drawing/2014/main" id="{A933A7D4-D3AA-4BD0-8052-75798E2486DB}"/>
                  </a:ext>
                </a:extLst>
              </p:cNvPr>
              <p:cNvSpPr/>
              <p:nvPr/>
            </p:nvSpPr>
            <p:spPr>
              <a:xfrm>
                <a:off x="7299584" y="4057145"/>
                <a:ext cx="44864" cy="336479"/>
              </a:xfrm>
              <a:custGeom>
                <a:avLst/>
                <a:gdLst>
                  <a:gd name="connsiteX0" fmla="*/ 0 w 9565"/>
                  <a:gd name="connsiteY0" fmla="*/ 9585 h 71737"/>
                  <a:gd name="connsiteX1" fmla="*/ 9565 w 9565"/>
                  <a:gd name="connsiteY1" fmla="*/ 9585 h 71737"/>
                  <a:gd name="connsiteX2" fmla="*/ 9565 w 9565"/>
                  <a:gd name="connsiteY2" fmla="*/ 20 h 71737"/>
                  <a:gd name="connsiteX3" fmla="*/ 0 w 9565"/>
                  <a:gd name="connsiteY3" fmla="*/ 20 h 71737"/>
                  <a:gd name="connsiteX4" fmla="*/ 0 w 9565"/>
                  <a:gd name="connsiteY4" fmla="*/ 9585 h 71737"/>
                  <a:gd name="connsiteX5" fmla="*/ 0 w 9565"/>
                  <a:gd name="connsiteY5" fmla="*/ 71758 h 71737"/>
                  <a:gd name="connsiteX6" fmla="*/ 9565 w 9565"/>
                  <a:gd name="connsiteY6" fmla="*/ 71758 h 71737"/>
                  <a:gd name="connsiteX7" fmla="*/ 9565 w 9565"/>
                  <a:gd name="connsiteY7" fmla="*/ 19150 h 71737"/>
                  <a:gd name="connsiteX8" fmla="*/ 0 w 9565"/>
                  <a:gd name="connsiteY8" fmla="*/ 19150 h 71737"/>
                  <a:gd name="connsiteX9" fmla="*/ 0 w 9565"/>
                  <a:gd name="connsiteY9" fmla="*/ 71758 h 71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565" h="71737">
                    <a:moveTo>
                      <a:pt x="0" y="9585"/>
                    </a:moveTo>
                    <a:lnTo>
                      <a:pt x="9565" y="9585"/>
                    </a:lnTo>
                    <a:lnTo>
                      <a:pt x="9565" y="20"/>
                    </a:lnTo>
                    <a:lnTo>
                      <a:pt x="0" y="20"/>
                    </a:lnTo>
                    <a:lnTo>
                      <a:pt x="0" y="9585"/>
                    </a:lnTo>
                    <a:close/>
                    <a:moveTo>
                      <a:pt x="0" y="71758"/>
                    </a:moveTo>
                    <a:lnTo>
                      <a:pt x="9565" y="71758"/>
                    </a:lnTo>
                    <a:lnTo>
                      <a:pt x="9565" y="19150"/>
                    </a:lnTo>
                    <a:lnTo>
                      <a:pt x="0" y="19150"/>
                    </a:lnTo>
                    <a:lnTo>
                      <a:pt x="0" y="71758"/>
                    </a:ln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10" name="Vrije vorm: vorm 109">
                <a:extLst>
                  <a:ext uri="{FF2B5EF4-FFF2-40B4-BE49-F238E27FC236}">
                    <a16:creationId xmlns:a16="http://schemas.microsoft.com/office/drawing/2014/main" id="{4FB7A78D-6138-46F6-88DE-1080BFDA2FEF}"/>
                  </a:ext>
                </a:extLst>
              </p:cNvPr>
              <p:cNvSpPr/>
              <p:nvPr/>
            </p:nvSpPr>
            <p:spPr>
              <a:xfrm>
                <a:off x="7434176" y="4141610"/>
                <a:ext cx="201610" cy="252290"/>
              </a:xfrm>
              <a:custGeom>
                <a:avLst/>
                <a:gdLst>
                  <a:gd name="connsiteX0" fmla="*/ 33478 w 42983"/>
                  <a:gd name="connsiteY0" fmla="*/ 53750 h 53788"/>
                  <a:gd name="connsiteX1" fmla="*/ 33478 w 42983"/>
                  <a:gd name="connsiteY1" fmla="*/ 17084 h 53788"/>
                  <a:gd name="connsiteX2" fmla="*/ 26038 w 42983"/>
                  <a:gd name="connsiteY2" fmla="*/ 8286 h 53788"/>
                  <a:gd name="connsiteX3" fmla="*/ 9565 w 42983"/>
                  <a:gd name="connsiteY3" fmla="*/ 19682 h 53788"/>
                  <a:gd name="connsiteX4" fmla="*/ 9565 w 42983"/>
                  <a:gd name="connsiteY4" fmla="*/ 53809 h 53788"/>
                  <a:gd name="connsiteX5" fmla="*/ 0 w 42983"/>
                  <a:gd name="connsiteY5" fmla="*/ 53809 h 53788"/>
                  <a:gd name="connsiteX6" fmla="*/ 0 w 42983"/>
                  <a:gd name="connsiteY6" fmla="*/ 1201 h 53788"/>
                  <a:gd name="connsiteX7" fmla="*/ 9565 w 42983"/>
                  <a:gd name="connsiteY7" fmla="*/ 1201 h 53788"/>
                  <a:gd name="connsiteX8" fmla="*/ 9565 w 42983"/>
                  <a:gd name="connsiteY8" fmla="*/ 11121 h 53788"/>
                  <a:gd name="connsiteX9" fmla="*/ 27927 w 42983"/>
                  <a:gd name="connsiteY9" fmla="*/ 20 h 53788"/>
                  <a:gd name="connsiteX10" fmla="*/ 42984 w 42983"/>
                  <a:gd name="connsiteY10" fmla="*/ 16080 h 53788"/>
                  <a:gd name="connsiteX11" fmla="*/ 42984 w 42983"/>
                  <a:gd name="connsiteY11" fmla="*/ 53809 h 53788"/>
                  <a:gd name="connsiteX12" fmla="*/ 33478 w 42983"/>
                  <a:gd name="connsiteY12" fmla="*/ 53750 h 53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83" h="53788">
                    <a:moveTo>
                      <a:pt x="33478" y="53750"/>
                    </a:moveTo>
                    <a:lnTo>
                      <a:pt x="33478" y="17084"/>
                    </a:lnTo>
                    <a:cubicBezTo>
                      <a:pt x="33478" y="12242"/>
                      <a:pt x="31529" y="8286"/>
                      <a:pt x="26038" y="8286"/>
                    </a:cubicBezTo>
                    <a:cubicBezTo>
                      <a:pt x="18481" y="8286"/>
                      <a:pt x="13462" y="13896"/>
                      <a:pt x="9565" y="19682"/>
                    </a:cubicBezTo>
                    <a:lnTo>
                      <a:pt x="9565" y="53809"/>
                    </a:lnTo>
                    <a:lnTo>
                      <a:pt x="0" y="53809"/>
                    </a:lnTo>
                    <a:lnTo>
                      <a:pt x="0" y="1201"/>
                    </a:lnTo>
                    <a:lnTo>
                      <a:pt x="9565" y="1201"/>
                    </a:lnTo>
                    <a:lnTo>
                      <a:pt x="9565" y="11121"/>
                    </a:lnTo>
                    <a:cubicBezTo>
                      <a:pt x="13757" y="4862"/>
                      <a:pt x="20193" y="20"/>
                      <a:pt x="27927" y="20"/>
                    </a:cubicBezTo>
                    <a:cubicBezTo>
                      <a:pt x="37611" y="20"/>
                      <a:pt x="42984" y="6692"/>
                      <a:pt x="42984" y="16080"/>
                    </a:cubicBezTo>
                    <a:lnTo>
                      <a:pt x="42984" y="53809"/>
                    </a:lnTo>
                    <a:lnTo>
                      <a:pt x="33478" y="53750"/>
                    </a:ln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11" name="Vrije vorm: vorm 110">
                <a:extLst>
                  <a:ext uri="{FF2B5EF4-FFF2-40B4-BE49-F238E27FC236}">
                    <a16:creationId xmlns:a16="http://schemas.microsoft.com/office/drawing/2014/main" id="{BE1DDEEE-975D-4390-A51A-822C549E1C63}"/>
                  </a:ext>
                </a:extLst>
              </p:cNvPr>
              <p:cNvSpPr/>
              <p:nvPr/>
            </p:nvSpPr>
            <p:spPr>
              <a:xfrm>
                <a:off x="7703085" y="4141610"/>
                <a:ext cx="223209" cy="347558"/>
              </a:xfrm>
              <a:custGeom>
                <a:avLst/>
                <a:gdLst>
                  <a:gd name="connsiteX0" fmla="*/ 47589 w 47588"/>
                  <a:gd name="connsiteY0" fmla="*/ 44185 h 74099"/>
                  <a:gd name="connsiteX1" fmla="*/ 42865 w 47588"/>
                  <a:gd name="connsiteY1" fmla="*/ 65618 h 74099"/>
                  <a:gd name="connsiteX2" fmla="*/ 22082 w 47588"/>
                  <a:gd name="connsiteY2" fmla="*/ 74120 h 74099"/>
                  <a:gd name="connsiteX3" fmla="*/ 4428 w 47588"/>
                  <a:gd name="connsiteY3" fmla="*/ 71227 h 74099"/>
                  <a:gd name="connsiteX4" fmla="*/ 5491 w 47588"/>
                  <a:gd name="connsiteY4" fmla="*/ 63020 h 74099"/>
                  <a:gd name="connsiteX5" fmla="*/ 21846 w 47588"/>
                  <a:gd name="connsiteY5" fmla="*/ 66917 h 74099"/>
                  <a:gd name="connsiteX6" fmla="*/ 37965 w 47588"/>
                  <a:gd name="connsiteY6" fmla="*/ 49794 h 74099"/>
                  <a:gd name="connsiteX7" fmla="*/ 37965 w 47588"/>
                  <a:gd name="connsiteY7" fmla="*/ 41528 h 74099"/>
                  <a:gd name="connsiteX8" fmla="*/ 20547 w 47588"/>
                  <a:gd name="connsiteY8" fmla="*/ 52628 h 74099"/>
                  <a:gd name="connsiteX9" fmla="*/ 0 w 47588"/>
                  <a:gd name="connsiteY9" fmla="*/ 27121 h 74099"/>
                  <a:gd name="connsiteX10" fmla="*/ 22791 w 47588"/>
                  <a:gd name="connsiteY10" fmla="*/ 20 h 74099"/>
                  <a:gd name="connsiteX11" fmla="*/ 37965 w 47588"/>
                  <a:gd name="connsiteY11" fmla="*/ 7224 h 74099"/>
                  <a:gd name="connsiteX12" fmla="*/ 37965 w 47588"/>
                  <a:gd name="connsiteY12" fmla="*/ 1201 h 74099"/>
                  <a:gd name="connsiteX13" fmla="*/ 47530 w 47588"/>
                  <a:gd name="connsiteY13" fmla="*/ 1201 h 74099"/>
                  <a:gd name="connsiteX14" fmla="*/ 47589 w 47588"/>
                  <a:gd name="connsiteY14" fmla="*/ 44185 h 74099"/>
                  <a:gd name="connsiteX15" fmla="*/ 38024 w 47588"/>
                  <a:gd name="connsiteY15" fmla="*/ 13718 h 74099"/>
                  <a:gd name="connsiteX16" fmla="*/ 24267 w 47588"/>
                  <a:gd name="connsiteY16" fmla="*/ 7165 h 74099"/>
                  <a:gd name="connsiteX17" fmla="*/ 10155 w 47588"/>
                  <a:gd name="connsiteY17" fmla="*/ 27062 h 74099"/>
                  <a:gd name="connsiteX18" fmla="*/ 22436 w 47588"/>
                  <a:gd name="connsiteY18" fmla="*/ 44185 h 74099"/>
                  <a:gd name="connsiteX19" fmla="*/ 38024 w 47588"/>
                  <a:gd name="connsiteY19" fmla="*/ 35564 h 74099"/>
                  <a:gd name="connsiteX20" fmla="*/ 38024 w 47588"/>
                  <a:gd name="connsiteY20" fmla="*/ 13718 h 7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7588" h="74099">
                    <a:moveTo>
                      <a:pt x="47589" y="44185"/>
                    </a:moveTo>
                    <a:cubicBezTo>
                      <a:pt x="47589" y="51152"/>
                      <a:pt x="47058" y="59654"/>
                      <a:pt x="42865" y="65618"/>
                    </a:cubicBezTo>
                    <a:cubicBezTo>
                      <a:pt x="38319" y="72053"/>
                      <a:pt x="29522" y="74120"/>
                      <a:pt x="22082" y="74120"/>
                    </a:cubicBezTo>
                    <a:cubicBezTo>
                      <a:pt x="16060" y="74120"/>
                      <a:pt x="10155" y="73175"/>
                      <a:pt x="4428" y="71227"/>
                    </a:cubicBezTo>
                    <a:lnTo>
                      <a:pt x="5491" y="63020"/>
                    </a:lnTo>
                    <a:cubicBezTo>
                      <a:pt x="10864" y="65618"/>
                      <a:pt x="15824" y="66917"/>
                      <a:pt x="21846" y="66917"/>
                    </a:cubicBezTo>
                    <a:cubicBezTo>
                      <a:pt x="33359" y="66917"/>
                      <a:pt x="37965" y="60894"/>
                      <a:pt x="37965" y="49794"/>
                    </a:cubicBezTo>
                    <a:lnTo>
                      <a:pt x="37965" y="41528"/>
                    </a:lnTo>
                    <a:cubicBezTo>
                      <a:pt x="34599" y="48436"/>
                      <a:pt x="28164" y="52628"/>
                      <a:pt x="20547" y="52628"/>
                    </a:cubicBezTo>
                    <a:cubicBezTo>
                      <a:pt x="6140" y="52628"/>
                      <a:pt x="0" y="39934"/>
                      <a:pt x="0" y="27121"/>
                    </a:cubicBezTo>
                    <a:cubicBezTo>
                      <a:pt x="0" y="13364"/>
                      <a:pt x="7617" y="20"/>
                      <a:pt x="22791" y="20"/>
                    </a:cubicBezTo>
                    <a:cubicBezTo>
                      <a:pt x="29463" y="20"/>
                      <a:pt x="33655" y="2264"/>
                      <a:pt x="37965" y="7224"/>
                    </a:cubicBezTo>
                    <a:lnTo>
                      <a:pt x="37965" y="1201"/>
                    </a:lnTo>
                    <a:lnTo>
                      <a:pt x="47530" y="1201"/>
                    </a:lnTo>
                    <a:lnTo>
                      <a:pt x="47589" y="44185"/>
                    </a:lnTo>
                    <a:close/>
                    <a:moveTo>
                      <a:pt x="38024" y="13718"/>
                    </a:moveTo>
                    <a:cubicBezTo>
                      <a:pt x="34245" y="9703"/>
                      <a:pt x="29817" y="7165"/>
                      <a:pt x="24267" y="7165"/>
                    </a:cubicBezTo>
                    <a:cubicBezTo>
                      <a:pt x="13285" y="7165"/>
                      <a:pt x="10155" y="18029"/>
                      <a:pt x="10155" y="27062"/>
                    </a:cubicBezTo>
                    <a:cubicBezTo>
                      <a:pt x="10155" y="35269"/>
                      <a:pt x="12517" y="44185"/>
                      <a:pt x="22436" y="44185"/>
                    </a:cubicBezTo>
                    <a:cubicBezTo>
                      <a:pt x="28990" y="44185"/>
                      <a:pt x="33950" y="40288"/>
                      <a:pt x="38024" y="35564"/>
                    </a:cubicBezTo>
                    <a:lnTo>
                      <a:pt x="38024" y="13718"/>
                    </a:ln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12" name="Vrije vorm: vorm 111">
                <a:extLst>
                  <a:ext uri="{FF2B5EF4-FFF2-40B4-BE49-F238E27FC236}">
                    <a16:creationId xmlns:a16="http://schemas.microsoft.com/office/drawing/2014/main" id="{EF8DBB07-F89A-47BC-87E1-24A7AF58A853}"/>
                  </a:ext>
                </a:extLst>
              </p:cNvPr>
              <p:cNvSpPr/>
              <p:nvPr/>
            </p:nvSpPr>
            <p:spPr>
              <a:xfrm>
                <a:off x="7993593" y="4141333"/>
                <a:ext cx="201333" cy="257829"/>
              </a:xfrm>
              <a:custGeom>
                <a:avLst/>
                <a:gdLst>
                  <a:gd name="connsiteX0" fmla="*/ 9683 w 42924"/>
                  <a:gd name="connsiteY0" fmla="*/ 28952 h 54969"/>
                  <a:gd name="connsiteX1" fmla="*/ 28046 w 42924"/>
                  <a:gd name="connsiteY1" fmla="*/ 47786 h 54969"/>
                  <a:gd name="connsiteX2" fmla="*/ 42688 w 42924"/>
                  <a:gd name="connsiteY2" fmla="*/ 44539 h 54969"/>
                  <a:gd name="connsiteX3" fmla="*/ 42688 w 42924"/>
                  <a:gd name="connsiteY3" fmla="*/ 52097 h 54969"/>
                  <a:gd name="connsiteX4" fmla="*/ 26215 w 42924"/>
                  <a:gd name="connsiteY4" fmla="*/ 54990 h 54969"/>
                  <a:gd name="connsiteX5" fmla="*/ 0 w 42924"/>
                  <a:gd name="connsiteY5" fmla="*/ 27357 h 54969"/>
                  <a:gd name="connsiteX6" fmla="*/ 22909 w 42924"/>
                  <a:gd name="connsiteY6" fmla="*/ 20 h 54969"/>
                  <a:gd name="connsiteX7" fmla="*/ 42925 w 42924"/>
                  <a:gd name="connsiteY7" fmla="*/ 26177 h 54969"/>
                  <a:gd name="connsiteX8" fmla="*/ 42925 w 42924"/>
                  <a:gd name="connsiteY8" fmla="*/ 28952 h 54969"/>
                  <a:gd name="connsiteX9" fmla="*/ 9683 w 42924"/>
                  <a:gd name="connsiteY9" fmla="*/ 28952 h 54969"/>
                  <a:gd name="connsiteX10" fmla="*/ 32120 w 42924"/>
                  <a:gd name="connsiteY10" fmla="*/ 13778 h 54969"/>
                  <a:gd name="connsiteX11" fmla="*/ 22377 w 42924"/>
                  <a:gd name="connsiteY11" fmla="*/ 7224 h 54969"/>
                  <a:gd name="connsiteX12" fmla="*/ 10096 w 42924"/>
                  <a:gd name="connsiteY12" fmla="*/ 21866 h 54969"/>
                  <a:gd name="connsiteX13" fmla="*/ 33360 w 42924"/>
                  <a:gd name="connsiteY13" fmla="*/ 21866 h 54969"/>
                  <a:gd name="connsiteX14" fmla="*/ 32120 w 42924"/>
                  <a:gd name="connsiteY14" fmla="*/ 13778 h 54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2924" h="54969">
                    <a:moveTo>
                      <a:pt x="9683" y="28952"/>
                    </a:moveTo>
                    <a:cubicBezTo>
                      <a:pt x="10864" y="40347"/>
                      <a:pt x="15824" y="47786"/>
                      <a:pt x="28046" y="47786"/>
                    </a:cubicBezTo>
                    <a:cubicBezTo>
                      <a:pt x="33300" y="47786"/>
                      <a:pt x="37729" y="46369"/>
                      <a:pt x="42688" y="44539"/>
                    </a:cubicBezTo>
                    <a:lnTo>
                      <a:pt x="42688" y="52097"/>
                    </a:lnTo>
                    <a:cubicBezTo>
                      <a:pt x="37315" y="53573"/>
                      <a:pt x="31824" y="54990"/>
                      <a:pt x="26215" y="54990"/>
                    </a:cubicBezTo>
                    <a:cubicBezTo>
                      <a:pt x="10096" y="54990"/>
                      <a:pt x="0" y="43063"/>
                      <a:pt x="0" y="27357"/>
                    </a:cubicBezTo>
                    <a:cubicBezTo>
                      <a:pt x="0" y="13600"/>
                      <a:pt x="7735" y="20"/>
                      <a:pt x="22909" y="20"/>
                    </a:cubicBezTo>
                    <a:cubicBezTo>
                      <a:pt x="38201" y="20"/>
                      <a:pt x="42925" y="13010"/>
                      <a:pt x="42925" y="26177"/>
                    </a:cubicBezTo>
                    <a:lnTo>
                      <a:pt x="42925" y="28952"/>
                    </a:lnTo>
                    <a:lnTo>
                      <a:pt x="9683" y="28952"/>
                    </a:lnTo>
                    <a:close/>
                    <a:moveTo>
                      <a:pt x="32120" y="13778"/>
                    </a:moveTo>
                    <a:cubicBezTo>
                      <a:pt x="30525" y="9585"/>
                      <a:pt x="26747" y="7224"/>
                      <a:pt x="22377" y="7224"/>
                    </a:cubicBezTo>
                    <a:cubicBezTo>
                      <a:pt x="13639" y="7224"/>
                      <a:pt x="10746" y="14309"/>
                      <a:pt x="10096" y="21866"/>
                    </a:cubicBezTo>
                    <a:lnTo>
                      <a:pt x="33360" y="21866"/>
                    </a:lnTo>
                    <a:cubicBezTo>
                      <a:pt x="33241" y="19150"/>
                      <a:pt x="33123" y="16375"/>
                      <a:pt x="32120" y="13778"/>
                    </a:cubicBez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13" name="Vrije vorm: vorm 112">
                <a:extLst>
                  <a:ext uri="{FF2B5EF4-FFF2-40B4-BE49-F238E27FC236}">
                    <a16:creationId xmlns:a16="http://schemas.microsoft.com/office/drawing/2014/main" id="{FDC3E999-4C04-411C-8E8C-152E9B5CA2E4}"/>
                  </a:ext>
                </a:extLst>
              </p:cNvPr>
              <p:cNvSpPr/>
              <p:nvPr/>
            </p:nvSpPr>
            <p:spPr>
              <a:xfrm>
                <a:off x="8272750" y="4141610"/>
                <a:ext cx="201610" cy="252290"/>
              </a:xfrm>
              <a:custGeom>
                <a:avLst/>
                <a:gdLst>
                  <a:gd name="connsiteX0" fmla="*/ 33419 w 42983"/>
                  <a:gd name="connsiteY0" fmla="*/ 53750 h 53788"/>
                  <a:gd name="connsiteX1" fmla="*/ 33419 w 42983"/>
                  <a:gd name="connsiteY1" fmla="*/ 17084 h 53788"/>
                  <a:gd name="connsiteX2" fmla="*/ 26038 w 42983"/>
                  <a:gd name="connsiteY2" fmla="*/ 8286 h 53788"/>
                  <a:gd name="connsiteX3" fmla="*/ 9565 w 42983"/>
                  <a:gd name="connsiteY3" fmla="*/ 19682 h 53788"/>
                  <a:gd name="connsiteX4" fmla="*/ 9565 w 42983"/>
                  <a:gd name="connsiteY4" fmla="*/ 53809 h 53788"/>
                  <a:gd name="connsiteX5" fmla="*/ 0 w 42983"/>
                  <a:gd name="connsiteY5" fmla="*/ 53809 h 53788"/>
                  <a:gd name="connsiteX6" fmla="*/ 0 w 42983"/>
                  <a:gd name="connsiteY6" fmla="*/ 1201 h 53788"/>
                  <a:gd name="connsiteX7" fmla="*/ 9565 w 42983"/>
                  <a:gd name="connsiteY7" fmla="*/ 1201 h 53788"/>
                  <a:gd name="connsiteX8" fmla="*/ 9565 w 42983"/>
                  <a:gd name="connsiteY8" fmla="*/ 11121 h 53788"/>
                  <a:gd name="connsiteX9" fmla="*/ 27927 w 42983"/>
                  <a:gd name="connsiteY9" fmla="*/ 20 h 53788"/>
                  <a:gd name="connsiteX10" fmla="*/ 42984 w 42983"/>
                  <a:gd name="connsiteY10" fmla="*/ 16080 h 53788"/>
                  <a:gd name="connsiteX11" fmla="*/ 42984 w 42983"/>
                  <a:gd name="connsiteY11" fmla="*/ 53809 h 53788"/>
                  <a:gd name="connsiteX12" fmla="*/ 33419 w 42983"/>
                  <a:gd name="connsiteY12" fmla="*/ 53750 h 53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83" h="53788">
                    <a:moveTo>
                      <a:pt x="33419" y="53750"/>
                    </a:moveTo>
                    <a:lnTo>
                      <a:pt x="33419" y="17084"/>
                    </a:lnTo>
                    <a:cubicBezTo>
                      <a:pt x="33419" y="12242"/>
                      <a:pt x="31470" y="8286"/>
                      <a:pt x="26038" y="8286"/>
                    </a:cubicBezTo>
                    <a:cubicBezTo>
                      <a:pt x="18481" y="8286"/>
                      <a:pt x="13462" y="13896"/>
                      <a:pt x="9565" y="19682"/>
                    </a:cubicBezTo>
                    <a:lnTo>
                      <a:pt x="9565" y="53809"/>
                    </a:lnTo>
                    <a:lnTo>
                      <a:pt x="0" y="53809"/>
                    </a:lnTo>
                    <a:lnTo>
                      <a:pt x="0" y="1201"/>
                    </a:lnTo>
                    <a:lnTo>
                      <a:pt x="9565" y="1201"/>
                    </a:lnTo>
                    <a:lnTo>
                      <a:pt x="9565" y="11121"/>
                    </a:lnTo>
                    <a:cubicBezTo>
                      <a:pt x="13757" y="4862"/>
                      <a:pt x="20193" y="20"/>
                      <a:pt x="27927" y="20"/>
                    </a:cubicBezTo>
                    <a:cubicBezTo>
                      <a:pt x="37611" y="20"/>
                      <a:pt x="42984" y="6692"/>
                      <a:pt x="42984" y="16080"/>
                    </a:cubicBezTo>
                    <a:lnTo>
                      <a:pt x="42984" y="53809"/>
                    </a:lnTo>
                    <a:lnTo>
                      <a:pt x="33419" y="53750"/>
                    </a:ln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14" name="Vrije vorm: vorm 113">
                <a:extLst>
                  <a:ext uri="{FF2B5EF4-FFF2-40B4-BE49-F238E27FC236}">
                    <a16:creationId xmlns:a16="http://schemas.microsoft.com/office/drawing/2014/main" id="{22C4D7CE-AEC4-4091-B501-C2E91615EDFC}"/>
                  </a:ext>
                </a:extLst>
              </p:cNvPr>
              <p:cNvSpPr/>
              <p:nvPr/>
            </p:nvSpPr>
            <p:spPr>
              <a:xfrm>
                <a:off x="8558553" y="4146873"/>
                <a:ext cx="201887" cy="252290"/>
              </a:xfrm>
              <a:custGeom>
                <a:avLst/>
                <a:gdLst>
                  <a:gd name="connsiteX0" fmla="*/ 33418 w 43042"/>
                  <a:gd name="connsiteY0" fmla="*/ 52628 h 53788"/>
                  <a:gd name="connsiteX1" fmla="*/ 33418 w 43042"/>
                  <a:gd name="connsiteY1" fmla="*/ 42709 h 53788"/>
                  <a:gd name="connsiteX2" fmla="*/ 15056 w 43042"/>
                  <a:gd name="connsiteY2" fmla="*/ 53809 h 53788"/>
                  <a:gd name="connsiteX3" fmla="*/ 0 w 43042"/>
                  <a:gd name="connsiteY3" fmla="*/ 37808 h 53788"/>
                  <a:gd name="connsiteX4" fmla="*/ 0 w 43042"/>
                  <a:gd name="connsiteY4" fmla="*/ 20 h 53788"/>
                  <a:gd name="connsiteX5" fmla="*/ 9565 w 43042"/>
                  <a:gd name="connsiteY5" fmla="*/ 20 h 53788"/>
                  <a:gd name="connsiteX6" fmla="*/ 9565 w 43042"/>
                  <a:gd name="connsiteY6" fmla="*/ 36509 h 53788"/>
                  <a:gd name="connsiteX7" fmla="*/ 11513 w 43042"/>
                  <a:gd name="connsiteY7" fmla="*/ 43181 h 53788"/>
                  <a:gd name="connsiteX8" fmla="*/ 17004 w 43042"/>
                  <a:gd name="connsiteY8" fmla="*/ 45661 h 53788"/>
                  <a:gd name="connsiteX9" fmla="*/ 33478 w 43042"/>
                  <a:gd name="connsiteY9" fmla="*/ 34147 h 53788"/>
                  <a:gd name="connsiteX10" fmla="*/ 33478 w 43042"/>
                  <a:gd name="connsiteY10" fmla="*/ 20 h 53788"/>
                  <a:gd name="connsiteX11" fmla="*/ 43043 w 43042"/>
                  <a:gd name="connsiteY11" fmla="*/ 20 h 53788"/>
                  <a:gd name="connsiteX12" fmla="*/ 43043 w 43042"/>
                  <a:gd name="connsiteY12" fmla="*/ 52628 h 53788"/>
                  <a:gd name="connsiteX13" fmla="*/ 33418 w 43042"/>
                  <a:gd name="connsiteY13" fmla="*/ 52628 h 53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042" h="53788">
                    <a:moveTo>
                      <a:pt x="33418" y="52628"/>
                    </a:moveTo>
                    <a:lnTo>
                      <a:pt x="33418" y="42709"/>
                    </a:lnTo>
                    <a:cubicBezTo>
                      <a:pt x="29226" y="48967"/>
                      <a:pt x="22850" y="53809"/>
                      <a:pt x="15056" y="53809"/>
                    </a:cubicBezTo>
                    <a:cubicBezTo>
                      <a:pt x="5491" y="53809"/>
                      <a:pt x="0" y="47019"/>
                      <a:pt x="0" y="37808"/>
                    </a:cubicBezTo>
                    <a:lnTo>
                      <a:pt x="0" y="20"/>
                    </a:lnTo>
                    <a:lnTo>
                      <a:pt x="9565" y="20"/>
                    </a:lnTo>
                    <a:lnTo>
                      <a:pt x="9565" y="36509"/>
                    </a:lnTo>
                    <a:cubicBezTo>
                      <a:pt x="9565" y="38989"/>
                      <a:pt x="9801" y="41233"/>
                      <a:pt x="11513" y="43181"/>
                    </a:cubicBezTo>
                    <a:cubicBezTo>
                      <a:pt x="12871" y="44657"/>
                      <a:pt x="14938" y="45661"/>
                      <a:pt x="17004" y="45661"/>
                    </a:cubicBezTo>
                    <a:cubicBezTo>
                      <a:pt x="24326" y="45661"/>
                      <a:pt x="29699" y="39757"/>
                      <a:pt x="33478" y="34147"/>
                    </a:cubicBezTo>
                    <a:lnTo>
                      <a:pt x="33478" y="20"/>
                    </a:lnTo>
                    <a:lnTo>
                      <a:pt x="43043" y="20"/>
                    </a:lnTo>
                    <a:lnTo>
                      <a:pt x="43043" y="52628"/>
                    </a:lnTo>
                    <a:lnTo>
                      <a:pt x="33418" y="52628"/>
                    </a:ln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15" name="Vrije vorm: vorm 114">
                <a:extLst>
                  <a:ext uri="{FF2B5EF4-FFF2-40B4-BE49-F238E27FC236}">
                    <a16:creationId xmlns:a16="http://schemas.microsoft.com/office/drawing/2014/main" id="{650535B1-8E88-4BC3-8CC6-7F7C93D26CEF}"/>
                  </a:ext>
                </a:extLst>
              </p:cNvPr>
              <p:cNvSpPr/>
              <p:nvPr/>
            </p:nvSpPr>
            <p:spPr>
              <a:xfrm>
                <a:off x="8850173" y="4057145"/>
                <a:ext cx="44864" cy="336479"/>
              </a:xfrm>
              <a:custGeom>
                <a:avLst/>
                <a:gdLst>
                  <a:gd name="connsiteX0" fmla="*/ 0 w 9565"/>
                  <a:gd name="connsiteY0" fmla="*/ 9585 h 71737"/>
                  <a:gd name="connsiteX1" fmla="*/ 9565 w 9565"/>
                  <a:gd name="connsiteY1" fmla="*/ 9585 h 71737"/>
                  <a:gd name="connsiteX2" fmla="*/ 9565 w 9565"/>
                  <a:gd name="connsiteY2" fmla="*/ 20 h 71737"/>
                  <a:gd name="connsiteX3" fmla="*/ 0 w 9565"/>
                  <a:gd name="connsiteY3" fmla="*/ 20 h 71737"/>
                  <a:gd name="connsiteX4" fmla="*/ 0 w 9565"/>
                  <a:gd name="connsiteY4" fmla="*/ 9585 h 71737"/>
                  <a:gd name="connsiteX5" fmla="*/ 0 w 9565"/>
                  <a:gd name="connsiteY5" fmla="*/ 71758 h 71737"/>
                  <a:gd name="connsiteX6" fmla="*/ 9565 w 9565"/>
                  <a:gd name="connsiteY6" fmla="*/ 71758 h 71737"/>
                  <a:gd name="connsiteX7" fmla="*/ 9565 w 9565"/>
                  <a:gd name="connsiteY7" fmla="*/ 19150 h 71737"/>
                  <a:gd name="connsiteX8" fmla="*/ 0 w 9565"/>
                  <a:gd name="connsiteY8" fmla="*/ 19150 h 71737"/>
                  <a:gd name="connsiteX9" fmla="*/ 0 w 9565"/>
                  <a:gd name="connsiteY9" fmla="*/ 71758 h 71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565" h="71737">
                    <a:moveTo>
                      <a:pt x="0" y="9585"/>
                    </a:moveTo>
                    <a:lnTo>
                      <a:pt x="9565" y="9585"/>
                    </a:lnTo>
                    <a:lnTo>
                      <a:pt x="9565" y="20"/>
                    </a:lnTo>
                    <a:lnTo>
                      <a:pt x="0" y="20"/>
                    </a:lnTo>
                    <a:lnTo>
                      <a:pt x="0" y="9585"/>
                    </a:lnTo>
                    <a:close/>
                    <a:moveTo>
                      <a:pt x="0" y="71758"/>
                    </a:moveTo>
                    <a:lnTo>
                      <a:pt x="9565" y="71758"/>
                    </a:lnTo>
                    <a:lnTo>
                      <a:pt x="9565" y="19150"/>
                    </a:lnTo>
                    <a:lnTo>
                      <a:pt x="0" y="19150"/>
                    </a:lnTo>
                    <a:lnTo>
                      <a:pt x="0" y="71758"/>
                    </a:ln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16" name="Vrije vorm: vorm 115">
                <a:extLst>
                  <a:ext uri="{FF2B5EF4-FFF2-40B4-BE49-F238E27FC236}">
                    <a16:creationId xmlns:a16="http://schemas.microsoft.com/office/drawing/2014/main" id="{13646DC8-F507-442C-806E-AAD973BB597D}"/>
                  </a:ext>
                </a:extLst>
              </p:cNvPr>
              <p:cNvSpPr/>
              <p:nvPr/>
            </p:nvSpPr>
            <p:spPr>
              <a:xfrm>
                <a:off x="8955685" y="4097853"/>
                <a:ext cx="140127" cy="301310"/>
              </a:xfrm>
              <a:custGeom>
                <a:avLst/>
                <a:gdLst>
                  <a:gd name="connsiteX0" fmla="*/ 16119 w 29875"/>
                  <a:gd name="connsiteY0" fmla="*/ 17674 h 64239"/>
                  <a:gd name="connsiteX1" fmla="*/ 16119 w 29875"/>
                  <a:gd name="connsiteY1" fmla="*/ 46842 h 64239"/>
                  <a:gd name="connsiteX2" fmla="*/ 25034 w 29875"/>
                  <a:gd name="connsiteY2" fmla="*/ 57174 h 64239"/>
                  <a:gd name="connsiteX3" fmla="*/ 29640 w 29875"/>
                  <a:gd name="connsiteY3" fmla="*/ 56525 h 64239"/>
                  <a:gd name="connsiteX4" fmla="*/ 29640 w 29875"/>
                  <a:gd name="connsiteY4" fmla="*/ 63079 h 64239"/>
                  <a:gd name="connsiteX5" fmla="*/ 22023 w 29875"/>
                  <a:gd name="connsiteY5" fmla="*/ 64260 h 64239"/>
                  <a:gd name="connsiteX6" fmla="*/ 6554 w 29875"/>
                  <a:gd name="connsiteY6" fmla="*/ 48554 h 64239"/>
                  <a:gd name="connsiteX7" fmla="*/ 6554 w 29875"/>
                  <a:gd name="connsiteY7" fmla="*/ 17674 h 64239"/>
                  <a:gd name="connsiteX8" fmla="*/ 0 w 29875"/>
                  <a:gd name="connsiteY8" fmla="*/ 17674 h 64239"/>
                  <a:gd name="connsiteX9" fmla="*/ 0 w 29875"/>
                  <a:gd name="connsiteY9" fmla="*/ 10471 h 64239"/>
                  <a:gd name="connsiteX10" fmla="*/ 6554 w 29875"/>
                  <a:gd name="connsiteY10" fmla="*/ 10471 h 64239"/>
                  <a:gd name="connsiteX11" fmla="*/ 6554 w 29875"/>
                  <a:gd name="connsiteY11" fmla="*/ 906 h 64239"/>
                  <a:gd name="connsiteX12" fmla="*/ 16119 w 29875"/>
                  <a:gd name="connsiteY12" fmla="*/ 20 h 64239"/>
                  <a:gd name="connsiteX13" fmla="*/ 16119 w 29875"/>
                  <a:gd name="connsiteY13" fmla="*/ 10471 h 64239"/>
                  <a:gd name="connsiteX14" fmla="*/ 29876 w 29875"/>
                  <a:gd name="connsiteY14" fmla="*/ 10471 h 64239"/>
                  <a:gd name="connsiteX15" fmla="*/ 29876 w 29875"/>
                  <a:gd name="connsiteY15" fmla="*/ 17674 h 64239"/>
                  <a:gd name="connsiteX16" fmla="*/ 16119 w 29875"/>
                  <a:gd name="connsiteY16" fmla="*/ 17674 h 64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9875" h="64239">
                    <a:moveTo>
                      <a:pt x="16119" y="17674"/>
                    </a:moveTo>
                    <a:lnTo>
                      <a:pt x="16119" y="46842"/>
                    </a:lnTo>
                    <a:cubicBezTo>
                      <a:pt x="16119" y="53218"/>
                      <a:pt x="18185" y="57174"/>
                      <a:pt x="25034" y="57174"/>
                    </a:cubicBezTo>
                    <a:cubicBezTo>
                      <a:pt x="26629" y="57174"/>
                      <a:pt x="28164" y="56938"/>
                      <a:pt x="29640" y="56525"/>
                    </a:cubicBezTo>
                    <a:lnTo>
                      <a:pt x="29640" y="63079"/>
                    </a:lnTo>
                    <a:cubicBezTo>
                      <a:pt x="27160" y="63728"/>
                      <a:pt x="24562" y="64260"/>
                      <a:pt x="22023" y="64260"/>
                    </a:cubicBezTo>
                    <a:cubicBezTo>
                      <a:pt x="12222" y="64260"/>
                      <a:pt x="6554" y="58237"/>
                      <a:pt x="6554" y="48554"/>
                    </a:cubicBezTo>
                    <a:lnTo>
                      <a:pt x="6554" y="17674"/>
                    </a:lnTo>
                    <a:lnTo>
                      <a:pt x="0" y="17674"/>
                    </a:lnTo>
                    <a:lnTo>
                      <a:pt x="0" y="10471"/>
                    </a:lnTo>
                    <a:lnTo>
                      <a:pt x="6554" y="10471"/>
                    </a:lnTo>
                    <a:lnTo>
                      <a:pt x="6554" y="906"/>
                    </a:lnTo>
                    <a:lnTo>
                      <a:pt x="16119" y="20"/>
                    </a:lnTo>
                    <a:lnTo>
                      <a:pt x="16119" y="10471"/>
                    </a:lnTo>
                    <a:lnTo>
                      <a:pt x="29876" y="10471"/>
                    </a:lnTo>
                    <a:lnTo>
                      <a:pt x="29876" y="17674"/>
                    </a:lnTo>
                    <a:lnTo>
                      <a:pt x="16119" y="17674"/>
                    </a:ln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17" name="Vrije vorm: vorm 116">
                <a:extLst>
                  <a:ext uri="{FF2B5EF4-FFF2-40B4-BE49-F238E27FC236}">
                    <a16:creationId xmlns:a16="http://schemas.microsoft.com/office/drawing/2014/main" id="{99318BE6-2180-48B1-A75F-786AFFD72358}"/>
                  </a:ext>
                </a:extLst>
              </p:cNvPr>
              <p:cNvSpPr/>
              <p:nvPr/>
            </p:nvSpPr>
            <p:spPr>
              <a:xfrm>
                <a:off x="9117416" y="4146873"/>
                <a:ext cx="237337" cy="336479"/>
              </a:xfrm>
              <a:custGeom>
                <a:avLst/>
                <a:gdLst>
                  <a:gd name="connsiteX0" fmla="*/ 21728 w 50600"/>
                  <a:gd name="connsiteY0" fmla="*/ 71758 h 71737"/>
                  <a:gd name="connsiteX1" fmla="*/ 11868 w 50600"/>
                  <a:gd name="connsiteY1" fmla="*/ 71758 h 71737"/>
                  <a:gd name="connsiteX2" fmla="*/ 20429 w 50600"/>
                  <a:gd name="connsiteY2" fmla="*/ 52628 h 71737"/>
                  <a:gd name="connsiteX3" fmla="*/ 0 w 50600"/>
                  <a:gd name="connsiteY3" fmla="*/ 20 h 71737"/>
                  <a:gd name="connsiteX4" fmla="*/ 10333 w 50600"/>
                  <a:gd name="connsiteY4" fmla="*/ 20 h 71737"/>
                  <a:gd name="connsiteX5" fmla="*/ 25389 w 50600"/>
                  <a:gd name="connsiteY5" fmla="*/ 39579 h 71737"/>
                  <a:gd name="connsiteX6" fmla="*/ 41448 w 50600"/>
                  <a:gd name="connsiteY6" fmla="*/ 20 h 71737"/>
                  <a:gd name="connsiteX7" fmla="*/ 50600 w 50600"/>
                  <a:gd name="connsiteY7" fmla="*/ 20 h 71737"/>
                  <a:gd name="connsiteX8" fmla="*/ 21728 w 50600"/>
                  <a:gd name="connsiteY8" fmla="*/ 71758 h 71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600" h="71737">
                    <a:moveTo>
                      <a:pt x="21728" y="71758"/>
                    </a:moveTo>
                    <a:lnTo>
                      <a:pt x="11868" y="71758"/>
                    </a:lnTo>
                    <a:lnTo>
                      <a:pt x="20429" y="52628"/>
                    </a:lnTo>
                    <a:lnTo>
                      <a:pt x="0" y="20"/>
                    </a:lnTo>
                    <a:lnTo>
                      <a:pt x="10333" y="20"/>
                    </a:lnTo>
                    <a:lnTo>
                      <a:pt x="25389" y="39579"/>
                    </a:lnTo>
                    <a:lnTo>
                      <a:pt x="41448" y="20"/>
                    </a:lnTo>
                    <a:lnTo>
                      <a:pt x="50600" y="20"/>
                    </a:lnTo>
                    <a:lnTo>
                      <a:pt x="21728" y="71758"/>
                    </a:ln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17897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decel="10000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0" presetClass="entr" presetSubtype="0" decel="10000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hthoek 79">
            <a:extLst>
              <a:ext uri="{FF2B5EF4-FFF2-40B4-BE49-F238E27FC236}">
                <a16:creationId xmlns:a16="http://schemas.microsoft.com/office/drawing/2014/main" id="{AF5D0CD7-F3E1-42DE-ABE8-2399214DA1DF}"/>
              </a:ext>
            </a:extLst>
          </p:cNvPr>
          <p:cNvSpPr/>
          <p:nvPr userDrawn="1"/>
        </p:nvSpPr>
        <p:spPr>
          <a:xfrm>
            <a:off x="0" y="-1"/>
            <a:ext cx="12192000" cy="68577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165" name="Tijdelijke aanduiding voor afbeelding 164">
            <a:extLst>
              <a:ext uri="{FF2B5EF4-FFF2-40B4-BE49-F238E27FC236}">
                <a16:creationId xmlns:a16="http://schemas.microsoft.com/office/drawing/2014/main" id="{18A0ADAB-260E-4F7F-B226-D36E3ADA4E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1"/>
          </a:xfrm>
          <a:custGeom>
            <a:avLst/>
            <a:gdLst>
              <a:gd name="connsiteX0" fmla="*/ 0 w 11663361"/>
              <a:gd name="connsiteY0" fmla="*/ 0 h 6300788"/>
              <a:gd name="connsiteX1" fmla="*/ 11663361 w 11663361"/>
              <a:gd name="connsiteY1" fmla="*/ 0 h 6300788"/>
              <a:gd name="connsiteX2" fmla="*/ 11663361 w 11663361"/>
              <a:gd name="connsiteY2" fmla="*/ 6300788 h 6300788"/>
              <a:gd name="connsiteX3" fmla="*/ 0 w 11663361"/>
              <a:gd name="connsiteY3" fmla="*/ 6300788 h 6300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63361" h="6300788">
                <a:moveTo>
                  <a:pt x="0" y="0"/>
                </a:moveTo>
                <a:lnTo>
                  <a:pt x="11663361" y="0"/>
                </a:lnTo>
                <a:lnTo>
                  <a:pt x="11663361" y="6300788"/>
                </a:lnTo>
                <a:lnTo>
                  <a:pt x="0" y="630078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0" bIns="900000" anchor="ctr" anchorCtr="0">
            <a:noAutofit/>
          </a:bodyPr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or drag an image into the field </a:t>
            </a:r>
            <a:br>
              <a:rPr lang="en-GB" dirty="0"/>
            </a:br>
            <a:r>
              <a:rPr lang="en-GB" dirty="0"/>
              <a:t>to add an image to your </a:t>
            </a:r>
            <a:r>
              <a:rPr lang="en-GB" dirty="0" err="1"/>
              <a:t>titleslide</a:t>
            </a:r>
            <a:endParaRPr lang="en-GB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71DEDF-37F1-4689-8FA1-5E743C7DD6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8638" y="4030266"/>
            <a:ext cx="4629717" cy="1866144"/>
          </a:xfrm>
          <a:gradFill flip="none" rotWithShape="1">
            <a:gsLst>
              <a:gs pos="0">
                <a:schemeClr val="accent3">
                  <a:lumMod val="20000"/>
                  <a:lumOff val="80000"/>
                  <a:alpha val="70000"/>
                </a:schemeClr>
              </a:gs>
              <a:gs pos="100000">
                <a:schemeClr val="accent3">
                  <a:lumMod val="20000"/>
                  <a:lumOff val="80000"/>
                  <a:alpha val="40000"/>
                </a:schemeClr>
              </a:gs>
            </a:gsLst>
            <a:lin ang="0" scaled="1"/>
            <a:tileRect/>
          </a:gradFill>
        </p:spPr>
        <p:txBody>
          <a:bodyPr wrap="none" lIns="576000" tIns="360000" rIns="540000" bIns="720000" anchor="b">
            <a:spAutoFit/>
          </a:bodyPr>
          <a:lstStyle>
            <a:lvl1pPr algn="l">
              <a:lnSpc>
                <a:spcPct val="90000"/>
              </a:lnSpc>
              <a:defRPr sz="28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 dirty="0"/>
              <a:t>Place title of your</a:t>
            </a:r>
            <a:br>
              <a:rPr lang="en-GB" noProof="0" dirty="0"/>
            </a:br>
            <a:r>
              <a:rPr lang="en-GB" noProof="0" dirty="0"/>
              <a:t>presentation here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D1BBC6E-F9BF-4357-8F2F-8FFB4D000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07403" y="6999187"/>
            <a:ext cx="284597" cy="151790"/>
          </a:xfrm>
        </p:spPr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 dirty="0"/>
          </a:p>
        </p:txBody>
      </p:sp>
      <p:sp>
        <p:nvSpPr>
          <p:cNvPr id="153" name="Rechthoek: afgeronde hoeken 152">
            <a:extLst>
              <a:ext uri="{FF2B5EF4-FFF2-40B4-BE49-F238E27FC236}">
                <a16:creationId xmlns:a16="http://schemas.microsoft.com/office/drawing/2014/main" id="{04DCB358-EC45-48FD-9789-347E99293A99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TITLE SLIDE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A18CD7-32A7-41E4-9DF7-7259FA2187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0153" y="5242749"/>
            <a:ext cx="3442797" cy="267337"/>
          </a:xfrm>
        </p:spPr>
        <p:txBody>
          <a:bodyPr wrap="none" anchor="t"/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Name | Place | Version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EEA2768-3B92-4FC5-8ED3-7B1C505E87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638" y="5896410"/>
            <a:ext cx="1461317" cy="288147"/>
          </a:xfrm>
          <a:prstGeom prst="rect">
            <a:avLst/>
          </a:prstGeom>
          <a:solidFill>
            <a:schemeClr val="accent2"/>
          </a:solidFill>
        </p:spPr>
        <p:txBody>
          <a:bodyPr wrap="none" lIns="180000" tIns="36000" rIns="180000" bIns="36000" anchor="ctr" anchorCtr="0">
            <a:spAutoFit/>
          </a:bodyPr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3E0E730D-53E8-4823-9F8A-75D16E3753FF}" type="datetime4">
              <a:rPr lang="en-GB" smtClean="0"/>
              <a:pPr/>
              <a:t>15 April 2026</a:t>
            </a:fld>
            <a:endParaRPr lang="en-GB" dirty="0"/>
          </a:p>
        </p:txBody>
      </p:sp>
      <p:sp>
        <p:nvSpPr>
          <p:cNvPr id="160" name="Tijdelijke aanduiding voor tekst 168">
            <a:extLst>
              <a:ext uri="{FF2B5EF4-FFF2-40B4-BE49-F238E27FC236}">
                <a16:creationId xmlns:a16="http://schemas.microsoft.com/office/drawing/2014/main" id="{686875E1-549D-414B-86D9-D038E188DCE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975851" y="368300"/>
            <a:ext cx="1692594" cy="537930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446" r="446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</a:p>
        </p:txBody>
      </p:sp>
      <p:grpSp>
        <p:nvGrpSpPr>
          <p:cNvPr id="164" name="INSTRUCTION">
            <a:extLst>
              <a:ext uri="{FF2B5EF4-FFF2-40B4-BE49-F238E27FC236}">
                <a16:creationId xmlns:a16="http://schemas.microsoft.com/office/drawing/2014/main" id="{DFDEA894-C8DA-422F-BAAC-B2B54E8A7B07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166" name="Rechthoek 165">
              <a:extLst>
                <a:ext uri="{FF2B5EF4-FFF2-40B4-BE49-F238E27FC236}">
                  <a16:creationId xmlns:a16="http://schemas.microsoft.com/office/drawing/2014/main" id="{06BC074B-36E2-4C27-8C0C-CADE8BE0227C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68" name="Rechthoek 167">
              <a:extLst>
                <a:ext uri="{FF2B5EF4-FFF2-40B4-BE49-F238E27FC236}">
                  <a16:creationId xmlns:a16="http://schemas.microsoft.com/office/drawing/2014/main" id="{06EECF4E-F7FC-4082-AD43-645C698B24B2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70" name="Ovaal 169">
              <a:extLst>
                <a:ext uri="{FF2B5EF4-FFF2-40B4-BE49-F238E27FC236}">
                  <a16:creationId xmlns:a16="http://schemas.microsoft.com/office/drawing/2014/main" id="{CB246701-1BA7-4B7F-8DCB-A253C79D6423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71" name="Rechthoek 170">
              <a:extLst>
                <a:ext uri="{FF2B5EF4-FFF2-40B4-BE49-F238E27FC236}">
                  <a16:creationId xmlns:a16="http://schemas.microsoft.com/office/drawing/2014/main" id="{26ED7E1E-791C-4CB8-8E2C-3CA9CA5C59F6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73" name="Groep 172">
              <a:extLst>
                <a:ext uri="{FF2B5EF4-FFF2-40B4-BE49-F238E27FC236}">
                  <a16:creationId xmlns:a16="http://schemas.microsoft.com/office/drawing/2014/main" id="{5A129BA4-7938-4E53-BB51-60BC8D5355D3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222" name="Rechthoek 221">
                <a:extLst>
                  <a:ext uri="{FF2B5EF4-FFF2-40B4-BE49-F238E27FC236}">
                    <a16:creationId xmlns:a16="http://schemas.microsoft.com/office/drawing/2014/main" id="{7093D58D-EE6C-48B5-BC9D-BAD6D6F1A54F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3" name="Ovaal 222">
                <a:extLst>
                  <a:ext uri="{FF2B5EF4-FFF2-40B4-BE49-F238E27FC236}">
                    <a16:creationId xmlns:a16="http://schemas.microsoft.com/office/drawing/2014/main" id="{89C8C157-5DC1-4BFD-8CBF-2EA63F9EB3DF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4" name="Vrije vorm: vorm 223">
                <a:extLst>
                  <a:ext uri="{FF2B5EF4-FFF2-40B4-BE49-F238E27FC236}">
                    <a16:creationId xmlns:a16="http://schemas.microsoft.com/office/drawing/2014/main" id="{AC34CE10-904A-4C80-AFB3-CC112D508D9E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5" name="Rechthoek: afgeronde hoeken 224">
                <a:extLst>
                  <a:ext uri="{FF2B5EF4-FFF2-40B4-BE49-F238E27FC236}">
                    <a16:creationId xmlns:a16="http://schemas.microsoft.com/office/drawing/2014/main" id="{F6FAA2F1-F9AA-4151-9D12-410AEF948B7B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26" name="Rechte verbindingslijn 225">
                <a:extLst>
                  <a:ext uri="{FF2B5EF4-FFF2-40B4-BE49-F238E27FC236}">
                    <a16:creationId xmlns:a16="http://schemas.microsoft.com/office/drawing/2014/main" id="{94AE58E9-A2BF-4F44-865A-C3433B3858D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7" name="Rechte verbindingslijn 226">
                <a:extLst>
                  <a:ext uri="{FF2B5EF4-FFF2-40B4-BE49-F238E27FC236}">
                    <a16:creationId xmlns:a16="http://schemas.microsoft.com/office/drawing/2014/main" id="{6D7AE2B1-841D-4B63-887F-6A376CC48276}"/>
                  </a:ext>
                </a:extLst>
              </p:cNvPr>
              <p:cNvCxnSpPr>
                <a:cxnSpLocks/>
                <a:stCxn id="225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75" name="Ovaal 174">
              <a:extLst>
                <a:ext uri="{FF2B5EF4-FFF2-40B4-BE49-F238E27FC236}">
                  <a16:creationId xmlns:a16="http://schemas.microsoft.com/office/drawing/2014/main" id="{2DE818DE-0356-4DB8-8106-8E9ABDA2AF54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76" name="Rechthoek 175">
              <a:extLst>
                <a:ext uri="{FF2B5EF4-FFF2-40B4-BE49-F238E27FC236}">
                  <a16:creationId xmlns:a16="http://schemas.microsoft.com/office/drawing/2014/main" id="{62089B9D-5D26-43D8-B709-0A0CD2F61BE0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79" name="Groep 178">
              <a:extLst>
                <a:ext uri="{FF2B5EF4-FFF2-40B4-BE49-F238E27FC236}">
                  <a16:creationId xmlns:a16="http://schemas.microsoft.com/office/drawing/2014/main" id="{3EDEC7E9-6FB3-4D9D-AA26-1F069A9A1677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219" name="Rechthoek 218">
                <a:extLst>
                  <a:ext uri="{FF2B5EF4-FFF2-40B4-BE49-F238E27FC236}">
                    <a16:creationId xmlns:a16="http://schemas.microsoft.com/office/drawing/2014/main" id="{65562621-0120-4010-B5B3-0BB555C5C97C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220" name="Rechte verbindingslijn 219">
                <a:extLst>
                  <a:ext uri="{FF2B5EF4-FFF2-40B4-BE49-F238E27FC236}">
                    <a16:creationId xmlns:a16="http://schemas.microsoft.com/office/drawing/2014/main" id="{8D136DD1-CB67-434A-8EC0-2D7577B39562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221" name="Gelijkbenige driehoek 220">
                <a:extLst>
                  <a:ext uri="{FF2B5EF4-FFF2-40B4-BE49-F238E27FC236}">
                    <a16:creationId xmlns:a16="http://schemas.microsoft.com/office/drawing/2014/main" id="{088BBAAC-7716-44F0-BCB5-EA404C76782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80" name="Ovaal 179">
              <a:extLst>
                <a:ext uri="{FF2B5EF4-FFF2-40B4-BE49-F238E27FC236}">
                  <a16:creationId xmlns:a16="http://schemas.microsoft.com/office/drawing/2014/main" id="{9DB3E832-5154-48F4-8B5C-37D8B8167AC0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81" name="Rechthoek 180">
              <a:extLst>
                <a:ext uri="{FF2B5EF4-FFF2-40B4-BE49-F238E27FC236}">
                  <a16:creationId xmlns:a16="http://schemas.microsoft.com/office/drawing/2014/main" id="{5BE8D3E2-6FFE-4B78-B088-37604DF76FD1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82" name="Ovaal 181">
              <a:extLst>
                <a:ext uri="{FF2B5EF4-FFF2-40B4-BE49-F238E27FC236}">
                  <a16:creationId xmlns:a16="http://schemas.microsoft.com/office/drawing/2014/main" id="{1E03616B-E9F7-4EE2-AA21-9110953F713E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3" name="Rechthoek 182">
              <a:extLst>
                <a:ext uri="{FF2B5EF4-FFF2-40B4-BE49-F238E27FC236}">
                  <a16:creationId xmlns:a16="http://schemas.microsoft.com/office/drawing/2014/main" id="{87B29BDE-6B3D-42AB-B441-C827190A5B45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84" name="Groep 183">
              <a:extLst>
                <a:ext uri="{FF2B5EF4-FFF2-40B4-BE49-F238E27FC236}">
                  <a16:creationId xmlns:a16="http://schemas.microsoft.com/office/drawing/2014/main" id="{8F1F4710-2E95-4BBC-A6D5-2CBE184924B1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203" name="Groep 202">
                <a:extLst>
                  <a:ext uri="{FF2B5EF4-FFF2-40B4-BE49-F238E27FC236}">
                    <a16:creationId xmlns:a16="http://schemas.microsoft.com/office/drawing/2014/main" id="{55045862-4E93-4BAD-A699-2B29FDBC8F00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206" name="Groep 205">
                  <a:extLst>
                    <a:ext uri="{FF2B5EF4-FFF2-40B4-BE49-F238E27FC236}">
                      <a16:creationId xmlns:a16="http://schemas.microsoft.com/office/drawing/2014/main" id="{6FBDB1DC-A7B1-41BD-BC70-33427B7B8C41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213" name="Groep 212">
                    <a:extLst>
                      <a:ext uri="{FF2B5EF4-FFF2-40B4-BE49-F238E27FC236}">
                        <a16:creationId xmlns:a16="http://schemas.microsoft.com/office/drawing/2014/main" id="{E6BD040D-D7DF-4E8D-94F7-63C13ABAABE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216" name="Rechthoek 215">
                      <a:extLst>
                        <a:ext uri="{FF2B5EF4-FFF2-40B4-BE49-F238E27FC236}">
                          <a16:creationId xmlns:a16="http://schemas.microsoft.com/office/drawing/2014/main" id="{BC3D641F-14B4-4915-9187-5D72DF7C5FE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17" name="Rechthoek 216">
                      <a:extLst>
                        <a:ext uri="{FF2B5EF4-FFF2-40B4-BE49-F238E27FC236}">
                          <a16:creationId xmlns:a16="http://schemas.microsoft.com/office/drawing/2014/main" id="{62D5F63D-A6B9-47B8-9BCD-397DA72A23E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18" name="Ovaal 217">
                      <a:extLst>
                        <a:ext uri="{FF2B5EF4-FFF2-40B4-BE49-F238E27FC236}">
                          <a16:creationId xmlns:a16="http://schemas.microsoft.com/office/drawing/2014/main" id="{2820923D-F8AE-4D3A-BD16-A4F7CDB8BF6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214" name="Afbeelding 213">
                    <a:extLst>
                      <a:ext uri="{FF2B5EF4-FFF2-40B4-BE49-F238E27FC236}">
                        <a16:creationId xmlns:a16="http://schemas.microsoft.com/office/drawing/2014/main" id="{9889552E-98FF-4E95-B9F6-6AFDC4A0997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215" name="Afbeelding 214">
                    <a:extLst>
                      <a:ext uri="{FF2B5EF4-FFF2-40B4-BE49-F238E27FC236}">
                        <a16:creationId xmlns:a16="http://schemas.microsoft.com/office/drawing/2014/main" id="{8EBB6D52-319E-4B71-B915-7B98B46BA20B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07" name="Groep 206">
                  <a:extLst>
                    <a:ext uri="{FF2B5EF4-FFF2-40B4-BE49-F238E27FC236}">
                      <a16:creationId xmlns:a16="http://schemas.microsoft.com/office/drawing/2014/main" id="{FA5B6761-3AF4-4B41-8892-4892D5ACC51B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211" name="Rechthoek 210">
                    <a:extLst>
                      <a:ext uri="{FF2B5EF4-FFF2-40B4-BE49-F238E27FC236}">
                        <a16:creationId xmlns:a16="http://schemas.microsoft.com/office/drawing/2014/main" id="{A49D5933-2320-477A-98C4-A51CB530CA3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2" name="Rechthoek 211">
                    <a:extLst>
                      <a:ext uri="{FF2B5EF4-FFF2-40B4-BE49-F238E27FC236}">
                        <a16:creationId xmlns:a16="http://schemas.microsoft.com/office/drawing/2014/main" id="{272D4ED7-69EA-4299-B818-758CF2ED9E6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08" name="Groep 207">
                  <a:extLst>
                    <a:ext uri="{FF2B5EF4-FFF2-40B4-BE49-F238E27FC236}">
                      <a16:creationId xmlns:a16="http://schemas.microsoft.com/office/drawing/2014/main" id="{E3C0BECC-E195-4EBE-941D-53AE47264E8A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209" name="Rechthoek 208">
                    <a:extLst>
                      <a:ext uri="{FF2B5EF4-FFF2-40B4-BE49-F238E27FC236}">
                        <a16:creationId xmlns:a16="http://schemas.microsoft.com/office/drawing/2014/main" id="{33A4C405-D1FD-4562-B6B7-DD8D1EADE4D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0" name="Rechthoek 209">
                    <a:extLst>
                      <a:ext uri="{FF2B5EF4-FFF2-40B4-BE49-F238E27FC236}">
                        <a16:creationId xmlns:a16="http://schemas.microsoft.com/office/drawing/2014/main" id="{8BBB6802-8806-42F3-8A4B-0AA26E4B1074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204" name="Rechthoek 203">
                <a:extLst>
                  <a:ext uri="{FF2B5EF4-FFF2-40B4-BE49-F238E27FC236}">
                    <a16:creationId xmlns:a16="http://schemas.microsoft.com/office/drawing/2014/main" id="{44826513-0721-4E6F-B5E4-FC6B5DED4326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205" name="Gelijkbenige driehoek 204">
                <a:extLst>
                  <a:ext uri="{FF2B5EF4-FFF2-40B4-BE49-F238E27FC236}">
                    <a16:creationId xmlns:a16="http://schemas.microsoft.com/office/drawing/2014/main" id="{9ED58C1C-BD78-4A5B-A169-25C667062329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5" name="Groep 184">
              <a:extLst>
                <a:ext uri="{FF2B5EF4-FFF2-40B4-BE49-F238E27FC236}">
                  <a16:creationId xmlns:a16="http://schemas.microsoft.com/office/drawing/2014/main" id="{94C30453-7239-4904-94D1-0B34E7BCA0BA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189" name="Rechthoek 188">
                <a:extLst>
                  <a:ext uri="{FF2B5EF4-FFF2-40B4-BE49-F238E27FC236}">
                    <a16:creationId xmlns:a16="http://schemas.microsoft.com/office/drawing/2014/main" id="{6BD85F21-C383-43E0-A02B-AA1D7575D48E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0" name="Rechthoek 189">
                <a:extLst>
                  <a:ext uri="{FF2B5EF4-FFF2-40B4-BE49-F238E27FC236}">
                    <a16:creationId xmlns:a16="http://schemas.microsoft.com/office/drawing/2014/main" id="{84EFCA4F-0471-480D-89E8-3FE91266B4EE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1" name="Tekstvak 190">
                <a:extLst>
                  <a:ext uri="{FF2B5EF4-FFF2-40B4-BE49-F238E27FC236}">
                    <a16:creationId xmlns:a16="http://schemas.microsoft.com/office/drawing/2014/main" id="{6021EF09-95D8-4AE1-836B-5CE71FA7023C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192" name="Tekstvak 191">
                <a:extLst>
                  <a:ext uri="{FF2B5EF4-FFF2-40B4-BE49-F238E27FC236}">
                    <a16:creationId xmlns:a16="http://schemas.microsoft.com/office/drawing/2014/main" id="{4985011C-B817-4449-88FC-1C369472693C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193" name="Vrije vorm: vorm 192">
                <a:extLst>
                  <a:ext uri="{FF2B5EF4-FFF2-40B4-BE49-F238E27FC236}">
                    <a16:creationId xmlns:a16="http://schemas.microsoft.com/office/drawing/2014/main" id="{1C83916D-4261-4433-9726-F9360590C7E2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4" name="Gelijkbenige driehoek 193">
                <a:extLst>
                  <a:ext uri="{FF2B5EF4-FFF2-40B4-BE49-F238E27FC236}">
                    <a16:creationId xmlns:a16="http://schemas.microsoft.com/office/drawing/2014/main" id="{55F7A38C-1BF2-41FD-B5DB-23780706906E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95" name="Groep 194">
                <a:extLst>
                  <a:ext uri="{FF2B5EF4-FFF2-40B4-BE49-F238E27FC236}">
                    <a16:creationId xmlns:a16="http://schemas.microsoft.com/office/drawing/2014/main" id="{0161334A-F475-4FC5-82D3-8F78BCD024E3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200" name="Rechthoek 199">
                  <a:extLst>
                    <a:ext uri="{FF2B5EF4-FFF2-40B4-BE49-F238E27FC236}">
                      <a16:creationId xmlns:a16="http://schemas.microsoft.com/office/drawing/2014/main" id="{0581CCD6-EA13-4CA2-B721-52FD804A846F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1" name="Rechthoek 200">
                  <a:extLst>
                    <a:ext uri="{FF2B5EF4-FFF2-40B4-BE49-F238E27FC236}">
                      <a16:creationId xmlns:a16="http://schemas.microsoft.com/office/drawing/2014/main" id="{CE0228DA-5B59-4BED-84B6-E74E35B46ED9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2" name="Rechthoek 201">
                  <a:extLst>
                    <a:ext uri="{FF2B5EF4-FFF2-40B4-BE49-F238E27FC236}">
                      <a16:creationId xmlns:a16="http://schemas.microsoft.com/office/drawing/2014/main" id="{4E2CB1B4-7344-4CC9-BF9A-610DD8F5E172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6" name="Groep 195">
                <a:extLst>
                  <a:ext uri="{FF2B5EF4-FFF2-40B4-BE49-F238E27FC236}">
                    <a16:creationId xmlns:a16="http://schemas.microsoft.com/office/drawing/2014/main" id="{64DECB84-328D-4365-806A-5F685DCAE567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97" name="Rechthoek 196">
                  <a:extLst>
                    <a:ext uri="{FF2B5EF4-FFF2-40B4-BE49-F238E27FC236}">
                      <a16:creationId xmlns:a16="http://schemas.microsoft.com/office/drawing/2014/main" id="{D6F6FAB4-81AB-45D2-809A-BEF26BDA98D8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8" name="Rechthoek 197">
                  <a:extLst>
                    <a:ext uri="{FF2B5EF4-FFF2-40B4-BE49-F238E27FC236}">
                      <a16:creationId xmlns:a16="http://schemas.microsoft.com/office/drawing/2014/main" id="{61ADB489-A48D-482D-96C5-D73240A9D97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9" name="Rechthoek 198">
                  <a:extLst>
                    <a:ext uri="{FF2B5EF4-FFF2-40B4-BE49-F238E27FC236}">
                      <a16:creationId xmlns:a16="http://schemas.microsoft.com/office/drawing/2014/main" id="{D2845BB8-05D6-4FA3-A765-B785DE955F79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86" name="ICOON_info">
              <a:extLst>
                <a:ext uri="{FF2B5EF4-FFF2-40B4-BE49-F238E27FC236}">
                  <a16:creationId xmlns:a16="http://schemas.microsoft.com/office/drawing/2014/main" id="{3B4423E5-3C26-4E19-9FB0-08816974DC5E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187" name="Ovaal 186">
                <a:extLst>
                  <a:ext uri="{FF2B5EF4-FFF2-40B4-BE49-F238E27FC236}">
                    <a16:creationId xmlns:a16="http://schemas.microsoft.com/office/drawing/2014/main" id="{B92355FB-90DD-4DD9-A864-747F8942F041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8" name="Graphic 163" descr="Informatie">
                <a:extLst>
                  <a:ext uri="{FF2B5EF4-FFF2-40B4-BE49-F238E27FC236}">
                    <a16:creationId xmlns:a16="http://schemas.microsoft.com/office/drawing/2014/main" id="{E25B75CE-AA54-4BA5-90B1-189B502A8D4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228" name="Tekstvak 227">
            <a:extLst>
              <a:ext uri="{FF2B5EF4-FFF2-40B4-BE49-F238E27FC236}">
                <a16:creationId xmlns:a16="http://schemas.microsoft.com/office/drawing/2014/main" id="{49EB4B34-755C-4119-B8B1-6C7AE2DF81F5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</p:spTree>
    <p:extLst>
      <p:ext uri="{BB962C8B-B14F-4D97-AF65-F5344CB8AC3E}">
        <p14:creationId xmlns:p14="http://schemas.microsoft.com/office/powerpoint/2010/main" val="2822701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3500" fill="hold"/>
                                        <p:tgtEl>
                                          <p:spTgt spid="16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25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" grpId="0" animBg="1"/>
      <p:bldP spid="165" grpId="1" animBg="1"/>
      <p:bldP spid="2" grpId="0" animBg="1"/>
      <p:bldP spid="3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4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5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5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4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uiExpand="1" build="allAtOnce" animBg="1"/>
      <p:bldP spid="160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1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1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4978" y="1805651"/>
            <a:ext cx="10934700" cy="449513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6C7C313A-00D7-48A9-9645-99F6A819CA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100" name="Rechthoek: afgeronde hoeken 99">
            <a:extLst>
              <a:ext uri="{FF2B5EF4-FFF2-40B4-BE49-F238E27FC236}">
                <a16:creationId xmlns:a16="http://schemas.microsoft.com/office/drawing/2014/main" id="{2A43200A-15B0-4F97-9E04-D3DB9BDED895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TEXT ONLY</a:t>
            </a:r>
          </a:p>
        </p:txBody>
      </p:sp>
      <p:sp>
        <p:nvSpPr>
          <p:cNvPr id="77" name="Tijdelijke aanduiding voor tekst 17">
            <a:extLst>
              <a:ext uri="{FF2B5EF4-FFF2-40B4-BE49-F238E27FC236}">
                <a16:creationId xmlns:a16="http://schemas.microsoft.com/office/drawing/2014/main" id="{ADB5C624-BFC2-4CEA-8498-672743FB77D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0" y="6424534"/>
            <a:ext cx="3237357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43" name="Tijdelijke aanduiding voor tekst 17">
            <a:extLst>
              <a:ext uri="{FF2B5EF4-FFF2-40B4-BE49-F238E27FC236}">
                <a16:creationId xmlns:a16="http://schemas.microsoft.com/office/drawing/2014/main" id="{631CBD78-C220-4701-B4C2-2ABD685608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97363" y="6424534"/>
            <a:ext cx="3597624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42C26337-57C9-404C-A027-AFE438D48D8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52" name="INSTRUCTION">
            <a:extLst>
              <a:ext uri="{FF2B5EF4-FFF2-40B4-BE49-F238E27FC236}">
                <a16:creationId xmlns:a16="http://schemas.microsoft.com/office/drawing/2014/main" id="{B7AF26F8-5963-479E-A582-07F4292B14CA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53" name="Rechthoek 152">
              <a:extLst>
                <a:ext uri="{FF2B5EF4-FFF2-40B4-BE49-F238E27FC236}">
                  <a16:creationId xmlns:a16="http://schemas.microsoft.com/office/drawing/2014/main" id="{1445A0C1-2339-4E76-9588-63DA89E0232D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54" name="Ovaal 153">
              <a:extLst>
                <a:ext uri="{FF2B5EF4-FFF2-40B4-BE49-F238E27FC236}">
                  <a16:creationId xmlns:a16="http://schemas.microsoft.com/office/drawing/2014/main" id="{6CF72FD9-105C-4D77-8620-640D25260C0E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BFEBBC7E-F9D9-4D77-8E87-214CDB60EBEA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2526750E-A127-4D63-B0BB-A1052ABE626A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77C55FD1-30D2-4E1E-9AFE-3216C9CD703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9" name="Ovaal 158">
              <a:extLst>
                <a:ext uri="{FF2B5EF4-FFF2-40B4-BE49-F238E27FC236}">
                  <a16:creationId xmlns:a16="http://schemas.microsoft.com/office/drawing/2014/main" id="{7ADB2C55-A795-4FE9-A0D7-F35DCA02E954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1" name="Ovaal 160">
              <a:extLst>
                <a:ext uri="{FF2B5EF4-FFF2-40B4-BE49-F238E27FC236}">
                  <a16:creationId xmlns:a16="http://schemas.microsoft.com/office/drawing/2014/main" id="{236BDF71-44A6-432B-8280-186B8F08FC16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3" name="Ovaal 162">
              <a:extLst>
                <a:ext uri="{FF2B5EF4-FFF2-40B4-BE49-F238E27FC236}">
                  <a16:creationId xmlns:a16="http://schemas.microsoft.com/office/drawing/2014/main" id="{8528E6AB-4EE7-4DFE-BD58-4C162A8EF566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65" name="Ovaal 164">
              <a:extLst>
                <a:ext uri="{FF2B5EF4-FFF2-40B4-BE49-F238E27FC236}">
                  <a16:creationId xmlns:a16="http://schemas.microsoft.com/office/drawing/2014/main" id="{2161A396-EEE3-4D9F-ACAF-AD3CFBC8E31E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67" name="Ovaal 166">
              <a:extLst>
                <a:ext uri="{FF2B5EF4-FFF2-40B4-BE49-F238E27FC236}">
                  <a16:creationId xmlns:a16="http://schemas.microsoft.com/office/drawing/2014/main" id="{45310631-703B-4F2B-8268-CB81BE7519AB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69" name="Ovaal 168">
              <a:extLst>
                <a:ext uri="{FF2B5EF4-FFF2-40B4-BE49-F238E27FC236}">
                  <a16:creationId xmlns:a16="http://schemas.microsoft.com/office/drawing/2014/main" id="{13156666-33F8-4521-96A2-8C7A36E70762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71" name="Ovaal 170">
              <a:extLst>
                <a:ext uri="{FF2B5EF4-FFF2-40B4-BE49-F238E27FC236}">
                  <a16:creationId xmlns:a16="http://schemas.microsoft.com/office/drawing/2014/main" id="{EAC378F7-08E6-4647-80B6-CE78B643D535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73" name="Rechthoek 172">
              <a:extLst>
                <a:ext uri="{FF2B5EF4-FFF2-40B4-BE49-F238E27FC236}">
                  <a16:creationId xmlns:a16="http://schemas.microsoft.com/office/drawing/2014/main" id="{1950237F-9822-4283-8B0B-7A67363BE16C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174" name="ICOON_info">
              <a:extLst>
                <a:ext uri="{FF2B5EF4-FFF2-40B4-BE49-F238E27FC236}">
                  <a16:creationId xmlns:a16="http://schemas.microsoft.com/office/drawing/2014/main" id="{FE870F3B-85F4-49B3-984A-ECB08AF0CB97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16" name="Ovaal 215">
                <a:extLst>
                  <a:ext uri="{FF2B5EF4-FFF2-40B4-BE49-F238E27FC236}">
                    <a16:creationId xmlns:a16="http://schemas.microsoft.com/office/drawing/2014/main" id="{03EC5683-4C23-4E60-BF12-9A2769EB6FEB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7" name="Graphic 163" descr="Informatie">
                <a:extLst>
                  <a:ext uri="{FF2B5EF4-FFF2-40B4-BE49-F238E27FC236}">
                    <a16:creationId xmlns:a16="http://schemas.microsoft.com/office/drawing/2014/main" id="{652EE3C4-37D5-4EB8-85F3-EE0A054709DA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75" name="VOORBEELD">
              <a:extLst>
                <a:ext uri="{FF2B5EF4-FFF2-40B4-BE49-F238E27FC236}">
                  <a16:creationId xmlns:a16="http://schemas.microsoft.com/office/drawing/2014/main" id="{BF143C5E-CFF7-46B8-8757-CC1FCC035B8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76" name="Rechthoek 175">
                <a:extLst>
                  <a:ext uri="{FF2B5EF4-FFF2-40B4-BE49-F238E27FC236}">
                    <a16:creationId xmlns:a16="http://schemas.microsoft.com/office/drawing/2014/main" id="{42576A98-C700-4198-B480-FED355E05B4D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E01B0738-8D17-4F87-AC65-B432D646660C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78" name="Groep 177">
                <a:extLst>
                  <a:ext uri="{FF2B5EF4-FFF2-40B4-BE49-F238E27FC236}">
                    <a16:creationId xmlns:a16="http://schemas.microsoft.com/office/drawing/2014/main" id="{F341EB7F-602B-414E-9EF2-B4FEBD6E05F0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09" name="Groep 208">
                  <a:extLst>
                    <a:ext uri="{FF2B5EF4-FFF2-40B4-BE49-F238E27FC236}">
                      <a16:creationId xmlns:a16="http://schemas.microsoft.com/office/drawing/2014/main" id="{E998A888-6833-4191-90E6-23A217BE697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11" name="Rechte verbindingslijn 210">
                    <a:extLst>
                      <a:ext uri="{FF2B5EF4-FFF2-40B4-BE49-F238E27FC236}">
                        <a16:creationId xmlns:a16="http://schemas.microsoft.com/office/drawing/2014/main" id="{9F39DCD9-430C-4E8E-98A2-079FC99516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2" name="Rechte verbindingslijn 211">
                    <a:extLst>
                      <a:ext uri="{FF2B5EF4-FFF2-40B4-BE49-F238E27FC236}">
                        <a16:creationId xmlns:a16="http://schemas.microsoft.com/office/drawing/2014/main" id="{D499E26D-8321-4886-9EA6-8414243999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3" name="Rechte verbindingslijn 212">
                    <a:extLst>
                      <a:ext uri="{FF2B5EF4-FFF2-40B4-BE49-F238E27FC236}">
                        <a16:creationId xmlns:a16="http://schemas.microsoft.com/office/drawing/2014/main" id="{98424503-32E3-4DD3-9BA8-AEA60EAF0D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4" name="Rechte verbindingslijn 213">
                    <a:extLst>
                      <a:ext uri="{FF2B5EF4-FFF2-40B4-BE49-F238E27FC236}">
                        <a16:creationId xmlns:a16="http://schemas.microsoft.com/office/drawing/2014/main" id="{C2E03785-7FDF-4A8C-A675-7C8C7151A75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5" name="Rechte verbindingslijn 214">
                    <a:extLst>
                      <a:ext uri="{FF2B5EF4-FFF2-40B4-BE49-F238E27FC236}">
                        <a16:creationId xmlns:a16="http://schemas.microsoft.com/office/drawing/2014/main" id="{7DEA12AA-4A30-40EF-9B31-12C4003E725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10" name="Pijl: rechts 209">
                  <a:extLst>
                    <a:ext uri="{FF2B5EF4-FFF2-40B4-BE49-F238E27FC236}">
                      <a16:creationId xmlns:a16="http://schemas.microsoft.com/office/drawing/2014/main" id="{F3198FE9-2DFC-4372-81E4-43D16F591B9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9" name="Groep 178">
                <a:extLst>
                  <a:ext uri="{FF2B5EF4-FFF2-40B4-BE49-F238E27FC236}">
                    <a16:creationId xmlns:a16="http://schemas.microsoft.com/office/drawing/2014/main" id="{3D6E602A-0CC3-4BF1-9E4F-357BD0F34D45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02" name="Groep 201">
                  <a:extLst>
                    <a:ext uri="{FF2B5EF4-FFF2-40B4-BE49-F238E27FC236}">
                      <a16:creationId xmlns:a16="http://schemas.microsoft.com/office/drawing/2014/main" id="{F8B2F0B3-B689-4EC6-BA1F-0182D5C0612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04" name="Rechte verbindingslijn 203">
                    <a:extLst>
                      <a:ext uri="{FF2B5EF4-FFF2-40B4-BE49-F238E27FC236}">
                        <a16:creationId xmlns:a16="http://schemas.microsoft.com/office/drawing/2014/main" id="{57234866-6E20-4DAC-AB1C-B842CBC547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5" name="Rechte verbindingslijn 204">
                    <a:extLst>
                      <a:ext uri="{FF2B5EF4-FFF2-40B4-BE49-F238E27FC236}">
                        <a16:creationId xmlns:a16="http://schemas.microsoft.com/office/drawing/2014/main" id="{265557F3-4D28-4342-B71B-A80C2077D1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6" name="Rechte verbindingslijn 205">
                    <a:extLst>
                      <a:ext uri="{FF2B5EF4-FFF2-40B4-BE49-F238E27FC236}">
                        <a16:creationId xmlns:a16="http://schemas.microsoft.com/office/drawing/2014/main" id="{EDF58FF5-F4E7-4730-8580-0A453402E5B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7" name="Rechte verbindingslijn 206">
                    <a:extLst>
                      <a:ext uri="{FF2B5EF4-FFF2-40B4-BE49-F238E27FC236}">
                        <a16:creationId xmlns:a16="http://schemas.microsoft.com/office/drawing/2014/main" id="{6B39A3D4-568F-4374-BD99-9C87B75B980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8" name="Rechte verbindingslijn 207">
                    <a:extLst>
                      <a:ext uri="{FF2B5EF4-FFF2-40B4-BE49-F238E27FC236}">
                        <a16:creationId xmlns:a16="http://schemas.microsoft.com/office/drawing/2014/main" id="{8A2DBCE6-6EB3-460F-8C35-D35CCCD1FB6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03" name="Pijl: rechts 202">
                  <a:extLst>
                    <a:ext uri="{FF2B5EF4-FFF2-40B4-BE49-F238E27FC236}">
                      <a16:creationId xmlns:a16="http://schemas.microsoft.com/office/drawing/2014/main" id="{0F639769-A10A-4068-A98A-AC75F73E5076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80" name="Rechte verbindingslijn 179">
                <a:extLst>
                  <a:ext uri="{FF2B5EF4-FFF2-40B4-BE49-F238E27FC236}">
                    <a16:creationId xmlns:a16="http://schemas.microsoft.com/office/drawing/2014/main" id="{E15774D2-8ADE-4A64-A90E-8E5E3CF00F6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81" name="Rechte verbindingslijn 180">
                <a:extLst>
                  <a:ext uri="{FF2B5EF4-FFF2-40B4-BE49-F238E27FC236}">
                    <a16:creationId xmlns:a16="http://schemas.microsoft.com/office/drawing/2014/main" id="{5C8AC8BF-E29C-4726-BD86-FB57D889DD6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82" name="Rechthoek 181">
                <a:extLst>
                  <a:ext uri="{FF2B5EF4-FFF2-40B4-BE49-F238E27FC236}">
                    <a16:creationId xmlns:a16="http://schemas.microsoft.com/office/drawing/2014/main" id="{EF3FB308-F984-405A-B874-3E822E63A786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183" name="Rechthoek 182">
                <a:extLst>
                  <a:ext uri="{FF2B5EF4-FFF2-40B4-BE49-F238E27FC236}">
                    <a16:creationId xmlns:a16="http://schemas.microsoft.com/office/drawing/2014/main" id="{7F264FD2-CF60-42FE-9DB7-9101C880D62D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184" name="Groep 183">
                <a:extLst>
                  <a:ext uri="{FF2B5EF4-FFF2-40B4-BE49-F238E27FC236}">
                    <a16:creationId xmlns:a16="http://schemas.microsoft.com/office/drawing/2014/main" id="{71104BC7-E34A-45DC-B6D3-1206F9C09E3E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94" name="Rechthoek 193">
                  <a:extLst>
                    <a:ext uri="{FF2B5EF4-FFF2-40B4-BE49-F238E27FC236}">
                      <a16:creationId xmlns:a16="http://schemas.microsoft.com/office/drawing/2014/main" id="{AD41D7E4-E69D-4BDF-B44E-8325163BCB89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95" name="Groep 194">
                  <a:extLst>
                    <a:ext uri="{FF2B5EF4-FFF2-40B4-BE49-F238E27FC236}">
                      <a16:creationId xmlns:a16="http://schemas.microsoft.com/office/drawing/2014/main" id="{C4AB450F-CB47-44B9-8903-F4697BCF4D4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97" name="Rechte verbindingslijn 196">
                    <a:extLst>
                      <a:ext uri="{FF2B5EF4-FFF2-40B4-BE49-F238E27FC236}">
                        <a16:creationId xmlns:a16="http://schemas.microsoft.com/office/drawing/2014/main" id="{D71D049E-2086-4CD0-87F6-58147D383C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8" name="Rechte verbindingslijn 197">
                    <a:extLst>
                      <a:ext uri="{FF2B5EF4-FFF2-40B4-BE49-F238E27FC236}">
                        <a16:creationId xmlns:a16="http://schemas.microsoft.com/office/drawing/2014/main" id="{7CA3480D-EFD0-4FF9-A7BB-9756BEF090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9" name="Rechte verbindingslijn 198">
                    <a:extLst>
                      <a:ext uri="{FF2B5EF4-FFF2-40B4-BE49-F238E27FC236}">
                        <a16:creationId xmlns:a16="http://schemas.microsoft.com/office/drawing/2014/main" id="{5644B4D8-D51B-440D-9BCC-CB571717B2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0" name="Rechte verbindingslijn 199">
                    <a:extLst>
                      <a:ext uri="{FF2B5EF4-FFF2-40B4-BE49-F238E27FC236}">
                        <a16:creationId xmlns:a16="http://schemas.microsoft.com/office/drawing/2014/main" id="{DF9FC1B9-35D5-45A9-A41A-1B1ADEA316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1" name="Rechte verbindingslijn 200">
                    <a:extLst>
                      <a:ext uri="{FF2B5EF4-FFF2-40B4-BE49-F238E27FC236}">
                        <a16:creationId xmlns:a16="http://schemas.microsoft.com/office/drawing/2014/main" id="{CB6D0EE5-45B4-417F-8DD9-C11909344B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96" name="Pijl: rechts 195">
                  <a:extLst>
                    <a:ext uri="{FF2B5EF4-FFF2-40B4-BE49-F238E27FC236}">
                      <a16:creationId xmlns:a16="http://schemas.microsoft.com/office/drawing/2014/main" id="{F1FBBFD0-CAE8-4DE6-9E94-0B335CE24A3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85" name="Groep 184">
                <a:extLst>
                  <a:ext uri="{FF2B5EF4-FFF2-40B4-BE49-F238E27FC236}">
                    <a16:creationId xmlns:a16="http://schemas.microsoft.com/office/drawing/2014/main" id="{C1DA432A-18AB-43B0-832F-315F2E46317B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86" name="Rechthoek 185">
                  <a:extLst>
                    <a:ext uri="{FF2B5EF4-FFF2-40B4-BE49-F238E27FC236}">
                      <a16:creationId xmlns:a16="http://schemas.microsoft.com/office/drawing/2014/main" id="{59F36AE0-964B-4BB7-962E-60E11DD23265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87" name="Groep 186">
                  <a:extLst>
                    <a:ext uri="{FF2B5EF4-FFF2-40B4-BE49-F238E27FC236}">
                      <a16:creationId xmlns:a16="http://schemas.microsoft.com/office/drawing/2014/main" id="{D7AAC7E9-7ABD-4FD1-8B07-06793868342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89" name="Rechte verbindingslijn 188">
                    <a:extLst>
                      <a:ext uri="{FF2B5EF4-FFF2-40B4-BE49-F238E27FC236}">
                        <a16:creationId xmlns:a16="http://schemas.microsoft.com/office/drawing/2014/main" id="{F15F739C-EDF0-4BBD-BF89-5F1B5D33A75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0" name="Rechte verbindingslijn 189">
                    <a:extLst>
                      <a:ext uri="{FF2B5EF4-FFF2-40B4-BE49-F238E27FC236}">
                        <a16:creationId xmlns:a16="http://schemas.microsoft.com/office/drawing/2014/main" id="{59BA5148-65FE-4BA8-9F86-5083E48FDB0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1" name="Rechte verbindingslijn 190">
                    <a:extLst>
                      <a:ext uri="{FF2B5EF4-FFF2-40B4-BE49-F238E27FC236}">
                        <a16:creationId xmlns:a16="http://schemas.microsoft.com/office/drawing/2014/main" id="{0D948CB7-8837-420D-923F-4F26394311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2" name="Rechte verbindingslijn 191">
                    <a:extLst>
                      <a:ext uri="{FF2B5EF4-FFF2-40B4-BE49-F238E27FC236}">
                        <a16:creationId xmlns:a16="http://schemas.microsoft.com/office/drawing/2014/main" id="{C6747271-E5B3-492A-BB1A-C4DF564D58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3" name="Rechte verbindingslijn 192">
                    <a:extLst>
                      <a:ext uri="{FF2B5EF4-FFF2-40B4-BE49-F238E27FC236}">
                        <a16:creationId xmlns:a16="http://schemas.microsoft.com/office/drawing/2014/main" id="{E6BB512D-4FE3-43BB-A62A-9A27DA6CB4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8" name="Pijl: rechts 187">
                  <a:extLst>
                    <a:ext uri="{FF2B5EF4-FFF2-40B4-BE49-F238E27FC236}">
                      <a16:creationId xmlns:a16="http://schemas.microsoft.com/office/drawing/2014/main" id="{BE3EF01A-8A7E-4214-B9E3-27DF6317B44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218" name="Tekstvak 217">
            <a:extLst>
              <a:ext uri="{FF2B5EF4-FFF2-40B4-BE49-F238E27FC236}">
                <a16:creationId xmlns:a16="http://schemas.microsoft.com/office/drawing/2014/main" id="{5E2A5206-430B-40FE-9369-A67AA7143A6D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sp>
        <p:nvSpPr>
          <p:cNvPr id="72" name="Tijdelijke aanduiding voor tekst 17">
            <a:extLst>
              <a:ext uri="{FF2B5EF4-FFF2-40B4-BE49-F238E27FC236}">
                <a16:creationId xmlns:a16="http://schemas.microsoft.com/office/drawing/2014/main" id="{EEBF2E8B-A21C-4670-8611-A3A628A687A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9125" y="6424534"/>
            <a:ext cx="3067050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EFB694-FA2F-453D-8A88-42F19EB02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Place title 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5452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Vrije vorm: vorm 150">
            <a:extLst>
              <a:ext uri="{FF2B5EF4-FFF2-40B4-BE49-F238E27FC236}">
                <a16:creationId xmlns:a16="http://schemas.microsoft.com/office/drawing/2014/main" id="{63F74965-CA63-4375-B4BF-F81F227C54E0}"/>
              </a:ext>
            </a:extLst>
          </p:cNvPr>
          <p:cNvSpPr/>
          <p:nvPr userDrawn="1"/>
        </p:nvSpPr>
        <p:spPr>
          <a:xfrm>
            <a:off x="5555999" y="0"/>
            <a:ext cx="6636000" cy="5859463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76" name="Tijdelijke aanduiding voor afbeelding 16">
            <a:extLst>
              <a:ext uri="{FF2B5EF4-FFF2-40B4-BE49-F238E27FC236}">
                <a16:creationId xmlns:a16="http://schemas.microsoft.com/office/drawing/2014/main" id="{A069FBBC-87BA-4F45-9AAA-DB41BB7BADD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460258"/>
            <a:ext cx="6095999" cy="5397741"/>
          </a:xfrm>
          <a:solidFill>
            <a:schemeClr val="bg1">
              <a:lumMod val="95000"/>
            </a:schemeClr>
          </a:solidFill>
        </p:spPr>
        <p:txBody>
          <a:bodyPr lIns="360000" tIns="0" rIns="36000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AGENDA</a:t>
            </a:r>
          </a:p>
        </p:txBody>
      </p:sp>
      <p:sp>
        <p:nvSpPr>
          <p:cNvPr id="208" name="Tijdelijke aanduiding voor tekst 25">
            <a:extLst>
              <a:ext uri="{FF2B5EF4-FFF2-40B4-BE49-F238E27FC236}">
                <a16:creationId xmlns:a16="http://schemas.microsoft.com/office/drawing/2014/main" id="{17552937-31A5-4F75-8C08-4E45ADE71FF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64501" y="1460258"/>
            <a:ext cx="576000" cy="355842"/>
          </a:xfrm>
        </p:spPr>
        <p:txBody>
          <a:bodyPr wrap="none" lIns="0" tIns="100800" anchor="b"/>
          <a:lstStyle>
            <a:lvl1pPr marL="0" indent="0">
              <a:buNone/>
              <a:defRPr sz="28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211" name="Tijdelijke aanduiding voor tekst 25">
            <a:extLst>
              <a:ext uri="{FF2B5EF4-FFF2-40B4-BE49-F238E27FC236}">
                <a16:creationId xmlns:a16="http://schemas.microsoft.com/office/drawing/2014/main" id="{20953F17-68C4-42D1-ACAF-8D877F71B1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64501" y="2321070"/>
            <a:ext cx="576000" cy="355842"/>
          </a:xfrm>
        </p:spPr>
        <p:txBody>
          <a:bodyPr wrap="none" lIns="0" tIns="100800" anchor="b"/>
          <a:lstStyle>
            <a:lvl1pPr marL="0" indent="0">
              <a:buNone/>
              <a:defRPr sz="28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02</a:t>
            </a:r>
          </a:p>
        </p:txBody>
      </p:sp>
      <p:sp>
        <p:nvSpPr>
          <p:cNvPr id="214" name="Tijdelijke aanduiding voor tekst 25">
            <a:extLst>
              <a:ext uri="{FF2B5EF4-FFF2-40B4-BE49-F238E27FC236}">
                <a16:creationId xmlns:a16="http://schemas.microsoft.com/office/drawing/2014/main" id="{E3E361E5-2E50-487E-B02A-1ADAE1DD20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64501" y="3181882"/>
            <a:ext cx="576000" cy="355842"/>
          </a:xfrm>
        </p:spPr>
        <p:txBody>
          <a:bodyPr wrap="none" lIns="0" tIns="100800" anchor="b"/>
          <a:lstStyle>
            <a:lvl1pPr marL="0" indent="0">
              <a:buNone/>
              <a:defRPr sz="28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03</a:t>
            </a:r>
          </a:p>
        </p:txBody>
      </p:sp>
      <p:sp>
        <p:nvSpPr>
          <p:cNvPr id="217" name="Tijdelijke aanduiding voor tekst 25">
            <a:extLst>
              <a:ext uri="{FF2B5EF4-FFF2-40B4-BE49-F238E27FC236}">
                <a16:creationId xmlns:a16="http://schemas.microsoft.com/office/drawing/2014/main" id="{096AD784-6F55-4230-BBDF-3674E30ED90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64501" y="4042694"/>
            <a:ext cx="576000" cy="355842"/>
          </a:xfrm>
        </p:spPr>
        <p:txBody>
          <a:bodyPr wrap="none" lIns="0" tIns="100800" anchor="b"/>
          <a:lstStyle>
            <a:lvl1pPr marL="0" indent="0">
              <a:buNone/>
              <a:defRPr sz="28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04</a:t>
            </a:r>
          </a:p>
        </p:txBody>
      </p:sp>
      <p:sp>
        <p:nvSpPr>
          <p:cNvPr id="220" name="Tijdelijke aanduiding voor tekst 25">
            <a:extLst>
              <a:ext uri="{FF2B5EF4-FFF2-40B4-BE49-F238E27FC236}">
                <a16:creationId xmlns:a16="http://schemas.microsoft.com/office/drawing/2014/main" id="{67C98A1F-735D-47CB-833A-32CF6B6F796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64501" y="4903507"/>
            <a:ext cx="576000" cy="355842"/>
          </a:xfrm>
        </p:spPr>
        <p:txBody>
          <a:bodyPr wrap="none" lIns="0" tIns="100800" anchor="b"/>
          <a:lstStyle>
            <a:lvl1pPr marL="0" indent="0">
              <a:buNone/>
              <a:defRPr sz="28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05</a:t>
            </a:r>
          </a:p>
        </p:txBody>
      </p:sp>
      <p:sp>
        <p:nvSpPr>
          <p:cNvPr id="100" name="Tijdelijke aanduiding voor tekst 12">
            <a:extLst>
              <a:ext uri="{FF2B5EF4-FFF2-40B4-BE49-F238E27FC236}">
                <a16:creationId xmlns:a16="http://schemas.microsoft.com/office/drawing/2014/main" id="{1F5BCB4F-1101-4D89-9A67-7E50930C12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742AE6B-CE33-4405-AF44-BD9CB4121B19}"/>
              </a:ext>
            </a:extLst>
          </p:cNvPr>
          <p:cNvSpPr>
            <a:spLocks noGrp="1"/>
          </p:cNvSpPr>
          <p:nvPr>
            <p:ph type="sldNum" sz="quarter" idx="49"/>
          </p:nvPr>
        </p:nvSpPr>
        <p:spPr>
          <a:xfrm>
            <a:off x="11381751" y="6424534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2" name="Tijdelijke aanduiding voor tekst 17">
            <a:extLst>
              <a:ext uri="{FF2B5EF4-FFF2-40B4-BE49-F238E27FC236}">
                <a16:creationId xmlns:a16="http://schemas.microsoft.com/office/drawing/2014/main" id="{6576B51C-51F9-4874-B81C-6240AFEDA3C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36660" y="6424534"/>
            <a:ext cx="3237357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44" name="Tijdelijke aanduiding voor tekst 17">
            <a:extLst>
              <a:ext uri="{FF2B5EF4-FFF2-40B4-BE49-F238E27FC236}">
                <a16:creationId xmlns:a16="http://schemas.microsoft.com/office/drawing/2014/main" id="{2446F8AA-2CEA-4D95-9858-7A574483C1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00537" y="6424534"/>
            <a:ext cx="3592513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149" name="Tijdelijke aanduiding voor tekst 241">
            <a:extLst>
              <a:ext uri="{FF2B5EF4-FFF2-40B4-BE49-F238E27FC236}">
                <a16:creationId xmlns:a16="http://schemas.microsoft.com/office/drawing/2014/main" id="{38EC073D-3903-43CE-AC09-8D370DD37D6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971963" y="373978"/>
            <a:ext cx="1680287" cy="538656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blipFill>
            <a:blip r:embed="rId2"/>
            <a:srcRect/>
            <a:stretch>
              <a:fillRect t="1004" b="1004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02D64258-93A9-40E5-90FC-77CC3E3CB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977" y="373978"/>
            <a:ext cx="8695889" cy="234000"/>
          </a:xfrm>
        </p:spPr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sp>
        <p:nvSpPr>
          <p:cNvPr id="168" name="Tijdelijke aanduiding voor tekst 55">
            <a:extLst>
              <a:ext uri="{FF2B5EF4-FFF2-40B4-BE49-F238E27FC236}">
                <a16:creationId xmlns:a16="http://schemas.microsoft.com/office/drawing/2014/main" id="{A7F0B418-F68E-4E51-B53B-2903E124928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422250" y="1723431"/>
            <a:ext cx="4230000" cy="3600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solidFill>
            <a:schemeClr val="tx2">
              <a:alpha val="25000"/>
            </a:schemeClr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169" name="Tijdelijke aanduiding voor tekst 55">
            <a:extLst>
              <a:ext uri="{FF2B5EF4-FFF2-40B4-BE49-F238E27FC236}">
                <a16:creationId xmlns:a16="http://schemas.microsoft.com/office/drawing/2014/main" id="{895A2635-F6F9-4368-9685-DEE248762BE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22250" y="2584363"/>
            <a:ext cx="4230000" cy="3600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solidFill>
            <a:schemeClr val="tx2">
              <a:alpha val="25000"/>
            </a:schemeClr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170" name="Tijdelijke aanduiding voor tekst 55">
            <a:extLst>
              <a:ext uri="{FF2B5EF4-FFF2-40B4-BE49-F238E27FC236}">
                <a16:creationId xmlns:a16="http://schemas.microsoft.com/office/drawing/2014/main" id="{84C3DC56-D598-4172-96BB-40519BF0905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422250" y="3445295"/>
            <a:ext cx="4230000" cy="3600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solidFill>
            <a:schemeClr val="tx2">
              <a:alpha val="25000"/>
            </a:schemeClr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171" name="Tijdelijke aanduiding voor tekst 55">
            <a:extLst>
              <a:ext uri="{FF2B5EF4-FFF2-40B4-BE49-F238E27FC236}">
                <a16:creationId xmlns:a16="http://schemas.microsoft.com/office/drawing/2014/main" id="{950B361C-48BA-4117-9D1F-23D74C4EAB6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22250" y="4306227"/>
            <a:ext cx="4230000" cy="3600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solidFill>
            <a:schemeClr val="tx2">
              <a:alpha val="25000"/>
            </a:schemeClr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174" name="Tijdelijke aanduiding voor tekst 55">
            <a:extLst>
              <a:ext uri="{FF2B5EF4-FFF2-40B4-BE49-F238E27FC236}">
                <a16:creationId xmlns:a16="http://schemas.microsoft.com/office/drawing/2014/main" id="{EFBDB561-57FB-4A84-9FB9-ABEE4B742D0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422250" y="5167157"/>
            <a:ext cx="4230000" cy="3600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solidFill>
            <a:schemeClr val="tx2">
              <a:alpha val="25000"/>
            </a:schemeClr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153" name="Tijdelijke aanduiding voor tekst 25">
            <a:extLst>
              <a:ext uri="{FF2B5EF4-FFF2-40B4-BE49-F238E27FC236}">
                <a16:creationId xmlns:a16="http://schemas.microsoft.com/office/drawing/2014/main" id="{96C052A1-25A0-4898-A42C-B7CADA140FB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1415357" y="2313061"/>
            <a:ext cx="237295" cy="375148"/>
          </a:xfrm>
          <a:solidFill>
            <a:srgbClr val="EEEFF4"/>
          </a:solidFill>
        </p:spPr>
        <p:txBody>
          <a:bodyPr wrap="none" lIns="108000" tIns="36000" bIns="61200" anchor="b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</a:defRPr>
            </a:lvl1pPr>
          </a:lstStyle>
          <a:p>
            <a:pPr lvl="0"/>
            <a:r>
              <a:rPr lang="en-GB" dirty="0"/>
              <a:t>0</a:t>
            </a:r>
          </a:p>
        </p:txBody>
      </p:sp>
      <p:sp>
        <p:nvSpPr>
          <p:cNvPr id="154" name="Tijdelijke aanduiding voor tekst 25">
            <a:extLst>
              <a:ext uri="{FF2B5EF4-FFF2-40B4-BE49-F238E27FC236}">
                <a16:creationId xmlns:a16="http://schemas.microsoft.com/office/drawing/2014/main" id="{E5004B6E-3791-49FB-9262-3011B048E0D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1415357" y="3173873"/>
            <a:ext cx="237295" cy="375148"/>
          </a:xfrm>
          <a:solidFill>
            <a:srgbClr val="EEEFF4"/>
          </a:solidFill>
        </p:spPr>
        <p:txBody>
          <a:bodyPr wrap="none" lIns="108000" tIns="36000" bIns="61200" anchor="b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</a:defRPr>
            </a:lvl1pPr>
          </a:lstStyle>
          <a:p>
            <a:pPr lvl="0"/>
            <a:r>
              <a:rPr lang="en-GB" dirty="0"/>
              <a:t>0</a:t>
            </a:r>
          </a:p>
        </p:txBody>
      </p:sp>
      <p:sp>
        <p:nvSpPr>
          <p:cNvPr id="155" name="Tijdelijke aanduiding voor tekst 25">
            <a:extLst>
              <a:ext uri="{FF2B5EF4-FFF2-40B4-BE49-F238E27FC236}">
                <a16:creationId xmlns:a16="http://schemas.microsoft.com/office/drawing/2014/main" id="{CFA3330F-5118-4E0D-8629-1DB860253B2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1415357" y="4034685"/>
            <a:ext cx="237295" cy="375148"/>
          </a:xfrm>
          <a:solidFill>
            <a:srgbClr val="EEEFF4"/>
          </a:solidFill>
        </p:spPr>
        <p:txBody>
          <a:bodyPr wrap="none" lIns="108000" tIns="36000" bIns="61200" anchor="b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</a:defRPr>
            </a:lvl1pPr>
          </a:lstStyle>
          <a:p>
            <a:pPr lvl="0"/>
            <a:r>
              <a:rPr lang="en-GB" dirty="0"/>
              <a:t>0</a:t>
            </a:r>
          </a:p>
        </p:txBody>
      </p:sp>
      <p:sp>
        <p:nvSpPr>
          <p:cNvPr id="156" name="Tijdelijke aanduiding voor tekst 25">
            <a:extLst>
              <a:ext uri="{FF2B5EF4-FFF2-40B4-BE49-F238E27FC236}">
                <a16:creationId xmlns:a16="http://schemas.microsoft.com/office/drawing/2014/main" id="{A2B9265D-BEAD-4C64-8CAA-35AF0A63C24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1415357" y="4895498"/>
            <a:ext cx="237295" cy="375148"/>
          </a:xfrm>
          <a:solidFill>
            <a:srgbClr val="EEEFF4"/>
          </a:solidFill>
        </p:spPr>
        <p:txBody>
          <a:bodyPr wrap="none" lIns="108000" tIns="36000" bIns="61200" anchor="b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</a:defRPr>
            </a:lvl1pPr>
          </a:lstStyle>
          <a:p>
            <a:pPr lvl="0"/>
            <a:r>
              <a:rPr lang="en-GB" dirty="0"/>
              <a:t>0</a:t>
            </a:r>
          </a:p>
        </p:txBody>
      </p:sp>
      <p:sp>
        <p:nvSpPr>
          <p:cNvPr id="152" name="Tijdelijke aanduiding voor tekst 25">
            <a:extLst>
              <a:ext uri="{FF2B5EF4-FFF2-40B4-BE49-F238E27FC236}">
                <a16:creationId xmlns:a16="http://schemas.microsoft.com/office/drawing/2014/main" id="{F317950B-5FD3-4CB6-9854-6F130581010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1415357" y="1452249"/>
            <a:ext cx="237295" cy="375148"/>
          </a:xfrm>
          <a:solidFill>
            <a:srgbClr val="EEEFF4"/>
          </a:solidFill>
        </p:spPr>
        <p:txBody>
          <a:bodyPr wrap="none" lIns="108000" tIns="36000" bIns="61200" anchor="b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</a:defRPr>
            </a:lvl1pPr>
          </a:lstStyle>
          <a:p>
            <a:pPr lvl="0"/>
            <a:r>
              <a:rPr lang="en-GB" dirty="0"/>
              <a:t>0</a:t>
            </a:r>
          </a:p>
        </p:txBody>
      </p:sp>
      <p:sp>
        <p:nvSpPr>
          <p:cNvPr id="210" name="Tijdelijke aanduiding voor tekst 25">
            <a:extLst>
              <a:ext uri="{FF2B5EF4-FFF2-40B4-BE49-F238E27FC236}">
                <a16:creationId xmlns:a16="http://schemas.microsoft.com/office/drawing/2014/main" id="{07D6FB43-2F35-47F2-B324-5DB9622AE2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20660" y="2329788"/>
            <a:ext cx="2445147" cy="349702"/>
          </a:xfrm>
          <a:solidFill>
            <a:srgbClr val="EEEFF4"/>
          </a:solidFill>
        </p:spPr>
        <p:txBody>
          <a:bodyPr wrap="none" lIns="0" tIns="36000" rIns="72000" bIns="36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title of subject #2</a:t>
            </a:r>
          </a:p>
        </p:txBody>
      </p:sp>
      <p:sp>
        <p:nvSpPr>
          <p:cNvPr id="213" name="Tijdelijke aanduiding voor tekst 25">
            <a:extLst>
              <a:ext uri="{FF2B5EF4-FFF2-40B4-BE49-F238E27FC236}">
                <a16:creationId xmlns:a16="http://schemas.microsoft.com/office/drawing/2014/main" id="{D027D4F3-C652-43E5-9ED9-D77E0F37D49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20660" y="3190600"/>
            <a:ext cx="2445147" cy="349702"/>
          </a:xfrm>
          <a:solidFill>
            <a:srgbClr val="EEEFF4"/>
          </a:solidFill>
        </p:spPr>
        <p:txBody>
          <a:bodyPr wrap="none" lIns="0" tIns="36000" rIns="72000" bIns="36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title of subject #3</a:t>
            </a:r>
          </a:p>
        </p:txBody>
      </p:sp>
      <p:sp>
        <p:nvSpPr>
          <p:cNvPr id="216" name="Tijdelijke aanduiding voor tekst 25">
            <a:extLst>
              <a:ext uri="{FF2B5EF4-FFF2-40B4-BE49-F238E27FC236}">
                <a16:creationId xmlns:a16="http://schemas.microsoft.com/office/drawing/2014/main" id="{A6AD0C86-EF0B-423E-91AF-E1EF3DC3719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20660" y="4051412"/>
            <a:ext cx="2445147" cy="349702"/>
          </a:xfrm>
          <a:solidFill>
            <a:srgbClr val="EEEFF4"/>
          </a:solidFill>
        </p:spPr>
        <p:txBody>
          <a:bodyPr wrap="none" lIns="0" tIns="36000" rIns="72000" bIns="36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title of subject #4</a:t>
            </a:r>
          </a:p>
        </p:txBody>
      </p:sp>
      <p:sp>
        <p:nvSpPr>
          <p:cNvPr id="219" name="Tijdelijke aanduiding voor tekst 25">
            <a:extLst>
              <a:ext uri="{FF2B5EF4-FFF2-40B4-BE49-F238E27FC236}">
                <a16:creationId xmlns:a16="http://schemas.microsoft.com/office/drawing/2014/main" id="{81B00879-41E0-40F4-A3E3-7A4B45D8FC7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420660" y="4912225"/>
            <a:ext cx="2445147" cy="349702"/>
          </a:xfrm>
          <a:solidFill>
            <a:srgbClr val="EEEFF4"/>
          </a:solidFill>
        </p:spPr>
        <p:txBody>
          <a:bodyPr wrap="none" lIns="0" tIns="36000" rIns="72000" bIns="36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title of subject #5</a:t>
            </a:r>
          </a:p>
        </p:txBody>
      </p:sp>
      <p:sp>
        <p:nvSpPr>
          <p:cNvPr id="207" name="Tijdelijke aanduiding voor tekst 25">
            <a:extLst>
              <a:ext uri="{FF2B5EF4-FFF2-40B4-BE49-F238E27FC236}">
                <a16:creationId xmlns:a16="http://schemas.microsoft.com/office/drawing/2014/main" id="{297A7A84-2B61-4C76-B660-8277E942DF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20660" y="1468976"/>
            <a:ext cx="2445147" cy="349702"/>
          </a:xfrm>
          <a:solidFill>
            <a:srgbClr val="EEEFF4"/>
          </a:solidFill>
        </p:spPr>
        <p:txBody>
          <a:bodyPr wrap="none" lIns="0" tIns="36000" rIns="72000" bIns="36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title of subject #1</a:t>
            </a:r>
          </a:p>
        </p:txBody>
      </p:sp>
      <p:sp>
        <p:nvSpPr>
          <p:cNvPr id="175" name="Tekstvak 174">
            <a:extLst>
              <a:ext uri="{FF2B5EF4-FFF2-40B4-BE49-F238E27FC236}">
                <a16:creationId xmlns:a16="http://schemas.microsoft.com/office/drawing/2014/main" id="{A9824BD7-3D66-433B-9827-FD41EE6F6AA9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74" name="INSTRUCTION">
            <a:extLst>
              <a:ext uri="{FF2B5EF4-FFF2-40B4-BE49-F238E27FC236}">
                <a16:creationId xmlns:a16="http://schemas.microsoft.com/office/drawing/2014/main" id="{BDAE43EB-36C2-469C-A89E-57EDE4F077A9}"/>
              </a:ext>
            </a:extLst>
          </p:cNvPr>
          <p:cNvGrpSpPr/>
          <p:nvPr userDrawn="1"/>
        </p:nvGrpSpPr>
        <p:grpSpPr>
          <a:xfrm>
            <a:off x="-3786437" y="1"/>
            <a:ext cx="3693386" cy="5084661"/>
            <a:chOff x="-3786437" y="1"/>
            <a:chExt cx="3693386" cy="5084661"/>
          </a:xfrm>
        </p:grpSpPr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A9708C0B-3E37-4822-AE33-02674887B5E1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43692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F2A73D02-A815-4707-BCBD-2B9FF2309677}"/>
                </a:ext>
              </a:extLst>
            </p:cNvPr>
            <p:cNvSpPr/>
            <p:nvPr userDrawn="1"/>
          </p:nvSpPr>
          <p:spPr>
            <a:xfrm>
              <a:off x="-3786437" y="425666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78" name="Ovaal 77">
              <a:extLst>
                <a:ext uri="{FF2B5EF4-FFF2-40B4-BE49-F238E27FC236}">
                  <a16:creationId xmlns:a16="http://schemas.microsoft.com/office/drawing/2014/main" id="{AD21D77B-0BF6-4B23-8CE0-8B00F8C6F15E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BC8424B3-DA27-492C-8DFE-6C485F9B89FF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80" name="Groep 79">
              <a:extLst>
                <a:ext uri="{FF2B5EF4-FFF2-40B4-BE49-F238E27FC236}">
                  <a16:creationId xmlns:a16="http://schemas.microsoft.com/office/drawing/2014/main" id="{F840105E-EC68-4EA4-B8C7-4AEF4DF5EBAE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10" name="Rechthoek 109">
                <a:extLst>
                  <a:ext uri="{FF2B5EF4-FFF2-40B4-BE49-F238E27FC236}">
                    <a16:creationId xmlns:a16="http://schemas.microsoft.com/office/drawing/2014/main" id="{EA897DD4-35D9-4355-9185-D680B47B4AD0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1" name="Ovaal 110">
                <a:extLst>
                  <a:ext uri="{FF2B5EF4-FFF2-40B4-BE49-F238E27FC236}">
                    <a16:creationId xmlns:a16="http://schemas.microsoft.com/office/drawing/2014/main" id="{237E6C57-FA5B-4B7E-AB6C-FB67AE655F83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2" name="Vrije vorm: vorm 111">
                <a:extLst>
                  <a:ext uri="{FF2B5EF4-FFF2-40B4-BE49-F238E27FC236}">
                    <a16:creationId xmlns:a16="http://schemas.microsoft.com/office/drawing/2014/main" id="{39301A37-0B2C-4432-944F-C68A036C996D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Rechthoek: afgeronde hoeken 112">
                <a:extLst>
                  <a:ext uri="{FF2B5EF4-FFF2-40B4-BE49-F238E27FC236}">
                    <a16:creationId xmlns:a16="http://schemas.microsoft.com/office/drawing/2014/main" id="{EF0C3131-81BA-4F9D-AF57-ACFCD76CCFDA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14" name="Rechte verbindingslijn 113">
                <a:extLst>
                  <a:ext uri="{FF2B5EF4-FFF2-40B4-BE49-F238E27FC236}">
                    <a16:creationId xmlns:a16="http://schemas.microsoft.com/office/drawing/2014/main" id="{6FAF8955-4E9E-4568-A99E-254799AA3E4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" name="Rechte verbindingslijn 114">
                <a:extLst>
                  <a:ext uri="{FF2B5EF4-FFF2-40B4-BE49-F238E27FC236}">
                    <a16:creationId xmlns:a16="http://schemas.microsoft.com/office/drawing/2014/main" id="{59AD1909-3B50-4A35-AC89-E049BB0ABA69}"/>
                  </a:ext>
                </a:extLst>
              </p:cNvPr>
              <p:cNvCxnSpPr>
                <a:cxnSpLocks/>
                <a:stCxn id="113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Ovaal 80">
              <a:extLst>
                <a:ext uri="{FF2B5EF4-FFF2-40B4-BE49-F238E27FC236}">
                  <a16:creationId xmlns:a16="http://schemas.microsoft.com/office/drawing/2014/main" id="{73802C1C-DDA4-45CF-BF1E-A7E779814162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021BE7C1-96D0-4441-8A6B-076BF645E8D3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F04414C0-A1F0-4E45-8F1F-F27CBCD67E2C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07" name="Rechthoek 106">
                <a:extLst>
                  <a:ext uri="{FF2B5EF4-FFF2-40B4-BE49-F238E27FC236}">
                    <a16:creationId xmlns:a16="http://schemas.microsoft.com/office/drawing/2014/main" id="{F4F208AC-9AE2-49BC-BB14-1EF3FA3C41F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08" name="Rechte verbindingslijn 107">
                <a:extLst>
                  <a:ext uri="{FF2B5EF4-FFF2-40B4-BE49-F238E27FC236}">
                    <a16:creationId xmlns:a16="http://schemas.microsoft.com/office/drawing/2014/main" id="{B26C71E3-01CD-499E-A735-4DFCD8042F80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09" name="Gelijkbenige driehoek 108">
                <a:extLst>
                  <a:ext uri="{FF2B5EF4-FFF2-40B4-BE49-F238E27FC236}">
                    <a16:creationId xmlns:a16="http://schemas.microsoft.com/office/drawing/2014/main" id="{A6714611-77FB-4667-AD85-7E36671126B4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B3F6C8A9-CF42-40D0-B410-774BA9678DBA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DCAA2896-F2AE-402C-8B27-1BB8F4C78598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79034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86" name="Groep 85">
              <a:extLst>
                <a:ext uri="{FF2B5EF4-FFF2-40B4-BE49-F238E27FC236}">
                  <a16:creationId xmlns:a16="http://schemas.microsoft.com/office/drawing/2014/main" id="{8F91DA53-67DF-4D5C-AD3D-3413B52A7E2C}"/>
                </a:ext>
              </a:extLst>
            </p:cNvPr>
            <p:cNvGrpSpPr/>
            <p:nvPr userDrawn="1"/>
          </p:nvGrpSpPr>
          <p:grpSpPr>
            <a:xfrm>
              <a:off x="-3441613" y="3457758"/>
              <a:ext cx="622283" cy="612920"/>
              <a:chOff x="12617641" y="3403239"/>
              <a:chExt cx="752963" cy="741634"/>
            </a:xfrm>
          </p:grpSpPr>
          <p:grpSp>
            <p:nvGrpSpPr>
              <p:cNvPr id="90" name="Groep 89">
                <a:extLst>
                  <a:ext uri="{FF2B5EF4-FFF2-40B4-BE49-F238E27FC236}">
                    <a16:creationId xmlns:a16="http://schemas.microsoft.com/office/drawing/2014/main" id="{12A15056-2FFD-49AC-ABF6-9710FBBFF748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93" name="Groep 92">
                  <a:extLst>
                    <a:ext uri="{FF2B5EF4-FFF2-40B4-BE49-F238E27FC236}">
                      <a16:creationId xmlns:a16="http://schemas.microsoft.com/office/drawing/2014/main" id="{B58620F9-5B63-46FC-8059-141BE1F3C68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01" name="Groep 100">
                    <a:extLst>
                      <a:ext uri="{FF2B5EF4-FFF2-40B4-BE49-F238E27FC236}">
                        <a16:creationId xmlns:a16="http://schemas.microsoft.com/office/drawing/2014/main" id="{D6254DB1-7913-49BE-AFF9-C4772341458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04" name="Rechthoek 103">
                      <a:extLst>
                        <a:ext uri="{FF2B5EF4-FFF2-40B4-BE49-F238E27FC236}">
                          <a16:creationId xmlns:a16="http://schemas.microsoft.com/office/drawing/2014/main" id="{B718C790-B2F2-4D0C-AD5C-911F5BD9E3F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5" name="Rechthoek 104">
                      <a:extLst>
                        <a:ext uri="{FF2B5EF4-FFF2-40B4-BE49-F238E27FC236}">
                          <a16:creationId xmlns:a16="http://schemas.microsoft.com/office/drawing/2014/main" id="{F08BF87E-A1C1-446D-86B2-625334E1790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6" name="Ovaal 105">
                      <a:extLst>
                        <a:ext uri="{FF2B5EF4-FFF2-40B4-BE49-F238E27FC236}">
                          <a16:creationId xmlns:a16="http://schemas.microsoft.com/office/drawing/2014/main" id="{9AADD54D-7BC9-47EA-8694-C9F996D5898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02" name="Afbeelding 101">
                    <a:extLst>
                      <a:ext uri="{FF2B5EF4-FFF2-40B4-BE49-F238E27FC236}">
                        <a16:creationId xmlns:a16="http://schemas.microsoft.com/office/drawing/2014/main" id="{409E53F8-9312-4B18-BA4D-B4E216E69FAE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03" name="Afbeelding 102">
                    <a:extLst>
                      <a:ext uri="{FF2B5EF4-FFF2-40B4-BE49-F238E27FC236}">
                        <a16:creationId xmlns:a16="http://schemas.microsoft.com/office/drawing/2014/main" id="{C909D977-04C8-4375-9B98-E8BA50165DA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94" name="Groep 93">
                  <a:extLst>
                    <a:ext uri="{FF2B5EF4-FFF2-40B4-BE49-F238E27FC236}">
                      <a16:creationId xmlns:a16="http://schemas.microsoft.com/office/drawing/2014/main" id="{1613A6C9-8AE7-4F06-9452-1833838FBD5D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98" name="Rechthoek 97">
                    <a:extLst>
                      <a:ext uri="{FF2B5EF4-FFF2-40B4-BE49-F238E27FC236}">
                        <a16:creationId xmlns:a16="http://schemas.microsoft.com/office/drawing/2014/main" id="{E041D962-2182-4C37-80AF-867F9B2B5B0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99" name="Rechthoek 98">
                    <a:extLst>
                      <a:ext uri="{FF2B5EF4-FFF2-40B4-BE49-F238E27FC236}">
                        <a16:creationId xmlns:a16="http://schemas.microsoft.com/office/drawing/2014/main" id="{63F29DA8-7AD6-4A83-A824-C2BBB77718F7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95" name="Groep 94">
                  <a:extLst>
                    <a:ext uri="{FF2B5EF4-FFF2-40B4-BE49-F238E27FC236}">
                      <a16:creationId xmlns:a16="http://schemas.microsoft.com/office/drawing/2014/main" id="{4834C1C3-47EE-4CB2-A63C-32FDC1BFA9F2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96" name="Rechthoek 95">
                    <a:extLst>
                      <a:ext uri="{FF2B5EF4-FFF2-40B4-BE49-F238E27FC236}">
                        <a16:creationId xmlns:a16="http://schemas.microsoft.com/office/drawing/2014/main" id="{5007AD26-2366-4473-89E9-CE78450B752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97" name="Rechthoek 96">
                    <a:extLst>
                      <a:ext uri="{FF2B5EF4-FFF2-40B4-BE49-F238E27FC236}">
                        <a16:creationId xmlns:a16="http://schemas.microsoft.com/office/drawing/2014/main" id="{20D1DF41-121B-4902-B091-C53331AE5C2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91" name="Rechthoek 90">
                <a:extLst>
                  <a:ext uri="{FF2B5EF4-FFF2-40B4-BE49-F238E27FC236}">
                    <a16:creationId xmlns:a16="http://schemas.microsoft.com/office/drawing/2014/main" id="{1A864664-3DA3-4965-A6C6-8F7FAC1D4372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92" name="Gelijkbenige driehoek 91">
                <a:extLst>
                  <a:ext uri="{FF2B5EF4-FFF2-40B4-BE49-F238E27FC236}">
                    <a16:creationId xmlns:a16="http://schemas.microsoft.com/office/drawing/2014/main" id="{F7247E99-3629-4939-B49F-12460D8C4820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7" name="ICOON_info">
              <a:extLst>
                <a:ext uri="{FF2B5EF4-FFF2-40B4-BE49-F238E27FC236}">
                  <a16:creationId xmlns:a16="http://schemas.microsoft.com/office/drawing/2014/main" id="{E1E76121-D3CA-42B6-8D2F-1414110A0E45}"/>
                </a:ext>
              </a:extLst>
            </p:cNvPr>
            <p:cNvGrpSpPr/>
            <p:nvPr userDrawn="1"/>
          </p:nvGrpSpPr>
          <p:grpSpPr>
            <a:xfrm>
              <a:off x="-376736" y="4085613"/>
              <a:ext cx="283685" cy="283685"/>
              <a:chOff x="-510741" y="5913713"/>
              <a:chExt cx="267555" cy="267555"/>
            </a:xfrm>
          </p:grpSpPr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8D705A6A-8A23-45F5-B7B2-8911E6D1AC1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9" name="Graphic 163" descr="Informatie">
                <a:extLst>
                  <a:ext uri="{FF2B5EF4-FFF2-40B4-BE49-F238E27FC236}">
                    <a16:creationId xmlns:a16="http://schemas.microsoft.com/office/drawing/2014/main" id="{3A9F7D87-F584-4B21-A107-584ECA9B23A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16" name="Tijdelijke aanduiding voor tekst 17">
            <a:extLst>
              <a:ext uri="{FF2B5EF4-FFF2-40B4-BE49-F238E27FC236}">
                <a16:creationId xmlns:a16="http://schemas.microsoft.com/office/drawing/2014/main" id="{865B9AE9-4B04-4DF6-8065-1549B56B221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9125" y="6424534"/>
            <a:ext cx="3067050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2941237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 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jdelijke aanduiding voor afbeelding 16">
            <a:extLst>
              <a:ext uri="{FF2B5EF4-FFF2-40B4-BE49-F238E27FC236}">
                <a16:creationId xmlns:a16="http://schemas.microsoft.com/office/drawing/2014/main" id="{A069FBBC-87BA-4F45-9AAA-DB41BB7BADD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32724" y="1460258"/>
            <a:ext cx="4359275" cy="5397741"/>
          </a:xfrm>
          <a:solidFill>
            <a:schemeClr val="bg1">
              <a:lumMod val="95000"/>
            </a:schemeClr>
          </a:solidFill>
        </p:spPr>
        <p:txBody>
          <a:bodyPr lIns="360000" tIns="0" rIns="36000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9137" y="1805650"/>
            <a:ext cx="6760988" cy="449513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PHOTO + TEXT (S)</a:t>
            </a:r>
          </a:p>
        </p:txBody>
      </p:sp>
      <p:sp>
        <p:nvSpPr>
          <p:cNvPr id="99" name="Tijdelijke aanduiding voor tekst 12">
            <a:extLst>
              <a:ext uri="{FF2B5EF4-FFF2-40B4-BE49-F238E27FC236}">
                <a16:creationId xmlns:a16="http://schemas.microsoft.com/office/drawing/2014/main" id="{B47FE18C-FEBA-48CA-8997-2B35B0B923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FF92628-DB12-4F96-83BB-2EBA4C3DB97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381751" y="6424534"/>
            <a:ext cx="270000" cy="1548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4" name="Tijdelijke aanduiding voor tekst 17">
            <a:extLst>
              <a:ext uri="{FF2B5EF4-FFF2-40B4-BE49-F238E27FC236}">
                <a16:creationId xmlns:a16="http://schemas.microsoft.com/office/drawing/2014/main" id="{F1DBEA21-551F-413F-8D33-656DF4C5FA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660" y="6424534"/>
            <a:ext cx="3232065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45" name="Tijdelijke aanduiding voor tekst 17">
            <a:extLst>
              <a:ext uri="{FF2B5EF4-FFF2-40B4-BE49-F238E27FC236}">
                <a16:creationId xmlns:a16="http://schemas.microsoft.com/office/drawing/2014/main" id="{1C2A5AAD-C413-4E39-87EB-9B5DA9113C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92599" y="6424534"/>
            <a:ext cx="3603625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DBC3AF1-7B71-491F-8534-672553450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grpSp>
        <p:nvGrpSpPr>
          <p:cNvPr id="150" name="INSTRUCTION">
            <a:extLst>
              <a:ext uri="{FF2B5EF4-FFF2-40B4-BE49-F238E27FC236}">
                <a16:creationId xmlns:a16="http://schemas.microsoft.com/office/drawing/2014/main" id="{0E83BF26-19C6-44A9-8C1E-FCFA5411391A}"/>
              </a:ext>
            </a:extLst>
          </p:cNvPr>
          <p:cNvGrpSpPr/>
          <p:nvPr userDrawn="1"/>
        </p:nvGrpSpPr>
        <p:grpSpPr>
          <a:xfrm>
            <a:off x="12377595" y="1"/>
            <a:ext cx="3693386" cy="5084661"/>
            <a:chOff x="-3786437" y="1"/>
            <a:chExt cx="3693386" cy="5084661"/>
          </a:xfrm>
        </p:grpSpPr>
        <p:sp>
          <p:nvSpPr>
            <p:cNvPr id="151" name="Rechthoek 150">
              <a:extLst>
                <a:ext uri="{FF2B5EF4-FFF2-40B4-BE49-F238E27FC236}">
                  <a16:creationId xmlns:a16="http://schemas.microsoft.com/office/drawing/2014/main" id="{D0C843D1-F037-4E4F-BD4D-993528116BD1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43692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2" name="Rechthoek 151">
              <a:extLst>
                <a:ext uri="{FF2B5EF4-FFF2-40B4-BE49-F238E27FC236}">
                  <a16:creationId xmlns:a16="http://schemas.microsoft.com/office/drawing/2014/main" id="{15D04504-2EC0-4795-8F35-AED5F781E733}"/>
                </a:ext>
              </a:extLst>
            </p:cNvPr>
            <p:cNvSpPr/>
            <p:nvPr userDrawn="1"/>
          </p:nvSpPr>
          <p:spPr>
            <a:xfrm>
              <a:off x="-3786437" y="425666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53" name="Ovaal 152">
              <a:extLst>
                <a:ext uri="{FF2B5EF4-FFF2-40B4-BE49-F238E27FC236}">
                  <a16:creationId xmlns:a16="http://schemas.microsoft.com/office/drawing/2014/main" id="{CAF757B9-93FC-4D40-8AD6-ACFAED12DD76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4" name="Rechthoek 153">
              <a:extLst>
                <a:ext uri="{FF2B5EF4-FFF2-40B4-BE49-F238E27FC236}">
                  <a16:creationId xmlns:a16="http://schemas.microsoft.com/office/drawing/2014/main" id="{884B0850-8C3F-4E48-B37F-5300DFB4ACE0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5" name="Groep 154">
              <a:extLst>
                <a:ext uri="{FF2B5EF4-FFF2-40B4-BE49-F238E27FC236}">
                  <a16:creationId xmlns:a16="http://schemas.microsoft.com/office/drawing/2014/main" id="{099EB546-BB32-4EB3-8F54-242D24F2C387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84" name="Rechthoek 183">
                <a:extLst>
                  <a:ext uri="{FF2B5EF4-FFF2-40B4-BE49-F238E27FC236}">
                    <a16:creationId xmlns:a16="http://schemas.microsoft.com/office/drawing/2014/main" id="{07711DE5-63C7-4D94-B2A4-05F8DE25C5F1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5" name="Ovaal 184">
                <a:extLst>
                  <a:ext uri="{FF2B5EF4-FFF2-40B4-BE49-F238E27FC236}">
                    <a16:creationId xmlns:a16="http://schemas.microsoft.com/office/drawing/2014/main" id="{1524EDB5-C780-48D2-8735-2F871774B29D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6" name="Vrije vorm: vorm 185">
                <a:extLst>
                  <a:ext uri="{FF2B5EF4-FFF2-40B4-BE49-F238E27FC236}">
                    <a16:creationId xmlns:a16="http://schemas.microsoft.com/office/drawing/2014/main" id="{341448BC-0F59-48BC-8261-F26B35B1C87A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7" name="Rechthoek: afgeronde hoeken 186">
                <a:extLst>
                  <a:ext uri="{FF2B5EF4-FFF2-40B4-BE49-F238E27FC236}">
                    <a16:creationId xmlns:a16="http://schemas.microsoft.com/office/drawing/2014/main" id="{B7C98BF9-9AE0-4BC2-84D4-B0CBFB4FC68F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88" name="Rechte verbindingslijn 187">
                <a:extLst>
                  <a:ext uri="{FF2B5EF4-FFF2-40B4-BE49-F238E27FC236}">
                    <a16:creationId xmlns:a16="http://schemas.microsoft.com/office/drawing/2014/main" id="{D17D98FE-AC43-40E1-A322-51E05367A51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9" name="Rechte verbindingslijn 188">
                <a:extLst>
                  <a:ext uri="{FF2B5EF4-FFF2-40B4-BE49-F238E27FC236}">
                    <a16:creationId xmlns:a16="http://schemas.microsoft.com/office/drawing/2014/main" id="{9586952B-0BB9-4937-AACB-96B161E83202}"/>
                  </a:ext>
                </a:extLst>
              </p:cNvPr>
              <p:cNvCxnSpPr>
                <a:cxnSpLocks/>
                <a:stCxn id="187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143E12D6-A244-4AFB-8A49-060BBE2F649A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B64A8B06-4BE5-41F3-B262-0063CF19D2FF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8" name="Groep 157">
              <a:extLst>
                <a:ext uri="{FF2B5EF4-FFF2-40B4-BE49-F238E27FC236}">
                  <a16:creationId xmlns:a16="http://schemas.microsoft.com/office/drawing/2014/main" id="{B83012AC-15DF-499B-B54B-621442218A9E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81" name="Rechthoek 180">
                <a:extLst>
                  <a:ext uri="{FF2B5EF4-FFF2-40B4-BE49-F238E27FC236}">
                    <a16:creationId xmlns:a16="http://schemas.microsoft.com/office/drawing/2014/main" id="{12297F1F-9DFB-4724-B9F4-8E1EE2786D62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82" name="Rechte verbindingslijn 181">
                <a:extLst>
                  <a:ext uri="{FF2B5EF4-FFF2-40B4-BE49-F238E27FC236}">
                    <a16:creationId xmlns:a16="http://schemas.microsoft.com/office/drawing/2014/main" id="{41782B32-BE80-4FBB-85BC-12FB6D820D25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83" name="Gelijkbenige driehoek 182">
                <a:extLst>
                  <a:ext uri="{FF2B5EF4-FFF2-40B4-BE49-F238E27FC236}">
                    <a16:creationId xmlns:a16="http://schemas.microsoft.com/office/drawing/2014/main" id="{877B8A93-54F5-4AD4-B318-F19C4795F95B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9" name="Ovaal 158">
              <a:extLst>
                <a:ext uri="{FF2B5EF4-FFF2-40B4-BE49-F238E27FC236}">
                  <a16:creationId xmlns:a16="http://schemas.microsoft.com/office/drawing/2014/main" id="{47970945-B3BC-499B-9788-84C60F3C6FCA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0" name="Rechthoek 159">
              <a:extLst>
                <a:ext uri="{FF2B5EF4-FFF2-40B4-BE49-F238E27FC236}">
                  <a16:creationId xmlns:a16="http://schemas.microsoft.com/office/drawing/2014/main" id="{C07575CC-9291-4A9A-B110-9E6A586E2192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79034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61" name="Groep 160">
              <a:extLst>
                <a:ext uri="{FF2B5EF4-FFF2-40B4-BE49-F238E27FC236}">
                  <a16:creationId xmlns:a16="http://schemas.microsoft.com/office/drawing/2014/main" id="{D9998EA4-483A-47E7-BF4B-DE1E0CDCECA3}"/>
                </a:ext>
              </a:extLst>
            </p:cNvPr>
            <p:cNvGrpSpPr/>
            <p:nvPr userDrawn="1"/>
          </p:nvGrpSpPr>
          <p:grpSpPr>
            <a:xfrm>
              <a:off x="-3441613" y="3457758"/>
              <a:ext cx="622283" cy="612920"/>
              <a:chOff x="12617641" y="3403239"/>
              <a:chExt cx="752963" cy="741634"/>
            </a:xfrm>
          </p:grpSpPr>
          <p:grpSp>
            <p:nvGrpSpPr>
              <p:cNvPr id="165" name="Groep 164">
                <a:extLst>
                  <a:ext uri="{FF2B5EF4-FFF2-40B4-BE49-F238E27FC236}">
                    <a16:creationId xmlns:a16="http://schemas.microsoft.com/office/drawing/2014/main" id="{413F679E-D463-4D5D-8F24-E8D1FC8B22A0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68" name="Groep 167">
                  <a:extLst>
                    <a:ext uri="{FF2B5EF4-FFF2-40B4-BE49-F238E27FC236}">
                      <a16:creationId xmlns:a16="http://schemas.microsoft.com/office/drawing/2014/main" id="{81A8DEFA-2B7F-4664-9CBD-473F3C6EC529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75" name="Groep 174">
                    <a:extLst>
                      <a:ext uri="{FF2B5EF4-FFF2-40B4-BE49-F238E27FC236}">
                        <a16:creationId xmlns:a16="http://schemas.microsoft.com/office/drawing/2014/main" id="{98FB7641-E0CB-48F2-A666-E52CBB0FAF4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78" name="Rechthoek 177">
                      <a:extLst>
                        <a:ext uri="{FF2B5EF4-FFF2-40B4-BE49-F238E27FC236}">
                          <a16:creationId xmlns:a16="http://schemas.microsoft.com/office/drawing/2014/main" id="{B85038C9-9429-4463-8D5B-51684943B3E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79" name="Rechthoek 178">
                      <a:extLst>
                        <a:ext uri="{FF2B5EF4-FFF2-40B4-BE49-F238E27FC236}">
                          <a16:creationId xmlns:a16="http://schemas.microsoft.com/office/drawing/2014/main" id="{2FC773F7-314B-4A99-B3C1-738867E4489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80" name="Ovaal 179">
                      <a:extLst>
                        <a:ext uri="{FF2B5EF4-FFF2-40B4-BE49-F238E27FC236}">
                          <a16:creationId xmlns:a16="http://schemas.microsoft.com/office/drawing/2014/main" id="{8FF5758F-3244-4406-BB70-9EBEAAD84CF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76" name="Afbeelding 175">
                    <a:extLst>
                      <a:ext uri="{FF2B5EF4-FFF2-40B4-BE49-F238E27FC236}">
                        <a16:creationId xmlns:a16="http://schemas.microsoft.com/office/drawing/2014/main" id="{AF3703AB-1F83-4B31-AFBE-23C9E6BD447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77" name="Afbeelding 176">
                    <a:extLst>
                      <a:ext uri="{FF2B5EF4-FFF2-40B4-BE49-F238E27FC236}">
                        <a16:creationId xmlns:a16="http://schemas.microsoft.com/office/drawing/2014/main" id="{468A5F0D-DE53-4E63-AF7C-5C75D7AD57F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69" name="Groep 168">
                  <a:extLst>
                    <a:ext uri="{FF2B5EF4-FFF2-40B4-BE49-F238E27FC236}">
                      <a16:creationId xmlns:a16="http://schemas.microsoft.com/office/drawing/2014/main" id="{A27A21BA-A3F9-4FAA-B231-406F90283CC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73" name="Rechthoek 172">
                    <a:extLst>
                      <a:ext uri="{FF2B5EF4-FFF2-40B4-BE49-F238E27FC236}">
                        <a16:creationId xmlns:a16="http://schemas.microsoft.com/office/drawing/2014/main" id="{301F44CA-9E5C-4581-8827-12895DA9F27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74" name="Rechthoek 173">
                    <a:extLst>
                      <a:ext uri="{FF2B5EF4-FFF2-40B4-BE49-F238E27FC236}">
                        <a16:creationId xmlns:a16="http://schemas.microsoft.com/office/drawing/2014/main" id="{228E4396-F819-4D40-8DDE-B4CC1FC93AC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70" name="Groep 169">
                  <a:extLst>
                    <a:ext uri="{FF2B5EF4-FFF2-40B4-BE49-F238E27FC236}">
                      <a16:creationId xmlns:a16="http://schemas.microsoft.com/office/drawing/2014/main" id="{B672ECA8-FAA3-4F7F-934C-71171D94BAF4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71" name="Rechthoek 170">
                    <a:extLst>
                      <a:ext uri="{FF2B5EF4-FFF2-40B4-BE49-F238E27FC236}">
                        <a16:creationId xmlns:a16="http://schemas.microsoft.com/office/drawing/2014/main" id="{2EDA615C-A6EB-4102-AA14-E44A0C04E83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72" name="Rechthoek 171">
                    <a:extLst>
                      <a:ext uri="{FF2B5EF4-FFF2-40B4-BE49-F238E27FC236}">
                        <a16:creationId xmlns:a16="http://schemas.microsoft.com/office/drawing/2014/main" id="{9EAF24AA-6F01-4B3F-B97E-08911256376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A4C3EB9B-21A5-4EE6-9B12-6F3569EF6983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67" name="Gelijkbenige driehoek 166">
                <a:extLst>
                  <a:ext uri="{FF2B5EF4-FFF2-40B4-BE49-F238E27FC236}">
                    <a16:creationId xmlns:a16="http://schemas.microsoft.com/office/drawing/2014/main" id="{7A5CB218-56D3-4844-ABEB-995153355C5A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2" name="ICOON_info">
              <a:extLst>
                <a:ext uri="{FF2B5EF4-FFF2-40B4-BE49-F238E27FC236}">
                  <a16:creationId xmlns:a16="http://schemas.microsoft.com/office/drawing/2014/main" id="{3ED7CE64-A428-4965-8652-D1EAEC49F0CA}"/>
                </a:ext>
              </a:extLst>
            </p:cNvPr>
            <p:cNvGrpSpPr/>
            <p:nvPr userDrawn="1"/>
          </p:nvGrpSpPr>
          <p:grpSpPr>
            <a:xfrm>
              <a:off x="-376736" y="4085613"/>
              <a:ext cx="283685" cy="283685"/>
              <a:chOff x="-510741" y="5913713"/>
              <a:chExt cx="267555" cy="267555"/>
            </a:xfrm>
          </p:grpSpPr>
          <p:sp>
            <p:nvSpPr>
              <p:cNvPr id="163" name="Ovaal 162">
                <a:extLst>
                  <a:ext uri="{FF2B5EF4-FFF2-40B4-BE49-F238E27FC236}">
                    <a16:creationId xmlns:a16="http://schemas.microsoft.com/office/drawing/2014/main" id="{FE1A53E4-AE6A-4669-B1BD-66AFCB0A069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4" name="Graphic 163" descr="Informatie">
                <a:extLst>
                  <a:ext uri="{FF2B5EF4-FFF2-40B4-BE49-F238E27FC236}">
                    <a16:creationId xmlns:a16="http://schemas.microsoft.com/office/drawing/2014/main" id="{F5B7E6E0-4B47-447B-83BD-E3DCBB8C792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190" name="INSTRUCTION">
            <a:extLst>
              <a:ext uri="{FF2B5EF4-FFF2-40B4-BE49-F238E27FC236}">
                <a16:creationId xmlns:a16="http://schemas.microsoft.com/office/drawing/2014/main" id="{7B015F40-8B75-47CC-B35C-3D45D943DD0E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91" name="Rechthoek 190">
              <a:extLst>
                <a:ext uri="{FF2B5EF4-FFF2-40B4-BE49-F238E27FC236}">
                  <a16:creationId xmlns:a16="http://schemas.microsoft.com/office/drawing/2014/main" id="{3F40CCA2-FDF4-499F-92EC-68518267F6FD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92" name="Ovaal 191">
              <a:extLst>
                <a:ext uri="{FF2B5EF4-FFF2-40B4-BE49-F238E27FC236}">
                  <a16:creationId xmlns:a16="http://schemas.microsoft.com/office/drawing/2014/main" id="{69A81613-F127-4BDC-BB5D-AAA60587F894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93" name="Rechthoek 192">
              <a:extLst>
                <a:ext uri="{FF2B5EF4-FFF2-40B4-BE49-F238E27FC236}">
                  <a16:creationId xmlns:a16="http://schemas.microsoft.com/office/drawing/2014/main" id="{9C9D57ED-CA5D-4182-A8BF-E3C462344F90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94" name="Ovaal 193">
              <a:extLst>
                <a:ext uri="{FF2B5EF4-FFF2-40B4-BE49-F238E27FC236}">
                  <a16:creationId xmlns:a16="http://schemas.microsoft.com/office/drawing/2014/main" id="{FC8DCF16-6EFE-4839-A021-4784CB0B0958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95" name="Rechthoek 194">
              <a:extLst>
                <a:ext uri="{FF2B5EF4-FFF2-40B4-BE49-F238E27FC236}">
                  <a16:creationId xmlns:a16="http://schemas.microsoft.com/office/drawing/2014/main" id="{2869B5DA-653C-4F13-9C2C-36353DE90FE9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96" name="Ovaal 195">
              <a:extLst>
                <a:ext uri="{FF2B5EF4-FFF2-40B4-BE49-F238E27FC236}">
                  <a16:creationId xmlns:a16="http://schemas.microsoft.com/office/drawing/2014/main" id="{8EF9D97F-5B33-4E5C-9E72-7699BF0EE686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97" name="Ovaal 196">
              <a:extLst>
                <a:ext uri="{FF2B5EF4-FFF2-40B4-BE49-F238E27FC236}">
                  <a16:creationId xmlns:a16="http://schemas.microsoft.com/office/drawing/2014/main" id="{B61ABA09-A54A-4B6D-95E0-E50C250CBA58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98" name="Ovaal 197">
              <a:extLst>
                <a:ext uri="{FF2B5EF4-FFF2-40B4-BE49-F238E27FC236}">
                  <a16:creationId xmlns:a16="http://schemas.microsoft.com/office/drawing/2014/main" id="{3990933D-4294-43B9-8D77-EA9159B9DC62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99" name="Ovaal 198">
              <a:extLst>
                <a:ext uri="{FF2B5EF4-FFF2-40B4-BE49-F238E27FC236}">
                  <a16:creationId xmlns:a16="http://schemas.microsoft.com/office/drawing/2014/main" id="{C5D17C82-C43E-46CD-83F8-F2916252706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00" name="Ovaal 199">
              <a:extLst>
                <a:ext uri="{FF2B5EF4-FFF2-40B4-BE49-F238E27FC236}">
                  <a16:creationId xmlns:a16="http://schemas.microsoft.com/office/drawing/2014/main" id="{4D655FAB-4E9A-412A-8EDB-8C27FEFD0A9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01" name="Ovaal 200">
              <a:extLst>
                <a:ext uri="{FF2B5EF4-FFF2-40B4-BE49-F238E27FC236}">
                  <a16:creationId xmlns:a16="http://schemas.microsoft.com/office/drawing/2014/main" id="{76FCC083-7540-4C7D-BCA4-C0FD59736BC7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02" name="Ovaal 201">
              <a:extLst>
                <a:ext uri="{FF2B5EF4-FFF2-40B4-BE49-F238E27FC236}">
                  <a16:creationId xmlns:a16="http://schemas.microsoft.com/office/drawing/2014/main" id="{3C118278-908F-41D3-8980-601B12E73CEB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03" name="Rechthoek 202">
              <a:extLst>
                <a:ext uri="{FF2B5EF4-FFF2-40B4-BE49-F238E27FC236}">
                  <a16:creationId xmlns:a16="http://schemas.microsoft.com/office/drawing/2014/main" id="{6431A9FE-F8AE-43E3-8A5F-8E45674FEEA1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04" name="ICOON_info">
              <a:extLst>
                <a:ext uri="{FF2B5EF4-FFF2-40B4-BE49-F238E27FC236}">
                  <a16:creationId xmlns:a16="http://schemas.microsoft.com/office/drawing/2014/main" id="{220B9423-8E15-40C5-8085-9789F035CBFE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46" name="Ovaal 245">
                <a:extLst>
                  <a:ext uri="{FF2B5EF4-FFF2-40B4-BE49-F238E27FC236}">
                    <a16:creationId xmlns:a16="http://schemas.microsoft.com/office/drawing/2014/main" id="{C22F0034-A075-4B9A-B8CC-477104BC074B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7" name="Graphic 163" descr="Informatie">
                <a:extLst>
                  <a:ext uri="{FF2B5EF4-FFF2-40B4-BE49-F238E27FC236}">
                    <a16:creationId xmlns:a16="http://schemas.microsoft.com/office/drawing/2014/main" id="{64D9BD0B-0BA2-4037-9520-D2AB085D04DD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5" name="VOORBEELD">
              <a:extLst>
                <a:ext uri="{FF2B5EF4-FFF2-40B4-BE49-F238E27FC236}">
                  <a16:creationId xmlns:a16="http://schemas.microsoft.com/office/drawing/2014/main" id="{040EEB86-19D0-46DF-83E2-C595B4FCD06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206" name="Rechthoek 205">
                <a:extLst>
                  <a:ext uri="{FF2B5EF4-FFF2-40B4-BE49-F238E27FC236}">
                    <a16:creationId xmlns:a16="http://schemas.microsoft.com/office/drawing/2014/main" id="{C53E503D-0DDE-4434-AA29-F69C39E03F7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207" name="Rechthoek 206">
                <a:extLst>
                  <a:ext uri="{FF2B5EF4-FFF2-40B4-BE49-F238E27FC236}">
                    <a16:creationId xmlns:a16="http://schemas.microsoft.com/office/drawing/2014/main" id="{64AE1143-3C78-4E11-8C24-570C95457D5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08" name="Groep 207">
                <a:extLst>
                  <a:ext uri="{FF2B5EF4-FFF2-40B4-BE49-F238E27FC236}">
                    <a16:creationId xmlns:a16="http://schemas.microsoft.com/office/drawing/2014/main" id="{84BFEB1E-B29E-424F-8C03-461DF34BB71A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39" name="Groep 238">
                  <a:extLst>
                    <a:ext uri="{FF2B5EF4-FFF2-40B4-BE49-F238E27FC236}">
                      <a16:creationId xmlns:a16="http://schemas.microsoft.com/office/drawing/2014/main" id="{107A9D5A-4867-4485-814F-C3024773258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41" name="Rechte verbindingslijn 240">
                    <a:extLst>
                      <a:ext uri="{FF2B5EF4-FFF2-40B4-BE49-F238E27FC236}">
                        <a16:creationId xmlns:a16="http://schemas.microsoft.com/office/drawing/2014/main" id="{4A64F8EE-9F2A-4DA0-8CEB-7AD28A47F66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2" name="Rechte verbindingslijn 241">
                    <a:extLst>
                      <a:ext uri="{FF2B5EF4-FFF2-40B4-BE49-F238E27FC236}">
                        <a16:creationId xmlns:a16="http://schemas.microsoft.com/office/drawing/2014/main" id="{ED3DD883-95AC-41F1-9575-6AAE294350E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3" name="Rechte verbindingslijn 242">
                    <a:extLst>
                      <a:ext uri="{FF2B5EF4-FFF2-40B4-BE49-F238E27FC236}">
                        <a16:creationId xmlns:a16="http://schemas.microsoft.com/office/drawing/2014/main" id="{FFB43F36-6D92-4247-8016-E927A39C25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4" name="Rechte verbindingslijn 243">
                    <a:extLst>
                      <a:ext uri="{FF2B5EF4-FFF2-40B4-BE49-F238E27FC236}">
                        <a16:creationId xmlns:a16="http://schemas.microsoft.com/office/drawing/2014/main" id="{018036F4-4B2B-46A2-888B-F9DF24A24AF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5" name="Rechte verbindingslijn 244">
                    <a:extLst>
                      <a:ext uri="{FF2B5EF4-FFF2-40B4-BE49-F238E27FC236}">
                        <a16:creationId xmlns:a16="http://schemas.microsoft.com/office/drawing/2014/main" id="{5C743099-3632-4B3D-A1B7-55A0B77FB3C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40" name="Pijl: rechts 239">
                  <a:extLst>
                    <a:ext uri="{FF2B5EF4-FFF2-40B4-BE49-F238E27FC236}">
                      <a16:creationId xmlns:a16="http://schemas.microsoft.com/office/drawing/2014/main" id="{8B568A6F-A1FE-4A6C-A8C4-BC605EE2C910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09" name="Groep 208">
                <a:extLst>
                  <a:ext uri="{FF2B5EF4-FFF2-40B4-BE49-F238E27FC236}">
                    <a16:creationId xmlns:a16="http://schemas.microsoft.com/office/drawing/2014/main" id="{740733E7-4B23-4FE9-A0AB-6B4CD52F2A4E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32" name="Groep 231">
                  <a:extLst>
                    <a:ext uri="{FF2B5EF4-FFF2-40B4-BE49-F238E27FC236}">
                      <a16:creationId xmlns:a16="http://schemas.microsoft.com/office/drawing/2014/main" id="{DF3108CB-543E-40CF-BF99-0AA30A1DCFA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34" name="Rechte verbindingslijn 233">
                    <a:extLst>
                      <a:ext uri="{FF2B5EF4-FFF2-40B4-BE49-F238E27FC236}">
                        <a16:creationId xmlns:a16="http://schemas.microsoft.com/office/drawing/2014/main" id="{A2391D0B-ECB3-4D08-BDA2-CFA644900F3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5" name="Rechte verbindingslijn 234">
                    <a:extLst>
                      <a:ext uri="{FF2B5EF4-FFF2-40B4-BE49-F238E27FC236}">
                        <a16:creationId xmlns:a16="http://schemas.microsoft.com/office/drawing/2014/main" id="{A0493A67-63DE-49C5-A69A-0643CD3ADF2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6" name="Rechte verbindingslijn 235">
                    <a:extLst>
                      <a:ext uri="{FF2B5EF4-FFF2-40B4-BE49-F238E27FC236}">
                        <a16:creationId xmlns:a16="http://schemas.microsoft.com/office/drawing/2014/main" id="{58238A5D-55C7-4CA1-9171-DD1403B8A0E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7" name="Rechte verbindingslijn 236">
                    <a:extLst>
                      <a:ext uri="{FF2B5EF4-FFF2-40B4-BE49-F238E27FC236}">
                        <a16:creationId xmlns:a16="http://schemas.microsoft.com/office/drawing/2014/main" id="{162C1E35-9A07-41B5-BA64-5FF0F35482C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8" name="Rechte verbindingslijn 237">
                    <a:extLst>
                      <a:ext uri="{FF2B5EF4-FFF2-40B4-BE49-F238E27FC236}">
                        <a16:creationId xmlns:a16="http://schemas.microsoft.com/office/drawing/2014/main" id="{71D909F8-C7D4-49D7-BC25-5ACC09DCAA8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3" name="Pijl: rechts 232">
                  <a:extLst>
                    <a:ext uri="{FF2B5EF4-FFF2-40B4-BE49-F238E27FC236}">
                      <a16:creationId xmlns:a16="http://schemas.microsoft.com/office/drawing/2014/main" id="{14738B47-B439-4EC9-A32F-6B254DE3CA09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210" name="Rechte verbindingslijn 209">
                <a:extLst>
                  <a:ext uri="{FF2B5EF4-FFF2-40B4-BE49-F238E27FC236}">
                    <a16:creationId xmlns:a16="http://schemas.microsoft.com/office/drawing/2014/main" id="{99C831A1-322C-49E3-AAA7-02ED2DC0D62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211" name="Rechte verbindingslijn 210">
                <a:extLst>
                  <a:ext uri="{FF2B5EF4-FFF2-40B4-BE49-F238E27FC236}">
                    <a16:creationId xmlns:a16="http://schemas.microsoft.com/office/drawing/2014/main" id="{14397117-ACAD-499C-9B72-3DAC23D100C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212" name="Rechthoek 211">
                <a:extLst>
                  <a:ext uri="{FF2B5EF4-FFF2-40B4-BE49-F238E27FC236}">
                    <a16:creationId xmlns:a16="http://schemas.microsoft.com/office/drawing/2014/main" id="{C5C3D7A0-14B8-408E-958A-077CC05CB077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213" name="Rechthoek 212">
                <a:extLst>
                  <a:ext uri="{FF2B5EF4-FFF2-40B4-BE49-F238E27FC236}">
                    <a16:creationId xmlns:a16="http://schemas.microsoft.com/office/drawing/2014/main" id="{8C53707B-6D9F-4C97-B3B6-519A9CCC1262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214" name="Groep 213">
                <a:extLst>
                  <a:ext uri="{FF2B5EF4-FFF2-40B4-BE49-F238E27FC236}">
                    <a16:creationId xmlns:a16="http://schemas.microsoft.com/office/drawing/2014/main" id="{3A5C22F6-FB2F-4DF7-AE7C-8C8F7769BA72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24" name="Rechthoek 223">
                  <a:extLst>
                    <a:ext uri="{FF2B5EF4-FFF2-40B4-BE49-F238E27FC236}">
                      <a16:creationId xmlns:a16="http://schemas.microsoft.com/office/drawing/2014/main" id="{5CEBC109-1E52-4993-8B69-CB1DFBCC5B7E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25" name="Groep 224">
                  <a:extLst>
                    <a:ext uri="{FF2B5EF4-FFF2-40B4-BE49-F238E27FC236}">
                      <a16:creationId xmlns:a16="http://schemas.microsoft.com/office/drawing/2014/main" id="{3FC0B36A-F09E-45AB-A4DD-70F8714D63B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27" name="Rechte verbindingslijn 226">
                    <a:extLst>
                      <a:ext uri="{FF2B5EF4-FFF2-40B4-BE49-F238E27FC236}">
                        <a16:creationId xmlns:a16="http://schemas.microsoft.com/office/drawing/2014/main" id="{C279DF9B-8DA2-4E3D-B167-B97964EA3F2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8" name="Rechte verbindingslijn 227">
                    <a:extLst>
                      <a:ext uri="{FF2B5EF4-FFF2-40B4-BE49-F238E27FC236}">
                        <a16:creationId xmlns:a16="http://schemas.microsoft.com/office/drawing/2014/main" id="{2DB6418E-3EBA-48B5-B409-0CE00A836D6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9" name="Rechte verbindingslijn 228">
                    <a:extLst>
                      <a:ext uri="{FF2B5EF4-FFF2-40B4-BE49-F238E27FC236}">
                        <a16:creationId xmlns:a16="http://schemas.microsoft.com/office/drawing/2014/main" id="{85167B8F-0554-4FCE-A8B3-B92FC50BF33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0" name="Rechte verbindingslijn 229">
                    <a:extLst>
                      <a:ext uri="{FF2B5EF4-FFF2-40B4-BE49-F238E27FC236}">
                        <a16:creationId xmlns:a16="http://schemas.microsoft.com/office/drawing/2014/main" id="{2871A4B1-1366-4DBF-A47B-4A038EC5DE9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1" name="Rechte verbindingslijn 230">
                    <a:extLst>
                      <a:ext uri="{FF2B5EF4-FFF2-40B4-BE49-F238E27FC236}">
                        <a16:creationId xmlns:a16="http://schemas.microsoft.com/office/drawing/2014/main" id="{CDA7EAF4-299D-44F0-B905-B200CF71B18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26" name="Pijl: rechts 225">
                  <a:extLst>
                    <a:ext uri="{FF2B5EF4-FFF2-40B4-BE49-F238E27FC236}">
                      <a16:creationId xmlns:a16="http://schemas.microsoft.com/office/drawing/2014/main" id="{3C382903-4315-48EF-B547-2E320BD8409F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15" name="Groep 214">
                <a:extLst>
                  <a:ext uri="{FF2B5EF4-FFF2-40B4-BE49-F238E27FC236}">
                    <a16:creationId xmlns:a16="http://schemas.microsoft.com/office/drawing/2014/main" id="{E03E807B-9D1C-430D-B289-819DD820FF54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216" name="Rechthoek 215">
                  <a:extLst>
                    <a:ext uri="{FF2B5EF4-FFF2-40B4-BE49-F238E27FC236}">
                      <a16:creationId xmlns:a16="http://schemas.microsoft.com/office/drawing/2014/main" id="{3F272D59-C7CB-47B0-9335-A4D8B2563ACB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17" name="Groep 216">
                  <a:extLst>
                    <a:ext uri="{FF2B5EF4-FFF2-40B4-BE49-F238E27FC236}">
                      <a16:creationId xmlns:a16="http://schemas.microsoft.com/office/drawing/2014/main" id="{D0B0300F-417F-48D9-A3C0-7B85FB0E7D3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19" name="Rechte verbindingslijn 218">
                    <a:extLst>
                      <a:ext uri="{FF2B5EF4-FFF2-40B4-BE49-F238E27FC236}">
                        <a16:creationId xmlns:a16="http://schemas.microsoft.com/office/drawing/2014/main" id="{C60E0C0D-01BA-466E-B5D2-2C0D853881D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0" name="Rechte verbindingslijn 219">
                    <a:extLst>
                      <a:ext uri="{FF2B5EF4-FFF2-40B4-BE49-F238E27FC236}">
                        <a16:creationId xmlns:a16="http://schemas.microsoft.com/office/drawing/2014/main" id="{593A0293-80F0-4606-A7A1-12C829BBD26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1" name="Rechte verbindingslijn 220">
                    <a:extLst>
                      <a:ext uri="{FF2B5EF4-FFF2-40B4-BE49-F238E27FC236}">
                        <a16:creationId xmlns:a16="http://schemas.microsoft.com/office/drawing/2014/main" id="{37BE1E62-0A00-40C9-ADF4-1DF08EFCDF8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2" name="Rechte verbindingslijn 221">
                    <a:extLst>
                      <a:ext uri="{FF2B5EF4-FFF2-40B4-BE49-F238E27FC236}">
                        <a16:creationId xmlns:a16="http://schemas.microsoft.com/office/drawing/2014/main" id="{6FDF1E96-2E25-4650-B1A1-6864B2F8AD4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3" name="Rechte verbindingslijn 222">
                    <a:extLst>
                      <a:ext uri="{FF2B5EF4-FFF2-40B4-BE49-F238E27FC236}">
                        <a16:creationId xmlns:a16="http://schemas.microsoft.com/office/drawing/2014/main" id="{6AA1C777-5808-4C9D-99E3-C802235D9BB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18" name="Pijl: rechts 217">
                  <a:extLst>
                    <a:ext uri="{FF2B5EF4-FFF2-40B4-BE49-F238E27FC236}">
                      <a16:creationId xmlns:a16="http://schemas.microsoft.com/office/drawing/2014/main" id="{DD15CE25-A0E6-46CE-9B39-DBE2D25ED8B4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248" name="Tekstvak 247">
            <a:extLst>
              <a:ext uri="{FF2B5EF4-FFF2-40B4-BE49-F238E27FC236}">
                <a16:creationId xmlns:a16="http://schemas.microsoft.com/office/drawing/2014/main" id="{BACDD800-D557-4406-B597-E5332F0BCC04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sp>
        <p:nvSpPr>
          <p:cNvPr id="111" name="Tijdelijke aanduiding voor tekst 17">
            <a:extLst>
              <a:ext uri="{FF2B5EF4-FFF2-40B4-BE49-F238E27FC236}">
                <a16:creationId xmlns:a16="http://schemas.microsoft.com/office/drawing/2014/main" id="{59A80983-0E49-47D0-BFE5-5E9CB030328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5475" y="6424534"/>
            <a:ext cx="3060700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873610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jdelijke aanduiding voor afbeelding 16">
            <a:extLst>
              <a:ext uri="{FF2B5EF4-FFF2-40B4-BE49-F238E27FC236}">
                <a16:creationId xmlns:a16="http://schemas.microsoft.com/office/drawing/2014/main" id="{A069FBBC-87BA-4F45-9AAA-DB41BB7BADD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1460258"/>
            <a:ext cx="6096000" cy="5397741"/>
          </a:xfrm>
          <a:solidFill>
            <a:schemeClr val="bg1">
              <a:lumMod val="95000"/>
            </a:schemeClr>
          </a:solidFill>
        </p:spPr>
        <p:txBody>
          <a:bodyPr lIns="360000" tIns="0" rIns="36000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9137" y="1805650"/>
            <a:ext cx="5027612" cy="4495137"/>
          </a:xfrm>
        </p:spPr>
        <p:txBody>
          <a:bodyPr vert="horz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/>
            </a:lvl5pPr>
            <a:lvl6pPr>
              <a:defRPr/>
            </a:lvl6pPr>
            <a:lvl7pPr>
              <a:defRPr sz="1600"/>
            </a:lvl7pPr>
            <a:lvl8pPr>
              <a:defRPr sz="1400"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PHOTO + TEXT (M)</a:t>
            </a:r>
          </a:p>
        </p:txBody>
      </p:sp>
      <p:sp>
        <p:nvSpPr>
          <p:cNvPr id="78" name="Tijdelijke aanduiding voor tekst 12">
            <a:extLst>
              <a:ext uri="{FF2B5EF4-FFF2-40B4-BE49-F238E27FC236}">
                <a16:creationId xmlns:a16="http://schemas.microsoft.com/office/drawing/2014/main" id="{1C5E0CD9-7591-4B82-8F39-8DABC5704A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8678514-C7AA-4AF8-A079-D58C91C7B0E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381751" y="6424534"/>
            <a:ext cx="270000" cy="1548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0" name="Tijdelijke aanduiding voor tekst 17">
            <a:extLst>
              <a:ext uri="{FF2B5EF4-FFF2-40B4-BE49-F238E27FC236}">
                <a16:creationId xmlns:a16="http://schemas.microsoft.com/office/drawing/2014/main" id="{9A179F21-2DB0-4CF8-981B-B8DE3E80E7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661" y="6424534"/>
            <a:ext cx="3241590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44" name="Tijdelijke aanduiding voor tekst 17">
            <a:extLst>
              <a:ext uri="{FF2B5EF4-FFF2-40B4-BE49-F238E27FC236}">
                <a16:creationId xmlns:a16="http://schemas.microsoft.com/office/drawing/2014/main" id="{06E19544-658B-4679-AC09-AAB8AD2C9E4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01066" y="6424534"/>
            <a:ext cx="3591983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D8E5B480-BA61-4884-8A5D-3130454C1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grpSp>
        <p:nvGrpSpPr>
          <p:cNvPr id="149" name="INSTRUCTION">
            <a:extLst>
              <a:ext uri="{FF2B5EF4-FFF2-40B4-BE49-F238E27FC236}">
                <a16:creationId xmlns:a16="http://schemas.microsoft.com/office/drawing/2014/main" id="{7668A99F-7F71-4499-9DAD-B2AE74CB94D2}"/>
              </a:ext>
            </a:extLst>
          </p:cNvPr>
          <p:cNvGrpSpPr/>
          <p:nvPr userDrawn="1"/>
        </p:nvGrpSpPr>
        <p:grpSpPr>
          <a:xfrm>
            <a:off x="12377595" y="1"/>
            <a:ext cx="3693386" cy="5084661"/>
            <a:chOff x="-3786437" y="1"/>
            <a:chExt cx="3693386" cy="5084661"/>
          </a:xfrm>
        </p:grpSpPr>
        <p:sp>
          <p:nvSpPr>
            <p:cNvPr id="150" name="Rechthoek 149">
              <a:extLst>
                <a:ext uri="{FF2B5EF4-FFF2-40B4-BE49-F238E27FC236}">
                  <a16:creationId xmlns:a16="http://schemas.microsoft.com/office/drawing/2014/main" id="{E6367463-530F-48F9-88A8-E0373F4B1541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43692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1" name="Rechthoek 150">
              <a:extLst>
                <a:ext uri="{FF2B5EF4-FFF2-40B4-BE49-F238E27FC236}">
                  <a16:creationId xmlns:a16="http://schemas.microsoft.com/office/drawing/2014/main" id="{D0F88800-108B-4104-92C1-857EF646CE16}"/>
                </a:ext>
              </a:extLst>
            </p:cNvPr>
            <p:cNvSpPr/>
            <p:nvPr userDrawn="1"/>
          </p:nvSpPr>
          <p:spPr>
            <a:xfrm>
              <a:off x="-3786437" y="425666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52" name="Ovaal 151">
              <a:extLst>
                <a:ext uri="{FF2B5EF4-FFF2-40B4-BE49-F238E27FC236}">
                  <a16:creationId xmlns:a16="http://schemas.microsoft.com/office/drawing/2014/main" id="{ED8BEBDF-45E7-4436-9299-2435BEA19D8D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3" name="Rechthoek 152">
              <a:extLst>
                <a:ext uri="{FF2B5EF4-FFF2-40B4-BE49-F238E27FC236}">
                  <a16:creationId xmlns:a16="http://schemas.microsoft.com/office/drawing/2014/main" id="{BE711A10-684D-4E08-B790-3C982FA86181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4" name="Groep 153">
              <a:extLst>
                <a:ext uri="{FF2B5EF4-FFF2-40B4-BE49-F238E27FC236}">
                  <a16:creationId xmlns:a16="http://schemas.microsoft.com/office/drawing/2014/main" id="{9FCD1AB6-5A5B-4C08-B0F7-A61F90F8FD64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83" name="Rechthoek 182">
                <a:extLst>
                  <a:ext uri="{FF2B5EF4-FFF2-40B4-BE49-F238E27FC236}">
                    <a16:creationId xmlns:a16="http://schemas.microsoft.com/office/drawing/2014/main" id="{BD40C02C-159D-4BA3-B199-CD579B1C884D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4" name="Ovaal 183">
                <a:extLst>
                  <a:ext uri="{FF2B5EF4-FFF2-40B4-BE49-F238E27FC236}">
                    <a16:creationId xmlns:a16="http://schemas.microsoft.com/office/drawing/2014/main" id="{02B80073-0D51-4243-9A34-3B34E75ED3E1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5" name="Vrije vorm: vorm 184">
                <a:extLst>
                  <a:ext uri="{FF2B5EF4-FFF2-40B4-BE49-F238E27FC236}">
                    <a16:creationId xmlns:a16="http://schemas.microsoft.com/office/drawing/2014/main" id="{867FE117-CE45-4ADA-9321-D17DF91153CB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6" name="Rechthoek: afgeronde hoeken 185">
                <a:extLst>
                  <a:ext uri="{FF2B5EF4-FFF2-40B4-BE49-F238E27FC236}">
                    <a16:creationId xmlns:a16="http://schemas.microsoft.com/office/drawing/2014/main" id="{6FD05196-69A5-4C63-933C-C36E62DA49B6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87" name="Rechte verbindingslijn 186">
                <a:extLst>
                  <a:ext uri="{FF2B5EF4-FFF2-40B4-BE49-F238E27FC236}">
                    <a16:creationId xmlns:a16="http://schemas.microsoft.com/office/drawing/2014/main" id="{05C7C58D-D040-4B3C-ABBB-73E2CBB4F88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8" name="Rechte verbindingslijn 187">
                <a:extLst>
                  <a:ext uri="{FF2B5EF4-FFF2-40B4-BE49-F238E27FC236}">
                    <a16:creationId xmlns:a16="http://schemas.microsoft.com/office/drawing/2014/main" id="{7F9E503C-04C6-4480-A712-EF6D2085A5BC}"/>
                  </a:ext>
                </a:extLst>
              </p:cNvPr>
              <p:cNvCxnSpPr>
                <a:cxnSpLocks/>
                <a:stCxn id="186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55" name="Ovaal 154">
              <a:extLst>
                <a:ext uri="{FF2B5EF4-FFF2-40B4-BE49-F238E27FC236}">
                  <a16:creationId xmlns:a16="http://schemas.microsoft.com/office/drawing/2014/main" id="{6EBA6BFB-6223-46E6-8DF7-BFAF0F46B819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6" name="Rechthoek 155">
              <a:extLst>
                <a:ext uri="{FF2B5EF4-FFF2-40B4-BE49-F238E27FC236}">
                  <a16:creationId xmlns:a16="http://schemas.microsoft.com/office/drawing/2014/main" id="{484EBA82-981E-4DDC-8DCF-C3DDE2855FED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7" name="Groep 156">
              <a:extLst>
                <a:ext uri="{FF2B5EF4-FFF2-40B4-BE49-F238E27FC236}">
                  <a16:creationId xmlns:a16="http://schemas.microsoft.com/office/drawing/2014/main" id="{C42EC0B6-C117-4006-ACB7-FB65B8173B27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80" name="Rechthoek 179">
                <a:extLst>
                  <a:ext uri="{FF2B5EF4-FFF2-40B4-BE49-F238E27FC236}">
                    <a16:creationId xmlns:a16="http://schemas.microsoft.com/office/drawing/2014/main" id="{0D04F057-75A1-428D-88AC-DEC9BCB6DCB3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81" name="Rechte verbindingslijn 180">
                <a:extLst>
                  <a:ext uri="{FF2B5EF4-FFF2-40B4-BE49-F238E27FC236}">
                    <a16:creationId xmlns:a16="http://schemas.microsoft.com/office/drawing/2014/main" id="{F8092C83-B6CA-4241-ABD8-4D3F010050FF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82" name="Gelijkbenige driehoek 181">
                <a:extLst>
                  <a:ext uri="{FF2B5EF4-FFF2-40B4-BE49-F238E27FC236}">
                    <a16:creationId xmlns:a16="http://schemas.microsoft.com/office/drawing/2014/main" id="{BB60641B-8216-42D1-BCA3-26564AE5CA1A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8" name="Ovaal 157">
              <a:extLst>
                <a:ext uri="{FF2B5EF4-FFF2-40B4-BE49-F238E27FC236}">
                  <a16:creationId xmlns:a16="http://schemas.microsoft.com/office/drawing/2014/main" id="{68ADE0B5-0893-4A79-B515-FE53C4DAFA58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6E0FB277-8086-4C09-8AA4-192AB17A6CB0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79034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60" name="Groep 159">
              <a:extLst>
                <a:ext uri="{FF2B5EF4-FFF2-40B4-BE49-F238E27FC236}">
                  <a16:creationId xmlns:a16="http://schemas.microsoft.com/office/drawing/2014/main" id="{14D6989A-1CE4-44CB-9447-3C37E0C89A60}"/>
                </a:ext>
              </a:extLst>
            </p:cNvPr>
            <p:cNvGrpSpPr/>
            <p:nvPr userDrawn="1"/>
          </p:nvGrpSpPr>
          <p:grpSpPr>
            <a:xfrm>
              <a:off x="-3441613" y="3457758"/>
              <a:ext cx="622283" cy="612920"/>
              <a:chOff x="12617641" y="3403239"/>
              <a:chExt cx="752963" cy="741634"/>
            </a:xfrm>
          </p:grpSpPr>
          <p:grpSp>
            <p:nvGrpSpPr>
              <p:cNvPr id="164" name="Groep 163">
                <a:extLst>
                  <a:ext uri="{FF2B5EF4-FFF2-40B4-BE49-F238E27FC236}">
                    <a16:creationId xmlns:a16="http://schemas.microsoft.com/office/drawing/2014/main" id="{C836DAC7-1705-49D1-9373-13145168BF22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67" name="Groep 166">
                  <a:extLst>
                    <a:ext uri="{FF2B5EF4-FFF2-40B4-BE49-F238E27FC236}">
                      <a16:creationId xmlns:a16="http://schemas.microsoft.com/office/drawing/2014/main" id="{2E350CEB-054C-4588-B500-5CA9FD1F79F2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74" name="Groep 173">
                    <a:extLst>
                      <a:ext uri="{FF2B5EF4-FFF2-40B4-BE49-F238E27FC236}">
                        <a16:creationId xmlns:a16="http://schemas.microsoft.com/office/drawing/2014/main" id="{B1ECBB91-0918-4A85-A654-0A4D28E920E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77" name="Rechthoek 176">
                      <a:extLst>
                        <a:ext uri="{FF2B5EF4-FFF2-40B4-BE49-F238E27FC236}">
                          <a16:creationId xmlns:a16="http://schemas.microsoft.com/office/drawing/2014/main" id="{63F6443E-204B-4E55-A63D-ED76C417333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78" name="Rechthoek 177">
                      <a:extLst>
                        <a:ext uri="{FF2B5EF4-FFF2-40B4-BE49-F238E27FC236}">
                          <a16:creationId xmlns:a16="http://schemas.microsoft.com/office/drawing/2014/main" id="{53BCC528-90FE-4CEE-8F67-E125D8AE078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79" name="Ovaal 178">
                      <a:extLst>
                        <a:ext uri="{FF2B5EF4-FFF2-40B4-BE49-F238E27FC236}">
                          <a16:creationId xmlns:a16="http://schemas.microsoft.com/office/drawing/2014/main" id="{22345CDB-DE6A-4209-A924-8E7422D098E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75" name="Afbeelding 174">
                    <a:extLst>
                      <a:ext uri="{FF2B5EF4-FFF2-40B4-BE49-F238E27FC236}">
                        <a16:creationId xmlns:a16="http://schemas.microsoft.com/office/drawing/2014/main" id="{87EE6432-C521-4426-8D93-3FE4B3FFA31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76" name="Afbeelding 175">
                    <a:extLst>
                      <a:ext uri="{FF2B5EF4-FFF2-40B4-BE49-F238E27FC236}">
                        <a16:creationId xmlns:a16="http://schemas.microsoft.com/office/drawing/2014/main" id="{39E8962C-C3D4-488F-AD58-17AF9CD8A27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68" name="Groep 167">
                  <a:extLst>
                    <a:ext uri="{FF2B5EF4-FFF2-40B4-BE49-F238E27FC236}">
                      <a16:creationId xmlns:a16="http://schemas.microsoft.com/office/drawing/2014/main" id="{11734586-7F8A-4995-870F-91A3607A9DB4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72" name="Rechthoek 171">
                    <a:extLst>
                      <a:ext uri="{FF2B5EF4-FFF2-40B4-BE49-F238E27FC236}">
                        <a16:creationId xmlns:a16="http://schemas.microsoft.com/office/drawing/2014/main" id="{3EC0E415-FBD8-4DD7-AC94-D80B6542B2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73" name="Rechthoek 172">
                    <a:extLst>
                      <a:ext uri="{FF2B5EF4-FFF2-40B4-BE49-F238E27FC236}">
                        <a16:creationId xmlns:a16="http://schemas.microsoft.com/office/drawing/2014/main" id="{705AA7FA-7182-4B1E-9F6B-D98C0D1A6BF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69" name="Groep 168">
                  <a:extLst>
                    <a:ext uri="{FF2B5EF4-FFF2-40B4-BE49-F238E27FC236}">
                      <a16:creationId xmlns:a16="http://schemas.microsoft.com/office/drawing/2014/main" id="{599BE5AF-792F-4FFF-AF48-CC34E3E07D7A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70" name="Rechthoek 169">
                    <a:extLst>
                      <a:ext uri="{FF2B5EF4-FFF2-40B4-BE49-F238E27FC236}">
                        <a16:creationId xmlns:a16="http://schemas.microsoft.com/office/drawing/2014/main" id="{D7A213C0-53E5-4A17-8BFB-F9E76FBE198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71" name="Rechthoek 170">
                    <a:extLst>
                      <a:ext uri="{FF2B5EF4-FFF2-40B4-BE49-F238E27FC236}">
                        <a16:creationId xmlns:a16="http://schemas.microsoft.com/office/drawing/2014/main" id="{A8699246-AEE3-4856-A789-BFB1B205C65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FA4DACB3-E2FB-41B8-9055-65A1D8EB09E7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66" name="Gelijkbenige driehoek 165">
                <a:extLst>
                  <a:ext uri="{FF2B5EF4-FFF2-40B4-BE49-F238E27FC236}">
                    <a16:creationId xmlns:a16="http://schemas.microsoft.com/office/drawing/2014/main" id="{FB916EC9-5D54-4DA5-82FC-5484DDCB9191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1" name="ICOON_info">
              <a:extLst>
                <a:ext uri="{FF2B5EF4-FFF2-40B4-BE49-F238E27FC236}">
                  <a16:creationId xmlns:a16="http://schemas.microsoft.com/office/drawing/2014/main" id="{45D1BF24-48DD-40E9-B698-8E55F8089C2D}"/>
                </a:ext>
              </a:extLst>
            </p:cNvPr>
            <p:cNvGrpSpPr/>
            <p:nvPr userDrawn="1"/>
          </p:nvGrpSpPr>
          <p:grpSpPr>
            <a:xfrm>
              <a:off x="-376736" y="4085613"/>
              <a:ext cx="283685" cy="283685"/>
              <a:chOff x="-510741" y="5913713"/>
              <a:chExt cx="267555" cy="267555"/>
            </a:xfrm>
          </p:grpSpPr>
          <p:sp>
            <p:nvSpPr>
              <p:cNvPr id="162" name="Ovaal 161">
                <a:extLst>
                  <a:ext uri="{FF2B5EF4-FFF2-40B4-BE49-F238E27FC236}">
                    <a16:creationId xmlns:a16="http://schemas.microsoft.com/office/drawing/2014/main" id="{48F47CB1-6E63-4489-AFEC-066CE72E42F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3" name="Graphic 163" descr="Informatie">
                <a:extLst>
                  <a:ext uri="{FF2B5EF4-FFF2-40B4-BE49-F238E27FC236}">
                    <a16:creationId xmlns:a16="http://schemas.microsoft.com/office/drawing/2014/main" id="{911EB3BF-7FE8-4CE6-B871-52B9ECE15A1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189" name="INSTRUCTION">
            <a:extLst>
              <a:ext uri="{FF2B5EF4-FFF2-40B4-BE49-F238E27FC236}">
                <a16:creationId xmlns:a16="http://schemas.microsoft.com/office/drawing/2014/main" id="{80C08B62-1B9B-4F4C-B9F0-8BA0515385D7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90" name="Rechthoek 189">
              <a:extLst>
                <a:ext uri="{FF2B5EF4-FFF2-40B4-BE49-F238E27FC236}">
                  <a16:creationId xmlns:a16="http://schemas.microsoft.com/office/drawing/2014/main" id="{98AC4C48-D081-4651-923C-F0C0CF280522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91" name="Ovaal 190">
              <a:extLst>
                <a:ext uri="{FF2B5EF4-FFF2-40B4-BE49-F238E27FC236}">
                  <a16:creationId xmlns:a16="http://schemas.microsoft.com/office/drawing/2014/main" id="{04DD9310-48BC-47FE-B211-3C3872DC5215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92" name="Rechthoek 191">
              <a:extLst>
                <a:ext uri="{FF2B5EF4-FFF2-40B4-BE49-F238E27FC236}">
                  <a16:creationId xmlns:a16="http://schemas.microsoft.com/office/drawing/2014/main" id="{8E463F2A-FB6E-48E5-BF2B-4CE36BE1ED12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93" name="Ovaal 192">
              <a:extLst>
                <a:ext uri="{FF2B5EF4-FFF2-40B4-BE49-F238E27FC236}">
                  <a16:creationId xmlns:a16="http://schemas.microsoft.com/office/drawing/2014/main" id="{8B75B12A-E93E-413B-9E59-6CA3666A352B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94" name="Rechthoek 193">
              <a:extLst>
                <a:ext uri="{FF2B5EF4-FFF2-40B4-BE49-F238E27FC236}">
                  <a16:creationId xmlns:a16="http://schemas.microsoft.com/office/drawing/2014/main" id="{963513A9-E307-43FB-88F8-57A34EE5DF9E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95" name="Ovaal 194">
              <a:extLst>
                <a:ext uri="{FF2B5EF4-FFF2-40B4-BE49-F238E27FC236}">
                  <a16:creationId xmlns:a16="http://schemas.microsoft.com/office/drawing/2014/main" id="{C0A31973-6F38-4273-BDF8-DAF1715F3A11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96" name="Ovaal 195">
              <a:extLst>
                <a:ext uri="{FF2B5EF4-FFF2-40B4-BE49-F238E27FC236}">
                  <a16:creationId xmlns:a16="http://schemas.microsoft.com/office/drawing/2014/main" id="{90FA53BA-F9AE-4806-8D0C-F8AED87BFEAE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97" name="Ovaal 196">
              <a:extLst>
                <a:ext uri="{FF2B5EF4-FFF2-40B4-BE49-F238E27FC236}">
                  <a16:creationId xmlns:a16="http://schemas.microsoft.com/office/drawing/2014/main" id="{45659DDE-8C3A-4296-8C9B-7E1FBD8D09C8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98" name="Ovaal 197">
              <a:extLst>
                <a:ext uri="{FF2B5EF4-FFF2-40B4-BE49-F238E27FC236}">
                  <a16:creationId xmlns:a16="http://schemas.microsoft.com/office/drawing/2014/main" id="{C9358469-CD30-4ABC-AA26-D8B38D064677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99" name="Ovaal 198">
              <a:extLst>
                <a:ext uri="{FF2B5EF4-FFF2-40B4-BE49-F238E27FC236}">
                  <a16:creationId xmlns:a16="http://schemas.microsoft.com/office/drawing/2014/main" id="{F4C826B3-E394-43DF-A735-B11994220224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00" name="Ovaal 199">
              <a:extLst>
                <a:ext uri="{FF2B5EF4-FFF2-40B4-BE49-F238E27FC236}">
                  <a16:creationId xmlns:a16="http://schemas.microsoft.com/office/drawing/2014/main" id="{B98F06F7-8CEB-4AA9-9668-40321685BEBD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01" name="Ovaal 200">
              <a:extLst>
                <a:ext uri="{FF2B5EF4-FFF2-40B4-BE49-F238E27FC236}">
                  <a16:creationId xmlns:a16="http://schemas.microsoft.com/office/drawing/2014/main" id="{B08CC08E-5F8E-44D8-B07F-5E3397F61C4A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02" name="Rechthoek 201">
              <a:extLst>
                <a:ext uri="{FF2B5EF4-FFF2-40B4-BE49-F238E27FC236}">
                  <a16:creationId xmlns:a16="http://schemas.microsoft.com/office/drawing/2014/main" id="{30FA7777-37F5-4EE5-B720-0BEF47B09A90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03" name="ICOON_info">
              <a:extLst>
                <a:ext uri="{FF2B5EF4-FFF2-40B4-BE49-F238E27FC236}">
                  <a16:creationId xmlns:a16="http://schemas.microsoft.com/office/drawing/2014/main" id="{A3C70919-7309-4ADD-9A50-C2FCFFFC6034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45" name="Ovaal 244">
                <a:extLst>
                  <a:ext uri="{FF2B5EF4-FFF2-40B4-BE49-F238E27FC236}">
                    <a16:creationId xmlns:a16="http://schemas.microsoft.com/office/drawing/2014/main" id="{AE2C64DD-0303-4C03-B547-779E6532E02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6" name="Graphic 163" descr="Informatie">
                <a:extLst>
                  <a:ext uri="{FF2B5EF4-FFF2-40B4-BE49-F238E27FC236}">
                    <a16:creationId xmlns:a16="http://schemas.microsoft.com/office/drawing/2014/main" id="{51E6934A-8457-4058-9217-AE48CEBDDEF7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4" name="VOORBEELD">
              <a:extLst>
                <a:ext uri="{FF2B5EF4-FFF2-40B4-BE49-F238E27FC236}">
                  <a16:creationId xmlns:a16="http://schemas.microsoft.com/office/drawing/2014/main" id="{1CC6B8C6-FB1C-4B4D-98F0-51F2996FF531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205" name="Rechthoek 204">
                <a:extLst>
                  <a:ext uri="{FF2B5EF4-FFF2-40B4-BE49-F238E27FC236}">
                    <a16:creationId xmlns:a16="http://schemas.microsoft.com/office/drawing/2014/main" id="{E957AC52-DB82-49C2-A768-BD38BA90A541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206" name="Rechthoek 205">
                <a:extLst>
                  <a:ext uri="{FF2B5EF4-FFF2-40B4-BE49-F238E27FC236}">
                    <a16:creationId xmlns:a16="http://schemas.microsoft.com/office/drawing/2014/main" id="{B50B5EDA-8739-4EC4-9028-11E64A4B11F4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07" name="Groep 206">
                <a:extLst>
                  <a:ext uri="{FF2B5EF4-FFF2-40B4-BE49-F238E27FC236}">
                    <a16:creationId xmlns:a16="http://schemas.microsoft.com/office/drawing/2014/main" id="{E37B3865-A5A7-41F5-9557-A0D050594266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38" name="Groep 237">
                  <a:extLst>
                    <a:ext uri="{FF2B5EF4-FFF2-40B4-BE49-F238E27FC236}">
                      <a16:creationId xmlns:a16="http://schemas.microsoft.com/office/drawing/2014/main" id="{EE02DFCC-460B-4BA9-ADA8-0C4CD09B1AC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40" name="Rechte verbindingslijn 239">
                    <a:extLst>
                      <a:ext uri="{FF2B5EF4-FFF2-40B4-BE49-F238E27FC236}">
                        <a16:creationId xmlns:a16="http://schemas.microsoft.com/office/drawing/2014/main" id="{49CE3304-ADB4-43A6-8D64-A9A5492E14C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1" name="Rechte verbindingslijn 240">
                    <a:extLst>
                      <a:ext uri="{FF2B5EF4-FFF2-40B4-BE49-F238E27FC236}">
                        <a16:creationId xmlns:a16="http://schemas.microsoft.com/office/drawing/2014/main" id="{FA1CB34A-60D1-4866-9899-1AE2593E879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2" name="Rechte verbindingslijn 241">
                    <a:extLst>
                      <a:ext uri="{FF2B5EF4-FFF2-40B4-BE49-F238E27FC236}">
                        <a16:creationId xmlns:a16="http://schemas.microsoft.com/office/drawing/2014/main" id="{DEE6033E-42AC-428B-AF50-2A8D1D1D3CD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3" name="Rechte verbindingslijn 242">
                    <a:extLst>
                      <a:ext uri="{FF2B5EF4-FFF2-40B4-BE49-F238E27FC236}">
                        <a16:creationId xmlns:a16="http://schemas.microsoft.com/office/drawing/2014/main" id="{9910084A-0EA6-41D8-AEC0-ABDCC7E37A9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4" name="Rechte verbindingslijn 243">
                    <a:extLst>
                      <a:ext uri="{FF2B5EF4-FFF2-40B4-BE49-F238E27FC236}">
                        <a16:creationId xmlns:a16="http://schemas.microsoft.com/office/drawing/2014/main" id="{B46679FB-A4D2-4359-94A4-5C43075A3DE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9" name="Pijl: rechts 238">
                  <a:extLst>
                    <a:ext uri="{FF2B5EF4-FFF2-40B4-BE49-F238E27FC236}">
                      <a16:creationId xmlns:a16="http://schemas.microsoft.com/office/drawing/2014/main" id="{23893F44-958C-4EE1-8F6B-5CFF8FB5560E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08" name="Groep 207">
                <a:extLst>
                  <a:ext uri="{FF2B5EF4-FFF2-40B4-BE49-F238E27FC236}">
                    <a16:creationId xmlns:a16="http://schemas.microsoft.com/office/drawing/2014/main" id="{36977B52-BB73-4211-93D7-B1B53F7CBBE0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31" name="Groep 230">
                  <a:extLst>
                    <a:ext uri="{FF2B5EF4-FFF2-40B4-BE49-F238E27FC236}">
                      <a16:creationId xmlns:a16="http://schemas.microsoft.com/office/drawing/2014/main" id="{FEA193D9-D733-4F1B-926B-A5584E3F3ED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33" name="Rechte verbindingslijn 232">
                    <a:extLst>
                      <a:ext uri="{FF2B5EF4-FFF2-40B4-BE49-F238E27FC236}">
                        <a16:creationId xmlns:a16="http://schemas.microsoft.com/office/drawing/2014/main" id="{587B2261-A9AF-45BE-9FF3-6644DE3BDF8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4" name="Rechte verbindingslijn 233">
                    <a:extLst>
                      <a:ext uri="{FF2B5EF4-FFF2-40B4-BE49-F238E27FC236}">
                        <a16:creationId xmlns:a16="http://schemas.microsoft.com/office/drawing/2014/main" id="{4694D9FD-438D-44F8-ACEA-C45D76E5668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5" name="Rechte verbindingslijn 234">
                    <a:extLst>
                      <a:ext uri="{FF2B5EF4-FFF2-40B4-BE49-F238E27FC236}">
                        <a16:creationId xmlns:a16="http://schemas.microsoft.com/office/drawing/2014/main" id="{23D4BB5D-2154-440A-A542-D6F72AA665E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6" name="Rechte verbindingslijn 235">
                    <a:extLst>
                      <a:ext uri="{FF2B5EF4-FFF2-40B4-BE49-F238E27FC236}">
                        <a16:creationId xmlns:a16="http://schemas.microsoft.com/office/drawing/2014/main" id="{1296CDF8-74FE-4B0A-88ED-5B5329F318D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7" name="Rechte verbindingslijn 236">
                    <a:extLst>
                      <a:ext uri="{FF2B5EF4-FFF2-40B4-BE49-F238E27FC236}">
                        <a16:creationId xmlns:a16="http://schemas.microsoft.com/office/drawing/2014/main" id="{D172094B-305B-43FE-A5EE-F9E239D416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2" name="Pijl: rechts 231">
                  <a:extLst>
                    <a:ext uri="{FF2B5EF4-FFF2-40B4-BE49-F238E27FC236}">
                      <a16:creationId xmlns:a16="http://schemas.microsoft.com/office/drawing/2014/main" id="{A32B0A0B-3CB3-4910-A16D-D2F8047C3B65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209" name="Rechte verbindingslijn 208">
                <a:extLst>
                  <a:ext uri="{FF2B5EF4-FFF2-40B4-BE49-F238E27FC236}">
                    <a16:creationId xmlns:a16="http://schemas.microsoft.com/office/drawing/2014/main" id="{BC1574D9-9AEB-487A-BDA4-6A6BC9691C9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210" name="Rechte verbindingslijn 209">
                <a:extLst>
                  <a:ext uri="{FF2B5EF4-FFF2-40B4-BE49-F238E27FC236}">
                    <a16:creationId xmlns:a16="http://schemas.microsoft.com/office/drawing/2014/main" id="{52C63D8D-5F24-4515-9F55-ACFE4030EC2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211" name="Rechthoek 210">
                <a:extLst>
                  <a:ext uri="{FF2B5EF4-FFF2-40B4-BE49-F238E27FC236}">
                    <a16:creationId xmlns:a16="http://schemas.microsoft.com/office/drawing/2014/main" id="{E5B6C6CB-300D-41EB-84E5-63DB608D94EF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212" name="Rechthoek 211">
                <a:extLst>
                  <a:ext uri="{FF2B5EF4-FFF2-40B4-BE49-F238E27FC236}">
                    <a16:creationId xmlns:a16="http://schemas.microsoft.com/office/drawing/2014/main" id="{69F99F3B-7778-4DBE-A19D-3E5F85CB6403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213" name="Groep 212">
                <a:extLst>
                  <a:ext uri="{FF2B5EF4-FFF2-40B4-BE49-F238E27FC236}">
                    <a16:creationId xmlns:a16="http://schemas.microsoft.com/office/drawing/2014/main" id="{5B2681A4-0354-42D5-BD30-71D120FF9AEF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23" name="Rechthoek 222">
                  <a:extLst>
                    <a:ext uri="{FF2B5EF4-FFF2-40B4-BE49-F238E27FC236}">
                      <a16:creationId xmlns:a16="http://schemas.microsoft.com/office/drawing/2014/main" id="{D43A0D9F-2624-432A-B158-DA5EE9EF6B47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24" name="Groep 223">
                  <a:extLst>
                    <a:ext uri="{FF2B5EF4-FFF2-40B4-BE49-F238E27FC236}">
                      <a16:creationId xmlns:a16="http://schemas.microsoft.com/office/drawing/2014/main" id="{E1457A68-238E-4CA8-8225-C274E499813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26" name="Rechte verbindingslijn 225">
                    <a:extLst>
                      <a:ext uri="{FF2B5EF4-FFF2-40B4-BE49-F238E27FC236}">
                        <a16:creationId xmlns:a16="http://schemas.microsoft.com/office/drawing/2014/main" id="{770D0DEF-3889-408A-846C-4E40C4886AD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7" name="Rechte verbindingslijn 226">
                    <a:extLst>
                      <a:ext uri="{FF2B5EF4-FFF2-40B4-BE49-F238E27FC236}">
                        <a16:creationId xmlns:a16="http://schemas.microsoft.com/office/drawing/2014/main" id="{93B03BE1-7580-4C8A-B726-1D3236BCC6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8" name="Rechte verbindingslijn 227">
                    <a:extLst>
                      <a:ext uri="{FF2B5EF4-FFF2-40B4-BE49-F238E27FC236}">
                        <a16:creationId xmlns:a16="http://schemas.microsoft.com/office/drawing/2014/main" id="{AC4DCBAE-85A1-4EA2-B3E5-D3A284ED3ED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9" name="Rechte verbindingslijn 228">
                    <a:extLst>
                      <a:ext uri="{FF2B5EF4-FFF2-40B4-BE49-F238E27FC236}">
                        <a16:creationId xmlns:a16="http://schemas.microsoft.com/office/drawing/2014/main" id="{D938D223-9CEC-44F0-809C-CE7F2ADAAC2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0" name="Rechte verbindingslijn 229">
                    <a:extLst>
                      <a:ext uri="{FF2B5EF4-FFF2-40B4-BE49-F238E27FC236}">
                        <a16:creationId xmlns:a16="http://schemas.microsoft.com/office/drawing/2014/main" id="{8A1EB514-F879-4506-831E-3B5BF27D6A0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25" name="Pijl: rechts 224">
                  <a:extLst>
                    <a:ext uri="{FF2B5EF4-FFF2-40B4-BE49-F238E27FC236}">
                      <a16:creationId xmlns:a16="http://schemas.microsoft.com/office/drawing/2014/main" id="{888D4C6B-43C3-4817-A952-477B109369E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14" name="Groep 213">
                <a:extLst>
                  <a:ext uri="{FF2B5EF4-FFF2-40B4-BE49-F238E27FC236}">
                    <a16:creationId xmlns:a16="http://schemas.microsoft.com/office/drawing/2014/main" id="{C26998F4-211B-414D-9221-BB672E870807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215" name="Rechthoek 214">
                  <a:extLst>
                    <a:ext uri="{FF2B5EF4-FFF2-40B4-BE49-F238E27FC236}">
                      <a16:creationId xmlns:a16="http://schemas.microsoft.com/office/drawing/2014/main" id="{7713FFB8-C284-420A-8DBF-C689C1EB3980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16" name="Groep 215">
                  <a:extLst>
                    <a:ext uri="{FF2B5EF4-FFF2-40B4-BE49-F238E27FC236}">
                      <a16:creationId xmlns:a16="http://schemas.microsoft.com/office/drawing/2014/main" id="{A2044200-8847-483C-A5C6-16000C10624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18" name="Rechte verbindingslijn 217">
                    <a:extLst>
                      <a:ext uri="{FF2B5EF4-FFF2-40B4-BE49-F238E27FC236}">
                        <a16:creationId xmlns:a16="http://schemas.microsoft.com/office/drawing/2014/main" id="{1DF49797-C16C-4875-9F33-0CDAA597C41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9" name="Rechte verbindingslijn 218">
                    <a:extLst>
                      <a:ext uri="{FF2B5EF4-FFF2-40B4-BE49-F238E27FC236}">
                        <a16:creationId xmlns:a16="http://schemas.microsoft.com/office/drawing/2014/main" id="{716FF07A-9135-4BDB-8F28-177F5C5C1E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0" name="Rechte verbindingslijn 219">
                    <a:extLst>
                      <a:ext uri="{FF2B5EF4-FFF2-40B4-BE49-F238E27FC236}">
                        <a16:creationId xmlns:a16="http://schemas.microsoft.com/office/drawing/2014/main" id="{0755BD2C-5A77-4DD6-B60F-2B23F74E900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1" name="Rechte verbindingslijn 220">
                    <a:extLst>
                      <a:ext uri="{FF2B5EF4-FFF2-40B4-BE49-F238E27FC236}">
                        <a16:creationId xmlns:a16="http://schemas.microsoft.com/office/drawing/2014/main" id="{7CAEBA29-0611-4E34-A598-179850F65FD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2" name="Rechte verbindingslijn 221">
                    <a:extLst>
                      <a:ext uri="{FF2B5EF4-FFF2-40B4-BE49-F238E27FC236}">
                        <a16:creationId xmlns:a16="http://schemas.microsoft.com/office/drawing/2014/main" id="{EDDC57F1-953F-49AE-A499-A53DD74D475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17" name="Pijl: rechts 216">
                  <a:extLst>
                    <a:ext uri="{FF2B5EF4-FFF2-40B4-BE49-F238E27FC236}">
                      <a16:creationId xmlns:a16="http://schemas.microsoft.com/office/drawing/2014/main" id="{D0E5908B-2965-4FBE-9793-76D9CB6044F6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247" name="Tekstvak 246">
            <a:extLst>
              <a:ext uri="{FF2B5EF4-FFF2-40B4-BE49-F238E27FC236}">
                <a16:creationId xmlns:a16="http://schemas.microsoft.com/office/drawing/2014/main" id="{5BB30F34-E357-4A06-8169-CB6A3403BBB7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sp>
        <p:nvSpPr>
          <p:cNvPr id="111" name="Tijdelijke aanduiding voor tekst 17">
            <a:extLst>
              <a:ext uri="{FF2B5EF4-FFF2-40B4-BE49-F238E27FC236}">
                <a16:creationId xmlns:a16="http://schemas.microsoft.com/office/drawing/2014/main" id="{0D7848BC-40A7-476F-AA56-9C4C61C62E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5949" y="6424534"/>
            <a:ext cx="307022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476617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jdelijke aanduiding voor afbeelding 16">
            <a:extLst>
              <a:ext uri="{FF2B5EF4-FFF2-40B4-BE49-F238E27FC236}">
                <a16:creationId xmlns:a16="http://schemas.microsoft.com/office/drawing/2014/main" id="{A069FBBC-87BA-4F45-9AAA-DB41BB7BADD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33900" y="1460258"/>
            <a:ext cx="7658100" cy="5397741"/>
          </a:xfrm>
          <a:solidFill>
            <a:schemeClr val="bg1">
              <a:lumMod val="95000"/>
            </a:schemeClr>
          </a:solidFill>
        </p:spPr>
        <p:txBody>
          <a:bodyPr lIns="360000" tIns="0" rIns="36000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9137" y="1805650"/>
            <a:ext cx="3468859" cy="449513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PHOTO + TEXT (L)</a:t>
            </a:r>
          </a:p>
        </p:txBody>
      </p:sp>
      <p:sp>
        <p:nvSpPr>
          <p:cNvPr id="99" name="Tijdelijke aanduiding voor tekst 12">
            <a:extLst>
              <a:ext uri="{FF2B5EF4-FFF2-40B4-BE49-F238E27FC236}">
                <a16:creationId xmlns:a16="http://schemas.microsoft.com/office/drawing/2014/main" id="{D23C4DD8-562A-4CC6-93B3-170D89485B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6AD86BF-37B4-40B9-84B5-A6F4F89183B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381751" y="6424534"/>
            <a:ext cx="270000" cy="1548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4" name="Tijdelijke aanduiding voor tekst 17">
            <a:extLst>
              <a:ext uri="{FF2B5EF4-FFF2-40B4-BE49-F238E27FC236}">
                <a16:creationId xmlns:a16="http://schemas.microsoft.com/office/drawing/2014/main" id="{05C8AB46-40FD-4A43-BF8A-EB675F1DCC7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660" y="6424534"/>
            <a:ext cx="3238415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45" name="Tijdelijke aanduiding voor tekst 17">
            <a:extLst>
              <a:ext uri="{FF2B5EF4-FFF2-40B4-BE49-F238E27FC236}">
                <a16:creationId xmlns:a16="http://schemas.microsoft.com/office/drawing/2014/main" id="{D7A3AAC4-03E1-4120-8A8C-252BAC998D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92600" y="6424534"/>
            <a:ext cx="3600449" cy="151200"/>
          </a:xfrm>
        </p:spPr>
        <p:txBody>
          <a:bodyPr wrap="none" tIns="0" anchor="t" anchorCtr="0"/>
          <a:lstStyle>
            <a:lvl1pPr marL="0" indent="0" algn="ct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9E98724-F567-491C-B229-17FE664E5C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grpSp>
        <p:nvGrpSpPr>
          <p:cNvPr id="150" name="INSTRUCTION">
            <a:extLst>
              <a:ext uri="{FF2B5EF4-FFF2-40B4-BE49-F238E27FC236}">
                <a16:creationId xmlns:a16="http://schemas.microsoft.com/office/drawing/2014/main" id="{9F6337C8-34E5-4FC2-9577-4D65B6740D14}"/>
              </a:ext>
            </a:extLst>
          </p:cNvPr>
          <p:cNvGrpSpPr/>
          <p:nvPr userDrawn="1"/>
        </p:nvGrpSpPr>
        <p:grpSpPr>
          <a:xfrm>
            <a:off x="12377595" y="1"/>
            <a:ext cx="3693386" cy="5084661"/>
            <a:chOff x="-3786437" y="1"/>
            <a:chExt cx="3693386" cy="5084661"/>
          </a:xfrm>
        </p:grpSpPr>
        <p:sp>
          <p:nvSpPr>
            <p:cNvPr id="151" name="Rechthoek 150">
              <a:extLst>
                <a:ext uri="{FF2B5EF4-FFF2-40B4-BE49-F238E27FC236}">
                  <a16:creationId xmlns:a16="http://schemas.microsoft.com/office/drawing/2014/main" id="{2C151CFC-D127-49AC-8A84-DF74AF9633B3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43692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2" name="Rechthoek 151">
              <a:extLst>
                <a:ext uri="{FF2B5EF4-FFF2-40B4-BE49-F238E27FC236}">
                  <a16:creationId xmlns:a16="http://schemas.microsoft.com/office/drawing/2014/main" id="{4C3CDFAE-A111-417B-9F21-EBC52877F2DF}"/>
                </a:ext>
              </a:extLst>
            </p:cNvPr>
            <p:cNvSpPr/>
            <p:nvPr userDrawn="1"/>
          </p:nvSpPr>
          <p:spPr>
            <a:xfrm>
              <a:off x="-3786437" y="425666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53" name="Ovaal 152">
              <a:extLst>
                <a:ext uri="{FF2B5EF4-FFF2-40B4-BE49-F238E27FC236}">
                  <a16:creationId xmlns:a16="http://schemas.microsoft.com/office/drawing/2014/main" id="{386BA4DC-16E5-4BBE-AD07-021545D116E5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4" name="Rechthoek 153">
              <a:extLst>
                <a:ext uri="{FF2B5EF4-FFF2-40B4-BE49-F238E27FC236}">
                  <a16:creationId xmlns:a16="http://schemas.microsoft.com/office/drawing/2014/main" id="{65C805A2-A098-4BBF-92B6-E9622731890A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5" name="Groep 154">
              <a:extLst>
                <a:ext uri="{FF2B5EF4-FFF2-40B4-BE49-F238E27FC236}">
                  <a16:creationId xmlns:a16="http://schemas.microsoft.com/office/drawing/2014/main" id="{F4077B6C-9F13-45EC-A74B-DED5BF9B11E0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84" name="Rechthoek 183">
                <a:extLst>
                  <a:ext uri="{FF2B5EF4-FFF2-40B4-BE49-F238E27FC236}">
                    <a16:creationId xmlns:a16="http://schemas.microsoft.com/office/drawing/2014/main" id="{D6649820-CD30-4F21-931B-DA072B176F36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5" name="Ovaal 184">
                <a:extLst>
                  <a:ext uri="{FF2B5EF4-FFF2-40B4-BE49-F238E27FC236}">
                    <a16:creationId xmlns:a16="http://schemas.microsoft.com/office/drawing/2014/main" id="{8FC80335-FB4F-4C03-806F-9EF9D5C23FA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6" name="Vrije vorm: vorm 185">
                <a:extLst>
                  <a:ext uri="{FF2B5EF4-FFF2-40B4-BE49-F238E27FC236}">
                    <a16:creationId xmlns:a16="http://schemas.microsoft.com/office/drawing/2014/main" id="{9D994A91-5D47-4DBC-92FC-411E2FFF9DA3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7" name="Rechthoek: afgeronde hoeken 186">
                <a:extLst>
                  <a:ext uri="{FF2B5EF4-FFF2-40B4-BE49-F238E27FC236}">
                    <a16:creationId xmlns:a16="http://schemas.microsoft.com/office/drawing/2014/main" id="{727EC756-1158-49BD-9FFC-B796ACB20C00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88" name="Rechte verbindingslijn 187">
                <a:extLst>
                  <a:ext uri="{FF2B5EF4-FFF2-40B4-BE49-F238E27FC236}">
                    <a16:creationId xmlns:a16="http://schemas.microsoft.com/office/drawing/2014/main" id="{CB4735DE-4163-4B7A-B31B-4BD3A648F2F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9" name="Rechte verbindingslijn 188">
                <a:extLst>
                  <a:ext uri="{FF2B5EF4-FFF2-40B4-BE49-F238E27FC236}">
                    <a16:creationId xmlns:a16="http://schemas.microsoft.com/office/drawing/2014/main" id="{BE0780FD-9E73-4AEB-B044-6D77987CB5FC}"/>
                  </a:ext>
                </a:extLst>
              </p:cNvPr>
              <p:cNvCxnSpPr>
                <a:cxnSpLocks/>
                <a:stCxn id="187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8FF43F19-8EDA-492D-81A0-2C7E589AD83E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346472B8-8BBD-49F6-B4DA-467984CEFFA5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8" name="Groep 157">
              <a:extLst>
                <a:ext uri="{FF2B5EF4-FFF2-40B4-BE49-F238E27FC236}">
                  <a16:creationId xmlns:a16="http://schemas.microsoft.com/office/drawing/2014/main" id="{CA578138-1F32-42F6-995D-69968A960A82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81" name="Rechthoek 180">
                <a:extLst>
                  <a:ext uri="{FF2B5EF4-FFF2-40B4-BE49-F238E27FC236}">
                    <a16:creationId xmlns:a16="http://schemas.microsoft.com/office/drawing/2014/main" id="{3D09267F-A80C-4E06-BBDD-FC58F51CF38B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82" name="Rechte verbindingslijn 181">
                <a:extLst>
                  <a:ext uri="{FF2B5EF4-FFF2-40B4-BE49-F238E27FC236}">
                    <a16:creationId xmlns:a16="http://schemas.microsoft.com/office/drawing/2014/main" id="{3605FDC6-885B-447A-BEF6-BE9AF8B90487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83" name="Gelijkbenige driehoek 182">
                <a:extLst>
                  <a:ext uri="{FF2B5EF4-FFF2-40B4-BE49-F238E27FC236}">
                    <a16:creationId xmlns:a16="http://schemas.microsoft.com/office/drawing/2014/main" id="{1327DC0A-ACB6-4AE4-95E7-D019A22A462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9" name="Ovaal 158">
              <a:extLst>
                <a:ext uri="{FF2B5EF4-FFF2-40B4-BE49-F238E27FC236}">
                  <a16:creationId xmlns:a16="http://schemas.microsoft.com/office/drawing/2014/main" id="{388E7464-3464-485E-A5E4-C34EBD601408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0" name="Rechthoek 159">
              <a:extLst>
                <a:ext uri="{FF2B5EF4-FFF2-40B4-BE49-F238E27FC236}">
                  <a16:creationId xmlns:a16="http://schemas.microsoft.com/office/drawing/2014/main" id="{EDE66521-B1C8-4CE2-AC3F-F9884413707E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79034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61" name="Groep 160">
              <a:extLst>
                <a:ext uri="{FF2B5EF4-FFF2-40B4-BE49-F238E27FC236}">
                  <a16:creationId xmlns:a16="http://schemas.microsoft.com/office/drawing/2014/main" id="{37B07D6F-1A48-492F-9403-A59AC80D3FF1}"/>
                </a:ext>
              </a:extLst>
            </p:cNvPr>
            <p:cNvGrpSpPr/>
            <p:nvPr userDrawn="1"/>
          </p:nvGrpSpPr>
          <p:grpSpPr>
            <a:xfrm>
              <a:off x="-3441613" y="3457758"/>
              <a:ext cx="622283" cy="612920"/>
              <a:chOff x="12617641" y="3403239"/>
              <a:chExt cx="752963" cy="741634"/>
            </a:xfrm>
          </p:grpSpPr>
          <p:grpSp>
            <p:nvGrpSpPr>
              <p:cNvPr id="165" name="Groep 164">
                <a:extLst>
                  <a:ext uri="{FF2B5EF4-FFF2-40B4-BE49-F238E27FC236}">
                    <a16:creationId xmlns:a16="http://schemas.microsoft.com/office/drawing/2014/main" id="{AEAC7566-188D-4F43-B338-DE6ABE572648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68" name="Groep 167">
                  <a:extLst>
                    <a:ext uri="{FF2B5EF4-FFF2-40B4-BE49-F238E27FC236}">
                      <a16:creationId xmlns:a16="http://schemas.microsoft.com/office/drawing/2014/main" id="{0867E38D-CED0-4B12-944C-0F4AA954C394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75" name="Groep 174">
                    <a:extLst>
                      <a:ext uri="{FF2B5EF4-FFF2-40B4-BE49-F238E27FC236}">
                        <a16:creationId xmlns:a16="http://schemas.microsoft.com/office/drawing/2014/main" id="{1D1B891B-C651-4316-B5A1-913DFE70CE1E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78" name="Rechthoek 177">
                      <a:extLst>
                        <a:ext uri="{FF2B5EF4-FFF2-40B4-BE49-F238E27FC236}">
                          <a16:creationId xmlns:a16="http://schemas.microsoft.com/office/drawing/2014/main" id="{0834C89D-7D3E-4690-B9BD-1B6E9BE55BF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79" name="Rechthoek 178">
                      <a:extLst>
                        <a:ext uri="{FF2B5EF4-FFF2-40B4-BE49-F238E27FC236}">
                          <a16:creationId xmlns:a16="http://schemas.microsoft.com/office/drawing/2014/main" id="{5DE6CF74-CFF4-40AD-9AD3-59EDDE22586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80" name="Ovaal 179">
                      <a:extLst>
                        <a:ext uri="{FF2B5EF4-FFF2-40B4-BE49-F238E27FC236}">
                          <a16:creationId xmlns:a16="http://schemas.microsoft.com/office/drawing/2014/main" id="{5BAD7C94-F3C8-448E-A2EB-598AC6EFB3B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76" name="Afbeelding 175">
                    <a:extLst>
                      <a:ext uri="{FF2B5EF4-FFF2-40B4-BE49-F238E27FC236}">
                        <a16:creationId xmlns:a16="http://schemas.microsoft.com/office/drawing/2014/main" id="{48F4A963-16D7-442D-A2FB-3685AF67E7E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77" name="Afbeelding 176">
                    <a:extLst>
                      <a:ext uri="{FF2B5EF4-FFF2-40B4-BE49-F238E27FC236}">
                        <a16:creationId xmlns:a16="http://schemas.microsoft.com/office/drawing/2014/main" id="{4C86CCF9-B0F7-4278-9D2D-9C45124D47A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69" name="Groep 168">
                  <a:extLst>
                    <a:ext uri="{FF2B5EF4-FFF2-40B4-BE49-F238E27FC236}">
                      <a16:creationId xmlns:a16="http://schemas.microsoft.com/office/drawing/2014/main" id="{4DA778F0-3998-42D0-81FC-5767A6BCD225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73" name="Rechthoek 172">
                    <a:extLst>
                      <a:ext uri="{FF2B5EF4-FFF2-40B4-BE49-F238E27FC236}">
                        <a16:creationId xmlns:a16="http://schemas.microsoft.com/office/drawing/2014/main" id="{37FE24C0-EA64-4548-8C21-2D65269D0BD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74" name="Rechthoek 173">
                    <a:extLst>
                      <a:ext uri="{FF2B5EF4-FFF2-40B4-BE49-F238E27FC236}">
                        <a16:creationId xmlns:a16="http://schemas.microsoft.com/office/drawing/2014/main" id="{A2E3758D-0355-41E0-AD43-87E640DBB88E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70" name="Groep 169">
                  <a:extLst>
                    <a:ext uri="{FF2B5EF4-FFF2-40B4-BE49-F238E27FC236}">
                      <a16:creationId xmlns:a16="http://schemas.microsoft.com/office/drawing/2014/main" id="{0F0D4A99-1859-405D-8E42-50092756B52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71" name="Rechthoek 170">
                    <a:extLst>
                      <a:ext uri="{FF2B5EF4-FFF2-40B4-BE49-F238E27FC236}">
                        <a16:creationId xmlns:a16="http://schemas.microsoft.com/office/drawing/2014/main" id="{A0ADAA2E-C473-4BDD-8B30-781C31BDE05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72" name="Rechthoek 171">
                    <a:extLst>
                      <a:ext uri="{FF2B5EF4-FFF2-40B4-BE49-F238E27FC236}">
                        <a16:creationId xmlns:a16="http://schemas.microsoft.com/office/drawing/2014/main" id="{E7FC7CB1-3AD7-425C-88A1-238B9956B55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8C37CE93-920A-4E16-9F17-90D044227706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67" name="Gelijkbenige driehoek 166">
                <a:extLst>
                  <a:ext uri="{FF2B5EF4-FFF2-40B4-BE49-F238E27FC236}">
                    <a16:creationId xmlns:a16="http://schemas.microsoft.com/office/drawing/2014/main" id="{1BA4802B-400A-405F-A6B3-AF2E009CF36A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2" name="ICOON_info">
              <a:extLst>
                <a:ext uri="{FF2B5EF4-FFF2-40B4-BE49-F238E27FC236}">
                  <a16:creationId xmlns:a16="http://schemas.microsoft.com/office/drawing/2014/main" id="{CB97E6EA-8DC8-4385-92BC-324836E93B81}"/>
                </a:ext>
              </a:extLst>
            </p:cNvPr>
            <p:cNvGrpSpPr/>
            <p:nvPr userDrawn="1"/>
          </p:nvGrpSpPr>
          <p:grpSpPr>
            <a:xfrm>
              <a:off x="-376736" y="4085613"/>
              <a:ext cx="283685" cy="283685"/>
              <a:chOff x="-510741" y="5913713"/>
              <a:chExt cx="267555" cy="267555"/>
            </a:xfrm>
          </p:grpSpPr>
          <p:sp>
            <p:nvSpPr>
              <p:cNvPr id="163" name="Ovaal 162">
                <a:extLst>
                  <a:ext uri="{FF2B5EF4-FFF2-40B4-BE49-F238E27FC236}">
                    <a16:creationId xmlns:a16="http://schemas.microsoft.com/office/drawing/2014/main" id="{D5FB3A3E-C8CC-416A-AE62-95959E96C3F4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4" name="Graphic 163" descr="Informatie">
                <a:extLst>
                  <a:ext uri="{FF2B5EF4-FFF2-40B4-BE49-F238E27FC236}">
                    <a16:creationId xmlns:a16="http://schemas.microsoft.com/office/drawing/2014/main" id="{0B72AE8A-4C28-405B-8D2B-8282EE70013C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190" name="INSTRUCTION">
            <a:extLst>
              <a:ext uri="{FF2B5EF4-FFF2-40B4-BE49-F238E27FC236}">
                <a16:creationId xmlns:a16="http://schemas.microsoft.com/office/drawing/2014/main" id="{8E9C3FBC-AE95-43B2-AE55-32604377A81B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91" name="Rechthoek 190">
              <a:extLst>
                <a:ext uri="{FF2B5EF4-FFF2-40B4-BE49-F238E27FC236}">
                  <a16:creationId xmlns:a16="http://schemas.microsoft.com/office/drawing/2014/main" id="{2DA813EE-0DCE-4429-BAAE-194CE7E68BB7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92" name="Ovaal 191">
              <a:extLst>
                <a:ext uri="{FF2B5EF4-FFF2-40B4-BE49-F238E27FC236}">
                  <a16:creationId xmlns:a16="http://schemas.microsoft.com/office/drawing/2014/main" id="{783A0DCA-40DA-446E-AB47-0B4FAC209E87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93" name="Rechthoek 192">
              <a:extLst>
                <a:ext uri="{FF2B5EF4-FFF2-40B4-BE49-F238E27FC236}">
                  <a16:creationId xmlns:a16="http://schemas.microsoft.com/office/drawing/2014/main" id="{1152F637-BE16-4763-B508-69B12E3D247D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94" name="Ovaal 193">
              <a:extLst>
                <a:ext uri="{FF2B5EF4-FFF2-40B4-BE49-F238E27FC236}">
                  <a16:creationId xmlns:a16="http://schemas.microsoft.com/office/drawing/2014/main" id="{C4CE29CB-0E45-490C-AAED-E66957AF9FF6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95" name="Rechthoek 194">
              <a:extLst>
                <a:ext uri="{FF2B5EF4-FFF2-40B4-BE49-F238E27FC236}">
                  <a16:creationId xmlns:a16="http://schemas.microsoft.com/office/drawing/2014/main" id="{D89C36A9-03ED-4DA4-A597-F89F3E2E1BF7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96" name="Ovaal 195">
              <a:extLst>
                <a:ext uri="{FF2B5EF4-FFF2-40B4-BE49-F238E27FC236}">
                  <a16:creationId xmlns:a16="http://schemas.microsoft.com/office/drawing/2014/main" id="{35922D50-3635-4424-8226-ACA143405FA3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97" name="Ovaal 196">
              <a:extLst>
                <a:ext uri="{FF2B5EF4-FFF2-40B4-BE49-F238E27FC236}">
                  <a16:creationId xmlns:a16="http://schemas.microsoft.com/office/drawing/2014/main" id="{D71C7CD8-B2A4-447E-9480-4D1DE33F37B0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98" name="Ovaal 197">
              <a:extLst>
                <a:ext uri="{FF2B5EF4-FFF2-40B4-BE49-F238E27FC236}">
                  <a16:creationId xmlns:a16="http://schemas.microsoft.com/office/drawing/2014/main" id="{8E241306-28AE-47BB-8AC8-F28F2D182E8A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99" name="Ovaal 198">
              <a:extLst>
                <a:ext uri="{FF2B5EF4-FFF2-40B4-BE49-F238E27FC236}">
                  <a16:creationId xmlns:a16="http://schemas.microsoft.com/office/drawing/2014/main" id="{E2D47B4E-6227-452B-BA1F-A92E1DFC6743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00" name="Ovaal 199">
              <a:extLst>
                <a:ext uri="{FF2B5EF4-FFF2-40B4-BE49-F238E27FC236}">
                  <a16:creationId xmlns:a16="http://schemas.microsoft.com/office/drawing/2014/main" id="{AC584F92-652B-4C53-B254-71C1B722C428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01" name="Ovaal 200">
              <a:extLst>
                <a:ext uri="{FF2B5EF4-FFF2-40B4-BE49-F238E27FC236}">
                  <a16:creationId xmlns:a16="http://schemas.microsoft.com/office/drawing/2014/main" id="{637F2085-F2EF-4748-ACC2-4E12A6E86E2F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02" name="Ovaal 201">
              <a:extLst>
                <a:ext uri="{FF2B5EF4-FFF2-40B4-BE49-F238E27FC236}">
                  <a16:creationId xmlns:a16="http://schemas.microsoft.com/office/drawing/2014/main" id="{5666898D-9675-4168-B01A-2561AC7FA36F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03" name="Rechthoek 202">
              <a:extLst>
                <a:ext uri="{FF2B5EF4-FFF2-40B4-BE49-F238E27FC236}">
                  <a16:creationId xmlns:a16="http://schemas.microsoft.com/office/drawing/2014/main" id="{910DC14F-B304-4089-9D5D-6A7D4725D63B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04" name="ICOON_info">
              <a:extLst>
                <a:ext uri="{FF2B5EF4-FFF2-40B4-BE49-F238E27FC236}">
                  <a16:creationId xmlns:a16="http://schemas.microsoft.com/office/drawing/2014/main" id="{50A76F3B-B5CF-45D5-8C16-57826FA8E884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46" name="Ovaal 245">
                <a:extLst>
                  <a:ext uri="{FF2B5EF4-FFF2-40B4-BE49-F238E27FC236}">
                    <a16:creationId xmlns:a16="http://schemas.microsoft.com/office/drawing/2014/main" id="{886F32B3-E7F3-4749-828F-8156749FF69C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7" name="Graphic 163" descr="Informatie">
                <a:extLst>
                  <a:ext uri="{FF2B5EF4-FFF2-40B4-BE49-F238E27FC236}">
                    <a16:creationId xmlns:a16="http://schemas.microsoft.com/office/drawing/2014/main" id="{250573B0-DCF8-4F6C-B17C-6A0121029F48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5" name="VOORBEELD">
              <a:extLst>
                <a:ext uri="{FF2B5EF4-FFF2-40B4-BE49-F238E27FC236}">
                  <a16:creationId xmlns:a16="http://schemas.microsoft.com/office/drawing/2014/main" id="{6BF9E23A-DD4B-4D63-9B75-04C15E7CDD1E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206" name="Rechthoek 205">
                <a:extLst>
                  <a:ext uri="{FF2B5EF4-FFF2-40B4-BE49-F238E27FC236}">
                    <a16:creationId xmlns:a16="http://schemas.microsoft.com/office/drawing/2014/main" id="{65EA639C-C31A-46AD-9CFE-97B1C0E247F4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207" name="Rechthoek 206">
                <a:extLst>
                  <a:ext uri="{FF2B5EF4-FFF2-40B4-BE49-F238E27FC236}">
                    <a16:creationId xmlns:a16="http://schemas.microsoft.com/office/drawing/2014/main" id="{1FF001C2-3D86-4249-9B2A-7103CDA79BCF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08" name="Groep 207">
                <a:extLst>
                  <a:ext uri="{FF2B5EF4-FFF2-40B4-BE49-F238E27FC236}">
                    <a16:creationId xmlns:a16="http://schemas.microsoft.com/office/drawing/2014/main" id="{32ED6FCF-0186-456E-AC50-45D9BB319F5F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39" name="Groep 238">
                  <a:extLst>
                    <a:ext uri="{FF2B5EF4-FFF2-40B4-BE49-F238E27FC236}">
                      <a16:creationId xmlns:a16="http://schemas.microsoft.com/office/drawing/2014/main" id="{EBF3B235-EA14-40D5-A923-ED3BB5DD000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41" name="Rechte verbindingslijn 240">
                    <a:extLst>
                      <a:ext uri="{FF2B5EF4-FFF2-40B4-BE49-F238E27FC236}">
                        <a16:creationId xmlns:a16="http://schemas.microsoft.com/office/drawing/2014/main" id="{C2824431-158E-4AA2-8022-5CBE30B050F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2" name="Rechte verbindingslijn 241">
                    <a:extLst>
                      <a:ext uri="{FF2B5EF4-FFF2-40B4-BE49-F238E27FC236}">
                        <a16:creationId xmlns:a16="http://schemas.microsoft.com/office/drawing/2014/main" id="{1C55F06F-2941-410E-8AA4-3FA6BB2D2BB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3" name="Rechte verbindingslijn 242">
                    <a:extLst>
                      <a:ext uri="{FF2B5EF4-FFF2-40B4-BE49-F238E27FC236}">
                        <a16:creationId xmlns:a16="http://schemas.microsoft.com/office/drawing/2014/main" id="{FE478E73-C04C-4B04-9909-FE803F9B52A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4" name="Rechte verbindingslijn 243">
                    <a:extLst>
                      <a:ext uri="{FF2B5EF4-FFF2-40B4-BE49-F238E27FC236}">
                        <a16:creationId xmlns:a16="http://schemas.microsoft.com/office/drawing/2014/main" id="{425BAD42-AEE6-47E8-B152-31E592DF0F2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5" name="Rechte verbindingslijn 244">
                    <a:extLst>
                      <a:ext uri="{FF2B5EF4-FFF2-40B4-BE49-F238E27FC236}">
                        <a16:creationId xmlns:a16="http://schemas.microsoft.com/office/drawing/2014/main" id="{310CAB32-C2FF-4598-A926-D1514FB6511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40" name="Pijl: rechts 239">
                  <a:extLst>
                    <a:ext uri="{FF2B5EF4-FFF2-40B4-BE49-F238E27FC236}">
                      <a16:creationId xmlns:a16="http://schemas.microsoft.com/office/drawing/2014/main" id="{5424BB14-7BBF-4EAB-A6B3-2CD89F3E89C8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09" name="Groep 208">
                <a:extLst>
                  <a:ext uri="{FF2B5EF4-FFF2-40B4-BE49-F238E27FC236}">
                    <a16:creationId xmlns:a16="http://schemas.microsoft.com/office/drawing/2014/main" id="{077D94A0-4C1A-481C-8DC5-86610C1B5F06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32" name="Groep 231">
                  <a:extLst>
                    <a:ext uri="{FF2B5EF4-FFF2-40B4-BE49-F238E27FC236}">
                      <a16:creationId xmlns:a16="http://schemas.microsoft.com/office/drawing/2014/main" id="{C36D166A-6B4A-46B0-8C52-6E1D21EC861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34" name="Rechte verbindingslijn 233">
                    <a:extLst>
                      <a:ext uri="{FF2B5EF4-FFF2-40B4-BE49-F238E27FC236}">
                        <a16:creationId xmlns:a16="http://schemas.microsoft.com/office/drawing/2014/main" id="{51701F7B-B248-4B75-835D-7E4A1051D1A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5" name="Rechte verbindingslijn 234">
                    <a:extLst>
                      <a:ext uri="{FF2B5EF4-FFF2-40B4-BE49-F238E27FC236}">
                        <a16:creationId xmlns:a16="http://schemas.microsoft.com/office/drawing/2014/main" id="{EB37E0C3-39D6-4100-AA81-F8F590BA4E1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6" name="Rechte verbindingslijn 235">
                    <a:extLst>
                      <a:ext uri="{FF2B5EF4-FFF2-40B4-BE49-F238E27FC236}">
                        <a16:creationId xmlns:a16="http://schemas.microsoft.com/office/drawing/2014/main" id="{EED12D46-3EEF-449B-8BA5-4A5D603F83B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7" name="Rechte verbindingslijn 236">
                    <a:extLst>
                      <a:ext uri="{FF2B5EF4-FFF2-40B4-BE49-F238E27FC236}">
                        <a16:creationId xmlns:a16="http://schemas.microsoft.com/office/drawing/2014/main" id="{51F72ECA-4280-4C2B-8286-8C666DD8AAE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8" name="Rechte verbindingslijn 237">
                    <a:extLst>
                      <a:ext uri="{FF2B5EF4-FFF2-40B4-BE49-F238E27FC236}">
                        <a16:creationId xmlns:a16="http://schemas.microsoft.com/office/drawing/2014/main" id="{595DFB60-3044-4B29-A485-D6C03A2954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3" name="Pijl: rechts 232">
                  <a:extLst>
                    <a:ext uri="{FF2B5EF4-FFF2-40B4-BE49-F238E27FC236}">
                      <a16:creationId xmlns:a16="http://schemas.microsoft.com/office/drawing/2014/main" id="{944F1148-A623-4269-91C9-B604AFD11C84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210" name="Rechte verbindingslijn 209">
                <a:extLst>
                  <a:ext uri="{FF2B5EF4-FFF2-40B4-BE49-F238E27FC236}">
                    <a16:creationId xmlns:a16="http://schemas.microsoft.com/office/drawing/2014/main" id="{BD873E48-097F-4518-9D60-CDB7851B3E5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211" name="Rechte verbindingslijn 210">
                <a:extLst>
                  <a:ext uri="{FF2B5EF4-FFF2-40B4-BE49-F238E27FC236}">
                    <a16:creationId xmlns:a16="http://schemas.microsoft.com/office/drawing/2014/main" id="{0F2C8C90-570A-4552-A961-71979F851E4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212" name="Rechthoek 211">
                <a:extLst>
                  <a:ext uri="{FF2B5EF4-FFF2-40B4-BE49-F238E27FC236}">
                    <a16:creationId xmlns:a16="http://schemas.microsoft.com/office/drawing/2014/main" id="{94806770-A6E9-4950-BA3B-D90C794CE388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213" name="Rechthoek 212">
                <a:extLst>
                  <a:ext uri="{FF2B5EF4-FFF2-40B4-BE49-F238E27FC236}">
                    <a16:creationId xmlns:a16="http://schemas.microsoft.com/office/drawing/2014/main" id="{18970345-68EC-43AE-8FB5-EE4B56B68705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214" name="Groep 213">
                <a:extLst>
                  <a:ext uri="{FF2B5EF4-FFF2-40B4-BE49-F238E27FC236}">
                    <a16:creationId xmlns:a16="http://schemas.microsoft.com/office/drawing/2014/main" id="{9E097E05-6D33-4981-97F5-4259F2286F61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24" name="Rechthoek 223">
                  <a:extLst>
                    <a:ext uri="{FF2B5EF4-FFF2-40B4-BE49-F238E27FC236}">
                      <a16:creationId xmlns:a16="http://schemas.microsoft.com/office/drawing/2014/main" id="{54DAC8E8-E593-4500-AFE6-7C75E32BF85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25" name="Groep 224">
                  <a:extLst>
                    <a:ext uri="{FF2B5EF4-FFF2-40B4-BE49-F238E27FC236}">
                      <a16:creationId xmlns:a16="http://schemas.microsoft.com/office/drawing/2014/main" id="{92C3F482-1C8B-481F-8C8D-C135804083C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27" name="Rechte verbindingslijn 226">
                    <a:extLst>
                      <a:ext uri="{FF2B5EF4-FFF2-40B4-BE49-F238E27FC236}">
                        <a16:creationId xmlns:a16="http://schemas.microsoft.com/office/drawing/2014/main" id="{4EFADA48-3450-42E0-B438-05A2AA7E6AA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8" name="Rechte verbindingslijn 227">
                    <a:extLst>
                      <a:ext uri="{FF2B5EF4-FFF2-40B4-BE49-F238E27FC236}">
                        <a16:creationId xmlns:a16="http://schemas.microsoft.com/office/drawing/2014/main" id="{187A71B2-C26E-45C8-961A-96E7F9FEE7A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9" name="Rechte verbindingslijn 228">
                    <a:extLst>
                      <a:ext uri="{FF2B5EF4-FFF2-40B4-BE49-F238E27FC236}">
                        <a16:creationId xmlns:a16="http://schemas.microsoft.com/office/drawing/2014/main" id="{B49E9829-273D-46B5-BBF4-533221E9096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0" name="Rechte verbindingslijn 229">
                    <a:extLst>
                      <a:ext uri="{FF2B5EF4-FFF2-40B4-BE49-F238E27FC236}">
                        <a16:creationId xmlns:a16="http://schemas.microsoft.com/office/drawing/2014/main" id="{57893BA3-32ED-40FC-BADD-136345CB184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1" name="Rechte verbindingslijn 230">
                    <a:extLst>
                      <a:ext uri="{FF2B5EF4-FFF2-40B4-BE49-F238E27FC236}">
                        <a16:creationId xmlns:a16="http://schemas.microsoft.com/office/drawing/2014/main" id="{E9AC4091-AF37-4095-BB25-67773E84E0D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26" name="Pijl: rechts 225">
                  <a:extLst>
                    <a:ext uri="{FF2B5EF4-FFF2-40B4-BE49-F238E27FC236}">
                      <a16:creationId xmlns:a16="http://schemas.microsoft.com/office/drawing/2014/main" id="{EB47B982-1F74-4369-95D5-E550317D4258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15" name="Groep 214">
                <a:extLst>
                  <a:ext uri="{FF2B5EF4-FFF2-40B4-BE49-F238E27FC236}">
                    <a16:creationId xmlns:a16="http://schemas.microsoft.com/office/drawing/2014/main" id="{DCF98C6D-1C5F-4A87-A7F1-1749FFEFEA2A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216" name="Rechthoek 215">
                  <a:extLst>
                    <a:ext uri="{FF2B5EF4-FFF2-40B4-BE49-F238E27FC236}">
                      <a16:creationId xmlns:a16="http://schemas.microsoft.com/office/drawing/2014/main" id="{3BB3EFE9-73BD-434D-8278-4EA8734EB160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17" name="Groep 216">
                  <a:extLst>
                    <a:ext uri="{FF2B5EF4-FFF2-40B4-BE49-F238E27FC236}">
                      <a16:creationId xmlns:a16="http://schemas.microsoft.com/office/drawing/2014/main" id="{B22A6ABA-EE82-4F34-AA5B-E89041EAC70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19" name="Rechte verbindingslijn 218">
                    <a:extLst>
                      <a:ext uri="{FF2B5EF4-FFF2-40B4-BE49-F238E27FC236}">
                        <a16:creationId xmlns:a16="http://schemas.microsoft.com/office/drawing/2014/main" id="{A0359FA2-75F1-4ACB-928B-DDC1159C762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0" name="Rechte verbindingslijn 219">
                    <a:extLst>
                      <a:ext uri="{FF2B5EF4-FFF2-40B4-BE49-F238E27FC236}">
                        <a16:creationId xmlns:a16="http://schemas.microsoft.com/office/drawing/2014/main" id="{80480106-43BA-40BE-85C0-205F17EF32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1" name="Rechte verbindingslijn 220">
                    <a:extLst>
                      <a:ext uri="{FF2B5EF4-FFF2-40B4-BE49-F238E27FC236}">
                        <a16:creationId xmlns:a16="http://schemas.microsoft.com/office/drawing/2014/main" id="{9A5CDB49-0100-41D3-9F2C-E0B32B71912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2" name="Rechte verbindingslijn 221">
                    <a:extLst>
                      <a:ext uri="{FF2B5EF4-FFF2-40B4-BE49-F238E27FC236}">
                        <a16:creationId xmlns:a16="http://schemas.microsoft.com/office/drawing/2014/main" id="{3D9F3D0C-7196-46A5-98EE-355FB506350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3" name="Rechte verbindingslijn 222">
                    <a:extLst>
                      <a:ext uri="{FF2B5EF4-FFF2-40B4-BE49-F238E27FC236}">
                        <a16:creationId xmlns:a16="http://schemas.microsoft.com/office/drawing/2014/main" id="{D65D51AC-C97F-44D1-BCD0-9D819ED5508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18" name="Pijl: rechts 217">
                  <a:extLst>
                    <a:ext uri="{FF2B5EF4-FFF2-40B4-BE49-F238E27FC236}">
                      <a16:creationId xmlns:a16="http://schemas.microsoft.com/office/drawing/2014/main" id="{F93C4543-C1D1-4520-8939-E2252EE4B7EF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248" name="Tekstvak 247">
            <a:extLst>
              <a:ext uri="{FF2B5EF4-FFF2-40B4-BE49-F238E27FC236}">
                <a16:creationId xmlns:a16="http://schemas.microsoft.com/office/drawing/2014/main" id="{EFBC23A7-2C54-48F1-802C-4E66BD3C9620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sp>
        <p:nvSpPr>
          <p:cNvPr id="111" name="Tijdelijke aanduiding voor tekst 17">
            <a:extLst>
              <a:ext uri="{FF2B5EF4-FFF2-40B4-BE49-F238E27FC236}">
                <a16:creationId xmlns:a16="http://schemas.microsoft.com/office/drawing/2014/main" id="{5579E4DD-D799-4297-81E4-4A0163C55B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299" y="6424534"/>
            <a:ext cx="306387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2330690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jdelijke aanduiding voor afbeelding 16">
            <a:extLst>
              <a:ext uri="{FF2B5EF4-FFF2-40B4-BE49-F238E27FC236}">
                <a16:creationId xmlns:a16="http://schemas.microsoft.com/office/drawing/2014/main" id="{A069FBBC-87BA-4F45-9AAA-DB41BB7BADD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61550"/>
            <a:ext cx="5564934" cy="6496450"/>
          </a:xfrm>
          <a:solidFill>
            <a:schemeClr val="bg1">
              <a:lumMod val="95000"/>
            </a:schemeClr>
          </a:solidFill>
        </p:spPr>
        <p:txBody>
          <a:bodyPr lIns="360000" tIns="0" rIns="36000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277354" y="4966256"/>
            <a:ext cx="5374398" cy="1182131"/>
          </a:xfrm>
        </p:spPr>
        <p:txBody>
          <a:bodyPr vert="horz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/>
            </a:lvl5pPr>
            <a:lvl6pPr>
              <a:defRPr/>
            </a:lvl6pPr>
            <a:lvl7pPr>
              <a:defRPr sz="1600"/>
            </a:lvl7pPr>
            <a:lvl8pPr>
              <a:defRPr sz="1400"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grpSp>
        <p:nvGrpSpPr>
          <p:cNvPr id="10" name="Groep 9">
            <a:extLst>
              <a:ext uri="{FF2B5EF4-FFF2-40B4-BE49-F238E27FC236}">
                <a16:creationId xmlns:a16="http://schemas.microsoft.com/office/drawing/2014/main" id="{6A1010E3-E0A6-40FC-B976-FD9052E2EBE0}"/>
              </a:ext>
            </a:extLst>
          </p:cNvPr>
          <p:cNvGrpSpPr/>
          <p:nvPr userDrawn="1"/>
        </p:nvGrpSpPr>
        <p:grpSpPr>
          <a:xfrm>
            <a:off x="-3790059" y="0"/>
            <a:ext cx="3693386" cy="5270646"/>
            <a:chOff x="-3790059" y="0"/>
            <a:chExt cx="3693386" cy="5270646"/>
          </a:xfrm>
        </p:grpSpPr>
        <p:grpSp>
          <p:nvGrpSpPr>
            <p:cNvPr id="9" name="Groep 8">
              <a:extLst>
                <a:ext uri="{FF2B5EF4-FFF2-40B4-BE49-F238E27FC236}">
                  <a16:creationId xmlns:a16="http://schemas.microsoft.com/office/drawing/2014/main" id="{AD63830E-F3E9-4E36-83B0-FC6C10A16993}"/>
                </a:ext>
              </a:extLst>
            </p:cNvPr>
            <p:cNvGrpSpPr/>
            <p:nvPr userDrawn="1"/>
          </p:nvGrpSpPr>
          <p:grpSpPr>
            <a:xfrm>
              <a:off x="-3790059" y="0"/>
              <a:ext cx="3596985" cy="5270646"/>
              <a:chOff x="-3790059" y="0"/>
              <a:chExt cx="3596985" cy="5270646"/>
            </a:xfrm>
          </p:grpSpPr>
          <p:sp>
            <p:nvSpPr>
              <p:cNvPr id="79" name="Rechthoek 78">
                <a:extLst>
                  <a:ext uri="{FF2B5EF4-FFF2-40B4-BE49-F238E27FC236}">
                    <a16:creationId xmlns:a16="http://schemas.microsoft.com/office/drawing/2014/main" id="{4E635F2F-824A-41C1-B4D1-B55C1B832099}"/>
                  </a:ext>
                </a:extLst>
              </p:cNvPr>
              <p:cNvSpPr/>
              <p:nvPr userDrawn="1"/>
            </p:nvSpPr>
            <p:spPr>
              <a:xfrm>
                <a:off x="-3786165" y="0"/>
                <a:ext cx="3593091" cy="444264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 dirty="0" err="1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Tekstniveaus</a:t>
                </a:r>
                <a:r>
                  <a:rPr lang="en-GB" sz="1400" b="1" cap="all" baseline="0" noProof="0" dirty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400" b="1" cap="all" baseline="0" noProof="0" dirty="0" err="1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kiezen</a:t>
                </a:r>
                <a:endPara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2C401948-C01B-4B08-87F0-99F98A8513C0}"/>
                  </a:ext>
                </a:extLst>
              </p:cNvPr>
              <p:cNvSpPr/>
              <p:nvPr userDrawn="1"/>
            </p:nvSpPr>
            <p:spPr>
              <a:xfrm>
                <a:off x="-3604183" y="168753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81" name="Rechthoek 80">
                <a:extLst>
                  <a:ext uri="{FF2B5EF4-FFF2-40B4-BE49-F238E27FC236}">
                    <a16:creationId xmlns:a16="http://schemas.microsoft.com/office/drawing/2014/main" id="{D9FA7EA2-754E-477E-AD87-ABD6A4BB59DF}"/>
                  </a:ext>
                </a:extLst>
              </p:cNvPr>
              <p:cNvSpPr/>
              <p:nvPr userDrawn="1"/>
            </p:nvSpPr>
            <p:spPr>
              <a:xfrm>
                <a:off x="-3319415" y="1687539"/>
                <a:ext cx="2949220" cy="180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177800" marR="0" lvl="0" indent="-177800" algn="l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GB" sz="1200" kern="1200" noProof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Bullet</a:t>
                </a:r>
              </a:p>
            </p:txBody>
          </p:sp>
          <p:sp>
            <p:nvSpPr>
              <p:cNvPr id="82" name="Ovaal 81">
                <a:extLst>
                  <a:ext uri="{FF2B5EF4-FFF2-40B4-BE49-F238E27FC236}">
                    <a16:creationId xmlns:a16="http://schemas.microsoft.com/office/drawing/2014/main" id="{5003DB45-BDE2-45B6-9180-10915C98D56A}"/>
                  </a:ext>
                </a:extLst>
              </p:cNvPr>
              <p:cNvSpPr/>
              <p:nvPr userDrawn="1"/>
            </p:nvSpPr>
            <p:spPr>
              <a:xfrm>
                <a:off x="-3604183" y="198391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83" name="Rechthoek 82">
                <a:extLst>
                  <a:ext uri="{FF2B5EF4-FFF2-40B4-BE49-F238E27FC236}">
                    <a16:creationId xmlns:a16="http://schemas.microsoft.com/office/drawing/2014/main" id="{1469A486-130A-426B-B20E-8DC917B5F314}"/>
                  </a:ext>
                </a:extLst>
              </p:cNvPr>
              <p:cNvSpPr/>
              <p:nvPr userDrawn="1"/>
            </p:nvSpPr>
            <p:spPr>
              <a:xfrm>
                <a:off x="-3604183" y="1196113"/>
                <a:ext cx="3229047" cy="459227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Gebruik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onder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de tab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‘Start’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de </a:t>
                </a:r>
                <a:r>
                  <a:rPr kumimoji="0" lang="en-GB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lijstniveau-knoppen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om </a:t>
                </a:r>
                <a:r>
                  <a:rPr kumimoji="0" lang="en-GB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een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niveau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kiezen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Je </a:t>
                </a:r>
                <a:r>
                  <a:rPr kumimoji="0" lang="en-GB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opties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zijn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</p:txBody>
          </p:sp>
          <p:sp>
            <p:nvSpPr>
              <p:cNvPr id="84" name="Rechthoek 83">
                <a:extLst>
                  <a:ext uri="{FF2B5EF4-FFF2-40B4-BE49-F238E27FC236}">
                    <a16:creationId xmlns:a16="http://schemas.microsoft.com/office/drawing/2014/main" id="{16CB1716-98C9-4BC1-B7A3-D987CCE9E316}"/>
                  </a:ext>
                </a:extLst>
              </p:cNvPr>
              <p:cNvSpPr/>
              <p:nvPr userDrawn="1"/>
            </p:nvSpPr>
            <p:spPr>
              <a:xfrm>
                <a:off x="-3319415" y="1983919"/>
                <a:ext cx="2949220" cy="180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355600" marR="0" lvl="1" indent="-177800" algn="l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2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GB" sz="1200" kern="1200" noProof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Sub-bullet #1</a:t>
                </a:r>
              </a:p>
            </p:txBody>
          </p:sp>
          <p:sp>
            <p:nvSpPr>
              <p:cNvPr id="85" name="Ovaal 84">
                <a:extLst>
                  <a:ext uri="{FF2B5EF4-FFF2-40B4-BE49-F238E27FC236}">
                    <a16:creationId xmlns:a16="http://schemas.microsoft.com/office/drawing/2014/main" id="{671E3112-E1E1-4BD9-8526-A2D3832E77E5}"/>
                  </a:ext>
                </a:extLst>
              </p:cNvPr>
              <p:cNvSpPr/>
              <p:nvPr userDrawn="1"/>
            </p:nvSpPr>
            <p:spPr>
              <a:xfrm>
                <a:off x="-3604183" y="228029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86" name="Rechthoek 85">
                <a:extLst>
                  <a:ext uri="{FF2B5EF4-FFF2-40B4-BE49-F238E27FC236}">
                    <a16:creationId xmlns:a16="http://schemas.microsoft.com/office/drawing/2014/main" id="{16174C45-9346-4BEC-AB96-7CFCD5B0626D}"/>
                  </a:ext>
                </a:extLst>
              </p:cNvPr>
              <p:cNvSpPr/>
              <p:nvPr userDrawn="1"/>
            </p:nvSpPr>
            <p:spPr>
              <a:xfrm>
                <a:off x="-3319415" y="2280299"/>
                <a:ext cx="2949220" cy="180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531813" marR="0" lvl="2" indent="-171450" algn="l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3"/>
                  </a:buClr>
                  <a:buSzTx/>
                  <a:buFont typeface="Segoe UI Light" panose="020B0502040204020203" pitchFamily="34" charset="0"/>
                  <a:buChar char="–"/>
                  <a:tabLst/>
                  <a:defRPr/>
                </a:pPr>
                <a:r>
                  <a:rPr lang="en-GB" sz="1200" kern="1200" noProof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Sub-bullet #2</a:t>
                </a:r>
              </a:p>
            </p:txBody>
          </p:sp>
          <p:sp>
            <p:nvSpPr>
              <p:cNvPr id="87" name="Ovaal 86">
                <a:extLst>
                  <a:ext uri="{FF2B5EF4-FFF2-40B4-BE49-F238E27FC236}">
                    <a16:creationId xmlns:a16="http://schemas.microsoft.com/office/drawing/2014/main" id="{336B33F8-B0B1-43D0-94DA-A021D3A3523F}"/>
                  </a:ext>
                </a:extLst>
              </p:cNvPr>
              <p:cNvSpPr/>
              <p:nvPr userDrawn="1"/>
            </p:nvSpPr>
            <p:spPr>
              <a:xfrm>
                <a:off x="-3604183" y="257667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</a:p>
            </p:txBody>
          </p:sp>
          <p:sp>
            <p:nvSpPr>
              <p:cNvPr id="88" name="Rechthoek 87">
                <a:extLst>
                  <a:ext uri="{FF2B5EF4-FFF2-40B4-BE49-F238E27FC236}">
                    <a16:creationId xmlns:a16="http://schemas.microsoft.com/office/drawing/2014/main" id="{A2399E61-E5AF-449B-A066-10DF9C273F96}"/>
                  </a:ext>
                </a:extLst>
              </p:cNvPr>
              <p:cNvSpPr/>
              <p:nvPr userDrawn="1"/>
            </p:nvSpPr>
            <p:spPr>
              <a:xfrm>
                <a:off x="-3319415" y="2576679"/>
                <a:ext cx="2949220" cy="180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3" indent="0" algn="l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GB" sz="1200" kern="1200" noProof="0" dirty="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Leestekst</a:t>
                </a:r>
                <a:endParaRPr lang="en-GB" sz="1200" kern="12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9" name="Ovaal 88">
                <a:extLst>
                  <a:ext uri="{FF2B5EF4-FFF2-40B4-BE49-F238E27FC236}">
                    <a16:creationId xmlns:a16="http://schemas.microsoft.com/office/drawing/2014/main" id="{B2645595-BCD6-4470-BF1E-0AFCC9E296C1}"/>
                  </a:ext>
                </a:extLst>
              </p:cNvPr>
              <p:cNvSpPr/>
              <p:nvPr userDrawn="1"/>
            </p:nvSpPr>
            <p:spPr>
              <a:xfrm>
                <a:off x="-3604183" y="287305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5</a:t>
                </a:r>
              </a:p>
            </p:txBody>
          </p:sp>
          <p:sp>
            <p:nvSpPr>
              <p:cNvPr id="90" name="Rechthoek 89">
                <a:extLst>
                  <a:ext uri="{FF2B5EF4-FFF2-40B4-BE49-F238E27FC236}">
                    <a16:creationId xmlns:a16="http://schemas.microsoft.com/office/drawing/2014/main" id="{28D5454B-47D8-40BF-99B3-E9194DF1632B}"/>
                  </a:ext>
                </a:extLst>
              </p:cNvPr>
              <p:cNvSpPr/>
              <p:nvPr userDrawn="1"/>
            </p:nvSpPr>
            <p:spPr>
              <a:xfrm>
                <a:off x="-3319415" y="2873059"/>
                <a:ext cx="2949220" cy="180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4" indent="0" algn="l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GB" sz="1200" b="1" kern="1200" noProof="0" dirty="0" err="1">
                    <a:solidFill>
                      <a:schemeClr val="accent2"/>
                    </a:solidFill>
                    <a:latin typeface="+mj-lt"/>
                    <a:ea typeface="+mn-ea"/>
                    <a:cs typeface="+mn-cs"/>
                  </a:rPr>
                  <a:t>Subtitel</a:t>
                </a:r>
                <a:r>
                  <a:rPr lang="en-GB" sz="1200" b="1" kern="1200" noProof="0" dirty="0">
                    <a:solidFill>
                      <a:schemeClr val="accent2"/>
                    </a:solidFill>
                    <a:latin typeface="+mj-lt"/>
                    <a:ea typeface="+mn-ea"/>
                    <a:cs typeface="+mn-cs"/>
                  </a:rPr>
                  <a:t> #1</a:t>
                </a:r>
              </a:p>
            </p:txBody>
          </p:sp>
          <p:sp>
            <p:nvSpPr>
              <p:cNvPr id="91" name="Ovaal 90">
                <a:extLst>
                  <a:ext uri="{FF2B5EF4-FFF2-40B4-BE49-F238E27FC236}">
                    <a16:creationId xmlns:a16="http://schemas.microsoft.com/office/drawing/2014/main" id="{B974109F-54EC-4382-BC6C-E99153C30BA5}"/>
                  </a:ext>
                </a:extLst>
              </p:cNvPr>
              <p:cNvSpPr/>
              <p:nvPr userDrawn="1"/>
            </p:nvSpPr>
            <p:spPr>
              <a:xfrm>
                <a:off x="-3604183" y="316943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6</a:t>
                </a:r>
              </a:p>
            </p:txBody>
          </p:sp>
          <p:sp>
            <p:nvSpPr>
              <p:cNvPr id="92" name="Rechthoek 91">
                <a:extLst>
                  <a:ext uri="{FF2B5EF4-FFF2-40B4-BE49-F238E27FC236}">
                    <a16:creationId xmlns:a16="http://schemas.microsoft.com/office/drawing/2014/main" id="{6802696A-42CC-44CD-96D3-BE77030CA513}"/>
                  </a:ext>
                </a:extLst>
              </p:cNvPr>
              <p:cNvSpPr/>
              <p:nvPr userDrawn="1"/>
            </p:nvSpPr>
            <p:spPr>
              <a:xfrm>
                <a:off x="-3319415" y="3465819"/>
                <a:ext cx="2949220" cy="180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182563" marR="0" lvl="6" indent="-182563" algn="l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+mj-lt"/>
                  <a:buAutoNum type="arabicPeriod"/>
                  <a:tabLst/>
                  <a:defRPr/>
                </a:pPr>
                <a:r>
                  <a:rPr lang="en-GB" sz="1200" kern="1200" noProof="0" dirty="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Numerieke</a:t>
                </a:r>
                <a:r>
                  <a:rPr lang="en-GB" sz="1200" kern="1200" noProof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bullet</a:t>
                </a:r>
              </a:p>
            </p:txBody>
          </p:sp>
          <p:sp>
            <p:nvSpPr>
              <p:cNvPr id="93" name="Ovaal 92">
                <a:extLst>
                  <a:ext uri="{FF2B5EF4-FFF2-40B4-BE49-F238E27FC236}">
                    <a16:creationId xmlns:a16="http://schemas.microsoft.com/office/drawing/2014/main" id="{5D2D93A9-1C84-49BE-9394-396B585AE5CE}"/>
                  </a:ext>
                </a:extLst>
              </p:cNvPr>
              <p:cNvSpPr/>
              <p:nvPr userDrawn="1"/>
            </p:nvSpPr>
            <p:spPr>
              <a:xfrm>
                <a:off x="-3604183" y="346581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7</a:t>
                </a:r>
              </a:p>
            </p:txBody>
          </p:sp>
          <p:sp>
            <p:nvSpPr>
              <p:cNvPr id="94" name="Rechthoek 93">
                <a:extLst>
                  <a:ext uri="{FF2B5EF4-FFF2-40B4-BE49-F238E27FC236}">
                    <a16:creationId xmlns:a16="http://schemas.microsoft.com/office/drawing/2014/main" id="{2F8B4F1B-4983-40B1-9B42-A34AADF91033}"/>
                  </a:ext>
                </a:extLst>
              </p:cNvPr>
              <p:cNvSpPr/>
              <p:nvPr userDrawn="1"/>
            </p:nvSpPr>
            <p:spPr>
              <a:xfrm>
                <a:off x="-3325830" y="3762199"/>
                <a:ext cx="2949220" cy="180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409575" marR="0" lvl="7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+mj-lt"/>
                  <a:buAutoNum type="alphaLcPeriod"/>
                  <a:tabLst/>
                  <a:defRPr/>
                </a:pPr>
                <a:r>
                  <a:rPr lang="en-GB" sz="1200" kern="1200" noProof="0" dirty="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Alfabetische</a:t>
                </a:r>
                <a:r>
                  <a:rPr lang="en-GB" sz="1200" kern="1200" noProof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bullet</a:t>
                </a:r>
              </a:p>
            </p:txBody>
          </p:sp>
          <p:sp>
            <p:nvSpPr>
              <p:cNvPr id="95" name="Ovaal 94">
                <a:extLst>
                  <a:ext uri="{FF2B5EF4-FFF2-40B4-BE49-F238E27FC236}">
                    <a16:creationId xmlns:a16="http://schemas.microsoft.com/office/drawing/2014/main" id="{A0144A5B-585F-4769-BB98-09E1B12DCF74}"/>
                  </a:ext>
                </a:extLst>
              </p:cNvPr>
              <p:cNvSpPr/>
              <p:nvPr userDrawn="1"/>
            </p:nvSpPr>
            <p:spPr>
              <a:xfrm>
                <a:off x="-3604183" y="376219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8</a:t>
                </a:r>
              </a:p>
            </p:txBody>
          </p:sp>
          <p:sp>
            <p:nvSpPr>
              <p:cNvPr id="96" name="Rechthoek 95">
                <a:extLst>
                  <a:ext uri="{FF2B5EF4-FFF2-40B4-BE49-F238E27FC236}">
                    <a16:creationId xmlns:a16="http://schemas.microsoft.com/office/drawing/2014/main" id="{A3338B12-311C-4BD0-8FF0-174C12C15382}"/>
                  </a:ext>
                </a:extLst>
              </p:cNvPr>
              <p:cNvSpPr/>
              <p:nvPr userDrawn="1"/>
            </p:nvSpPr>
            <p:spPr>
              <a:xfrm>
                <a:off x="-3319415" y="4058578"/>
                <a:ext cx="2949220" cy="180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8" indent="0" algn="l" defTabSz="914400" rtl="0" eaLnBrk="1" fontAlgn="auto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GB" sz="1200" i="1" kern="1200" noProof="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rPr>
                  <a:t>Bronvermelding</a:t>
                </a:r>
                <a:endParaRPr lang="en-GB" sz="1200" i="1" kern="12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7" name="Ovaal 96">
                <a:extLst>
                  <a:ext uri="{FF2B5EF4-FFF2-40B4-BE49-F238E27FC236}">
                    <a16:creationId xmlns:a16="http://schemas.microsoft.com/office/drawing/2014/main" id="{CCD68159-FECB-44E8-AFC2-A399D5EC46FA}"/>
                  </a:ext>
                </a:extLst>
              </p:cNvPr>
              <p:cNvSpPr/>
              <p:nvPr userDrawn="1"/>
            </p:nvSpPr>
            <p:spPr>
              <a:xfrm>
                <a:off x="-3604183" y="4058578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9</a:t>
                </a:r>
              </a:p>
            </p:txBody>
          </p:sp>
          <p:sp>
            <p:nvSpPr>
              <p:cNvPr id="98" name="Rechthoek 97">
                <a:extLst>
                  <a:ext uri="{FF2B5EF4-FFF2-40B4-BE49-F238E27FC236}">
                    <a16:creationId xmlns:a16="http://schemas.microsoft.com/office/drawing/2014/main" id="{7A966E97-C07B-4172-8367-419CFD522F8A}"/>
                  </a:ext>
                </a:extLst>
              </p:cNvPr>
              <p:cNvSpPr/>
              <p:nvPr userDrawn="1"/>
            </p:nvSpPr>
            <p:spPr>
              <a:xfrm>
                <a:off x="-3319415" y="3169439"/>
                <a:ext cx="2949220" cy="180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5" indent="0" algn="l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GB" sz="1200" b="0" kern="1200" cap="none" baseline="0" noProof="0" dirty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rPr>
                  <a:t>Alt. </a:t>
                </a:r>
                <a:r>
                  <a:rPr lang="en-GB" sz="1200" b="0" kern="1200" cap="none" baseline="0" noProof="0" dirty="0" err="1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rPr>
                  <a:t>subtitel</a:t>
                </a:r>
                <a:r>
                  <a:rPr lang="en-GB" sz="1200" b="0" kern="1200" cap="none" baseline="0" noProof="0" dirty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rPr>
                  <a:t> #2</a:t>
                </a:r>
              </a:p>
            </p:txBody>
          </p:sp>
          <p:grpSp>
            <p:nvGrpSpPr>
              <p:cNvPr id="101" name="VOORBEELD">
                <a:extLst>
                  <a:ext uri="{FF2B5EF4-FFF2-40B4-BE49-F238E27FC236}">
                    <a16:creationId xmlns:a16="http://schemas.microsoft.com/office/drawing/2014/main" id="{6243C79F-C99B-40E9-9289-6901F55014A5}"/>
                  </a:ext>
                </a:extLst>
              </p:cNvPr>
              <p:cNvGrpSpPr/>
              <p:nvPr userDrawn="1"/>
            </p:nvGrpSpPr>
            <p:grpSpPr>
              <a:xfrm>
                <a:off x="-3605171" y="458674"/>
                <a:ext cx="3234311" cy="558875"/>
                <a:chOff x="-3605171" y="458674"/>
                <a:chExt cx="3234311" cy="558875"/>
              </a:xfrm>
            </p:grpSpPr>
            <p:sp>
              <p:nvSpPr>
                <p:cNvPr id="102" name="Rechthoek 101">
                  <a:extLst>
                    <a:ext uri="{FF2B5EF4-FFF2-40B4-BE49-F238E27FC236}">
                      <a16:creationId xmlns:a16="http://schemas.microsoft.com/office/drawing/2014/main" id="{2A27D7DB-7ECC-4B77-9C01-CCB58CFF0455}"/>
                    </a:ext>
                  </a:extLst>
                </p:cNvPr>
                <p:cNvSpPr/>
                <p:nvPr userDrawn="1"/>
              </p:nvSpPr>
              <p:spPr>
                <a:xfrm>
                  <a:off x="-3604183" y="458674"/>
                  <a:ext cx="393459" cy="184058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9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Start</a:t>
                  </a:r>
                </a:p>
              </p:txBody>
            </p:sp>
            <p:sp>
              <p:nvSpPr>
                <p:cNvPr id="103" name="Rechthoek 102">
                  <a:extLst>
                    <a:ext uri="{FF2B5EF4-FFF2-40B4-BE49-F238E27FC236}">
                      <a16:creationId xmlns:a16="http://schemas.microsoft.com/office/drawing/2014/main" id="{9F7DCFFC-A8B5-47A1-9410-BBDE9D9511A0}"/>
                    </a:ext>
                  </a:extLst>
                </p:cNvPr>
                <p:cNvSpPr/>
                <p:nvPr userDrawn="1"/>
              </p:nvSpPr>
              <p:spPr>
                <a:xfrm>
                  <a:off x="-3599184" y="621345"/>
                  <a:ext cx="383782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04" name="Groep 103">
                  <a:extLst>
                    <a:ext uri="{FF2B5EF4-FFF2-40B4-BE49-F238E27FC236}">
                      <a16:creationId xmlns:a16="http://schemas.microsoft.com/office/drawing/2014/main" id="{91AD509E-1B8F-4045-A278-A21782CA56B3}"/>
                    </a:ext>
                  </a:extLst>
                </p:cNvPr>
                <p:cNvGrpSpPr/>
                <p:nvPr userDrawn="1"/>
              </p:nvGrpSpPr>
              <p:grpSpPr>
                <a:xfrm>
                  <a:off x="-3386247" y="830871"/>
                  <a:ext cx="139423" cy="109566"/>
                  <a:chOff x="-2866744" y="827071"/>
                  <a:chExt cx="168701" cy="132575"/>
                </a:xfrm>
              </p:grpSpPr>
              <p:grpSp>
                <p:nvGrpSpPr>
                  <p:cNvPr id="135" name="Groep 134">
                    <a:extLst>
                      <a:ext uri="{FF2B5EF4-FFF2-40B4-BE49-F238E27FC236}">
                        <a16:creationId xmlns:a16="http://schemas.microsoft.com/office/drawing/2014/main" id="{8119DCF7-1164-461B-B202-784AA67B914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2866744" y="827071"/>
                    <a:ext cx="168701" cy="132575"/>
                    <a:chOff x="-2866744" y="827071"/>
                    <a:chExt cx="168701" cy="132575"/>
                  </a:xfrm>
                </p:grpSpPr>
                <p:cxnSp>
                  <p:nvCxnSpPr>
                    <p:cNvPr id="137" name="Rechte verbindingslijn 136">
                      <a:extLst>
                        <a:ext uri="{FF2B5EF4-FFF2-40B4-BE49-F238E27FC236}">
                          <a16:creationId xmlns:a16="http://schemas.microsoft.com/office/drawing/2014/main" id="{EC411783-7D69-4261-AE2D-198BC9647D65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866744" y="827071"/>
                      <a:ext cx="168701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38" name="Rechte verbindingslijn 137">
                      <a:extLst>
                        <a:ext uri="{FF2B5EF4-FFF2-40B4-BE49-F238E27FC236}">
                          <a16:creationId xmlns:a16="http://schemas.microsoft.com/office/drawing/2014/main" id="{FFDA8C74-D234-4F4C-95E5-42FC6B4AC447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866744" y="959646"/>
                      <a:ext cx="168701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39" name="Rechte verbindingslijn 138">
                      <a:extLst>
                        <a:ext uri="{FF2B5EF4-FFF2-40B4-BE49-F238E27FC236}">
                          <a16:creationId xmlns:a16="http://schemas.microsoft.com/office/drawing/2014/main" id="{F072B088-2A78-4268-9BC7-EBBBB335E1DB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773990" y="926503"/>
                      <a:ext cx="75947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40" name="Rechte verbindingslijn 139">
                      <a:extLst>
                        <a:ext uri="{FF2B5EF4-FFF2-40B4-BE49-F238E27FC236}">
                          <a16:creationId xmlns:a16="http://schemas.microsoft.com/office/drawing/2014/main" id="{11EFB94A-F78A-41C4-9906-E236D5027CD0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773990" y="893359"/>
                      <a:ext cx="75947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41" name="Rechte verbindingslijn 140">
                      <a:extLst>
                        <a:ext uri="{FF2B5EF4-FFF2-40B4-BE49-F238E27FC236}">
                          <a16:creationId xmlns:a16="http://schemas.microsoft.com/office/drawing/2014/main" id="{8E199665-C549-453D-B589-F354DF40E645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773990" y="860215"/>
                      <a:ext cx="75947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</p:grpSp>
              <p:sp>
                <p:nvSpPr>
                  <p:cNvPr id="136" name="Pijl: rechts 135">
                    <a:extLst>
                      <a:ext uri="{FF2B5EF4-FFF2-40B4-BE49-F238E27FC236}">
                        <a16:creationId xmlns:a16="http://schemas.microsoft.com/office/drawing/2014/main" id="{074EB2BC-F09D-42A4-8529-D4DECDF5261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2866744" y="858737"/>
                    <a:ext cx="70676" cy="67902"/>
                  </a:xfrm>
                  <a:prstGeom prst="rightArrow">
                    <a:avLst>
                      <a:gd name="adj1" fmla="val 25329"/>
                      <a:gd name="adj2" fmla="val 63628"/>
                    </a:avLst>
                  </a:prstGeom>
                  <a:solidFill>
                    <a:srgbClr val="4A7DB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5" name="Groep 104">
                  <a:extLst>
                    <a:ext uri="{FF2B5EF4-FFF2-40B4-BE49-F238E27FC236}">
                      <a16:creationId xmlns:a16="http://schemas.microsoft.com/office/drawing/2014/main" id="{BBAC4451-2A9A-452D-8D05-42E807608DBB}"/>
                    </a:ext>
                  </a:extLst>
                </p:cNvPr>
                <p:cNvGrpSpPr/>
                <p:nvPr userDrawn="1"/>
              </p:nvGrpSpPr>
              <p:grpSpPr>
                <a:xfrm>
                  <a:off x="-3605171" y="830871"/>
                  <a:ext cx="139423" cy="109566"/>
                  <a:chOff x="-2866744" y="518074"/>
                  <a:chExt cx="168701" cy="132575"/>
                </a:xfrm>
              </p:grpSpPr>
              <p:grpSp>
                <p:nvGrpSpPr>
                  <p:cNvPr id="128" name="Groep 127">
                    <a:extLst>
                      <a:ext uri="{FF2B5EF4-FFF2-40B4-BE49-F238E27FC236}">
                        <a16:creationId xmlns:a16="http://schemas.microsoft.com/office/drawing/2014/main" id="{42051A0B-55D0-4D70-9C4C-36B4CCB462D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2866744" y="518074"/>
                    <a:ext cx="168701" cy="132575"/>
                    <a:chOff x="-2866744" y="518074"/>
                    <a:chExt cx="168701" cy="132575"/>
                  </a:xfrm>
                </p:grpSpPr>
                <p:cxnSp>
                  <p:nvCxnSpPr>
                    <p:cNvPr id="130" name="Rechte verbindingslijn 129">
                      <a:extLst>
                        <a:ext uri="{FF2B5EF4-FFF2-40B4-BE49-F238E27FC236}">
                          <a16:creationId xmlns:a16="http://schemas.microsoft.com/office/drawing/2014/main" id="{A5445A16-C9B7-454F-BB6C-45FCEDDF039A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866744" y="518074"/>
                      <a:ext cx="168701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31" name="Rechte verbindingslijn 130">
                      <a:extLst>
                        <a:ext uri="{FF2B5EF4-FFF2-40B4-BE49-F238E27FC236}">
                          <a16:creationId xmlns:a16="http://schemas.microsoft.com/office/drawing/2014/main" id="{8F880E61-68BF-42F8-BB60-791645E67AAB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866744" y="650649"/>
                      <a:ext cx="168701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32" name="Rechte verbindingslijn 131">
                      <a:extLst>
                        <a:ext uri="{FF2B5EF4-FFF2-40B4-BE49-F238E27FC236}">
                          <a16:creationId xmlns:a16="http://schemas.microsoft.com/office/drawing/2014/main" id="{0030E768-C4E0-4C3C-8B5D-AF47F330FCBD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773990" y="617506"/>
                      <a:ext cx="75947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33" name="Rechte verbindingslijn 132">
                      <a:extLst>
                        <a:ext uri="{FF2B5EF4-FFF2-40B4-BE49-F238E27FC236}">
                          <a16:creationId xmlns:a16="http://schemas.microsoft.com/office/drawing/2014/main" id="{EDD8860A-C7AF-4840-A2A2-706BBC7A17EF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773990" y="584362"/>
                      <a:ext cx="75947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34" name="Rechte verbindingslijn 133">
                      <a:extLst>
                        <a:ext uri="{FF2B5EF4-FFF2-40B4-BE49-F238E27FC236}">
                          <a16:creationId xmlns:a16="http://schemas.microsoft.com/office/drawing/2014/main" id="{E249F3CF-5630-4089-B9EE-D5379F6B680D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773990" y="551218"/>
                      <a:ext cx="75947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</p:grpSp>
              <p:sp>
                <p:nvSpPr>
                  <p:cNvPr id="129" name="Pijl: rechts 128">
                    <a:extLst>
                      <a:ext uri="{FF2B5EF4-FFF2-40B4-BE49-F238E27FC236}">
                        <a16:creationId xmlns:a16="http://schemas.microsoft.com/office/drawing/2014/main" id="{25300D7E-2738-4513-9CC5-9C8F941174B3}"/>
                      </a:ext>
                    </a:extLst>
                  </p:cNvPr>
                  <p:cNvSpPr/>
                  <p:nvPr userDrawn="1"/>
                </p:nvSpPr>
                <p:spPr>
                  <a:xfrm flipH="1">
                    <a:off x="-2866744" y="549740"/>
                    <a:ext cx="70676" cy="67902"/>
                  </a:xfrm>
                  <a:prstGeom prst="rightArrow">
                    <a:avLst>
                      <a:gd name="adj1" fmla="val 25329"/>
                      <a:gd name="adj2" fmla="val 63628"/>
                    </a:avLst>
                  </a:prstGeom>
                  <a:solidFill>
                    <a:srgbClr val="4A7DB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cxnSp>
              <p:nvCxnSpPr>
                <p:cNvPr id="106" name="Rechte verbindingslijn 105">
                  <a:extLst>
                    <a:ext uri="{FF2B5EF4-FFF2-40B4-BE49-F238E27FC236}">
                      <a16:creationId xmlns:a16="http://schemas.microsoft.com/office/drawing/2014/main" id="{A450EFD9-75D7-43ED-990B-23DAB1A4D0CA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V="1">
                  <a:off x="-3459956" y="588169"/>
                  <a:ext cx="547687" cy="219076"/>
                </a:xfrm>
                <a:prstGeom prst="line">
                  <a:avLst/>
                </a:prstGeom>
                <a:noFill/>
                <a:ln w="19050" cap="rnd" cmpd="sng" algn="ctr">
                  <a:solidFill>
                    <a:schemeClr val="accent1"/>
                  </a:solidFill>
                  <a:prstDash val="solid"/>
                  <a:headEnd type="oval"/>
                </a:ln>
                <a:effectLst/>
              </p:spPr>
            </p:cxnSp>
            <p:cxnSp>
              <p:nvCxnSpPr>
                <p:cNvPr id="107" name="Rechte verbindingslijn 106">
                  <a:extLst>
                    <a:ext uri="{FF2B5EF4-FFF2-40B4-BE49-F238E27FC236}">
                      <a16:creationId xmlns:a16="http://schemas.microsoft.com/office/drawing/2014/main" id="{9A24685F-5D2B-4277-8776-E080784B5B34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-3224213" y="828675"/>
                  <a:ext cx="319088" cy="0"/>
                </a:xfrm>
                <a:prstGeom prst="line">
                  <a:avLst/>
                </a:prstGeom>
                <a:noFill/>
                <a:ln w="19050" cap="rnd" cmpd="sng" algn="ctr">
                  <a:solidFill>
                    <a:schemeClr val="accent1"/>
                  </a:solidFill>
                  <a:prstDash val="solid"/>
                  <a:headEnd type="oval"/>
                </a:ln>
                <a:effectLst/>
              </p:spPr>
            </p:cxn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2DB7235D-617F-4144-9B02-08CB5C13A43E}"/>
                    </a:ext>
                  </a:extLst>
                </p:cNvPr>
                <p:cNvSpPr/>
                <p:nvPr userDrawn="1"/>
              </p:nvSpPr>
              <p:spPr>
                <a:xfrm>
                  <a:off x="-2559903" y="512179"/>
                  <a:ext cx="2189042" cy="151083"/>
                </a:xfrm>
                <a:prstGeom prst="rect">
                  <a:avLst/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100" b="0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Tekstniveau</a:t>
                  </a:r>
                  <a:r>
                    <a:rPr kumimoji="0" lang="en-GB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0" lang="en-GB" sz="1100" b="0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omhoog</a:t>
                  </a:r>
                  <a:endPara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33223B49-23EC-4CCA-A630-2210A9A60182}"/>
                    </a:ext>
                  </a:extLst>
                </p:cNvPr>
                <p:cNvSpPr/>
                <p:nvPr userDrawn="1"/>
              </p:nvSpPr>
              <p:spPr>
                <a:xfrm>
                  <a:off x="-2559903" y="819562"/>
                  <a:ext cx="2189043" cy="142202"/>
                </a:xfrm>
                <a:prstGeom prst="rect">
                  <a:avLst/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100" b="0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Tekstniveau</a:t>
                  </a:r>
                  <a:r>
                    <a:rPr kumimoji="0" lang="en-GB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0" lang="en-GB" sz="1100" b="0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omlaag</a:t>
                  </a:r>
                  <a:endPara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8AE7B1D9-20A9-425E-98B4-7156C75631EC}"/>
                    </a:ext>
                  </a:extLst>
                </p:cNvPr>
                <p:cNvGrpSpPr/>
                <p:nvPr userDrawn="1"/>
              </p:nvGrpSpPr>
              <p:grpSpPr>
                <a:xfrm>
                  <a:off x="-2916763" y="769168"/>
                  <a:ext cx="268738" cy="248381"/>
                  <a:chOff x="-2916763" y="769168"/>
                  <a:chExt cx="268738" cy="248381"/>
                </a:xfrm>
              </p:grpSpPr>
              <p:sp>
                <p:nvSpPr>
                  <p:cNvPr id="120" name="Rechthoek 119">
                    <a:extLst>
                      <a:ext uri="{FF2B5EF4-FFF2-40B4-BE49-F238E27FC236}">
                        <a16:creationId xmlns:a16="http://schemas.microsoft.com/office/drawing/2014/main" id="{69B09DB9-5035-4F3C-9D02-D70F60AA308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2916763" y="769168"/>
                    <a:ext cx="268738" cy="248381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>
                    <a:solidFill>
                      <a:srgbClr val="DADA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05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121" name="Groep 120">
                    <a:extLst>
                      <a:ext uri="{FF2B5EF4-FFF2-40B4-BE49-F238E27FC236}">
                        <a16:creationId xmlns:a16="http://schemas.microsoft.com/office/drawing/2014/main" id="{67005B40-4AC0-43BB-8E28-E4376F89EB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2866744" y="827071"/>
                    <a:ext cx="168701" cy="132575"/>
                    <a:chOff x="-2866744" y="827071"/>
                    <a:chExt cx="168701" cy="132575"/>
                  </a:xfrm>
                </p:grpSpPr>
                <p:cxnSp>
                  <p:nvCxnSpPr>
                    <p:cNvPr id="123" name="Rechte verbindingslijn 122">
                      <a:extLst>
                        <a:ext uri="{FF2B5EF4-FFF2-40B4-BE49-F238E27FC236}">
                          <a16:creationId xmlns:a16="http://schemas.microsoft.com/office/drawing/2014/main" id="{121692D6-7BF3-4191-8824-4D05D5266008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866744" y="827071"/>
                      <a:ext cx="168701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24" name="Rechte verbindingslijn 123">
                      <a:extLst>
                        <a:ext uri="{FF2B5EF4-FFF2-40B4-BE49-F238E27FC236}">
                          <a16:creationId xmlns:a16="http://schemas.microsoft.com/office/drawing/2014/main" id="{F4C7C15E-1AB9-476D-A9E2-18AFC351967E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866744" y="959646"/>
                      <a:ext cx="168701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25" name="Rechte verbindingslijn 124">
                      <a:extLst>
                        <a:ext uri="{FF2B5EF4-FFF2-40B4-BE49-F238E27FC236}">
                          <a16:creationId xmlns:a16="http://schemas.microsoft.com/office/drawing/2014/main" id="{9F80E985-3413-44A8-9C4D-FC6381A2A37A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773990" y="926503"/>
                      <a:ext cx="75947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26" name="Rechte verbindingslijn 125">
                      <a:extLst>
                        <a:ext uri="{FF2B5EF4-FFF2-40B4-BE49-F238E27FC236}">
                          <a16:creationId xmlns:a16="http://schemas.microsoft.com/office/drawing/2014/main" id="{AA90087F-9CCB-428C-A6EA-5C67E3FF6115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773990" y="893359"/>
                      <a:ext cx="75947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27" name="Rechte verbindingslijn 126">
                      <a:extLst>
                        <a:ext uri="{FF2B5EF4-FFF2-40B4-BE49-F238E27FC236}">
                          <a16:creationId xmlns:a16="http://schemas.microsoft.com/office/drawing/2014/main" id="{5B0CD609-9D44-413D-BBCD-DDC4A67F1A88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773990" y="860215"/>
                      <a:ext cx="75947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</p:grpSp>
              <p:sp>
                <p:nvSpPr>
                  <p:cNvPr id="122" name="Pijl: rechts 121">
                    <a:extLst>
                      <a:ext uri="{FF2B5EF4-FFF2-40B4-BE49-F238E27FC236}">
                        <a16:creationId xmlns:a16="http://schemas.microsoft.com/office/drawing/2014/main" id="{B6DDB5C0-C173-4FB2-8EF9-1C199AE7083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2866744" y="858737"/>
                    <a:ext cx="70676" cy="67902"/>
                  </a:xfrm>
                  <a:prstGeom prst="rightArrow">
                    <a:avLst>
                      <a:gd name="adj1" fmla="val 25329"/>
                      <a:gd name="adj2" fmla="val 63628"/>
                    </a:avLst>
                  </a:prstGeom>
                  <a:solidFill>
                    <a:srgbClr val="4A7DB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1" name="Groep 110">
                  <a:extLst>
                    <a:ext uri="{FF2B5EF4-FFF2-40B4-BE49-F238E27FC236}">
                      <a16:creationId xmlns:a16="http://schemas.microsoft.com/office/drawing/2014/main" id="{94B61011-646C-4D86-9B90-BBB7D4DEF10B}"/>
                    </a:ext>
                  </a:extLst>
                </p:cNvPr>
                <p:cNvGrpSpPr/>
                <p:nvPr userDrawn="1"/>
              </p:nvGrpSpPr>
              <p:grpSpPr>
                <a:xfrm>
                  <a:off x="-2916763" y="460171"/>
                  <a:ext cx="268738" cy="248381"/>
                  <a:chOff x="-2916763" y="460171"/>
                  <a:chExt cx="268738" cy="248381"/>
                </a:xfrm>
              </p:grpSpPr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99FAC07B-AF00-4A19-8A66-A5D0F20ECA8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2916763" y="460171"/>
                    <a:ext cx="268738" cy="248381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>
                    <a:solidFill>
                      <a:srgbClr val="DADA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05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113" name="Groep 112">
                    <a:extLst>
                      <a:ext uri="{FF2B5EF4-FFF2-40B4-BE49-F238E27FC236}">
                        <a16:creationId xmlns:a16="http://schemas.microsoft.com/office/drawing/2014/main" id="{9D69DD37-0AFD-48CB-A798-590A233D43E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2866744" y="518074"/>
                    <a:ext cx="168701" cy="132575"/>
                    <a:chOff x="-2866744" y="518074"/>
                    <a:chExt cx="168701" cy="132575"/>
                  </a:xfrm>
                </p:grpSpPr>
                <p:cxnSp>
                  <p:nvCxnSpPr>
                    <p:cNvPr id="115" name="Rechte verbindingslijn 114">
                      <a:extLst>
                        <a:ext uri="{FF2B5EF4-FFF2-40B4-BE49-F238E27FC236}">
                          <a16:creationId xmlns:a16="http://schemas.microsoft.com/office/drawing/2014/main" id="{26D857F4-D016-4FF7-A617-D7E8C4873963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866744" y="518074"/>
                      <a:ext cx="168701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16" name="Rechte verbindingslijn 115">
                      <a:extLst>
                        <a:ext uri="{FF2B5EF4-FFF2-40B4-BE49-F238E27FC236}">
                          <a16:creationId xmlns:a16="http://schemas.microsoft.com/office/drawing/2014/main" id="{6CFAB328-8BFB-4996-BC50-F8BDC733726A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866744" y="650649"/>
                      <a:ext cx="168701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17" name="Rechte verbindingslijn 116">
                      <a:extLst>
                        <a:ext uri="{FF2B5EF4-FFF2-40B4-BE49-F238E27FC236}">
                          <a16:creationId xmlns:a16="http://schemas.microsoft.com/office/drawing/2014/main" id="{5B49CF45-C441-4B36-AC7D-E745E83C974F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773990" y="617506"/>
                      <a:ext cx="75947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18" name="Rechte verbindingslijn 117">
                      <a:extLst>
                        <a:ext uri="{FF2B5EF4-FFF2-40B4-BE49-F238E27FC236}">
                          <a16:creationId xmlns:a16="http://schemas.microsoft.com/office/drawing/2014/main" id="{917D0BF0-B1E4-4380-A0EA-0C1645EF0DCD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773990" y="584362"/>
                      <a:ext cx="75947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19" name="Rechte verbindingslijn 118">
                      <a:extLst>
                        <a:ext uri="{FF2B5EF4-FFF2-40B4-BE49-F238E27FC236}">
                          <a16:creationId xmlns:a16="http://schemas.microsoft.com/office/drawing/2014/main" id="{5AF29999-4C5D-4776-9A45-DAA2DB570EEB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773990" y="551218"/>
                      <a:ext cx="75947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</p:grpSp>
              <p:sp>
                <p:nvSpPr>
                  <p:cNvPr id="114" name="Pijl: rechts 113">
                    <a:extLst>
                      <a:ext uri="{FF2B5EF4-FFF2-40B4-BE49-F238E27FC236}">
                        <a16:creationId xmlns:a16="http://schemas.microsoft.com/office/drawing/2014/main" id="{008E5F20-9EF3-4F47-A7E6-3A12A94A8DEF}"/>
                      </a:ext>
                    </a:extLst>
                  </p:cNvPr>
                  <p:cNvSpPr/>
                  <p:nvPr userDrawn="1"/>
                </p:nvSpPr>
                <p:spPr>
                  <a:xfrm flipH="1">
                    <a:off x="-2866744" y="549740"/>
                    <a:ext cx="70676" cy="67902"/>
                  </a:xfrm>
                  <a:prstGeom prst="rightArrow">
                    <a:avLst>
                      <a:gd name="adj1" fmla="val 25329"/>
                      <a:gd name="adj2" fmla="val 63628"/>
                    </a:avLst>
                  </a:prstGeom>
                  <a:solidFill>
                    <a:srgbClr val="4A7DB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8" name="Rechthoek 7">
                <a:extLst>
                  <a:ext uri="{FF2B5EF4-FFF2-40B4-BE49-F238E27FC236}">
                    <a16:creationId xmlns:a16="http://schemas.microsoft.com/office/drawing/2014/main" id="{86A8212F-6BCC-40F9-9AC7-36FA4EF52113}"/>
                  </a:ext>
                </a:extLst>
              </p:cNvPr>
              <p:cNvSpPr/>
              <p:nvPr userDrawn="1"/>
            </p:nvSpPr>
            <p:spPr>
              <a:xfrm>
                <a:off x="-3790059" y="4442646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Meer </a:t>
                </a:r>
                <a:r>
                  <a:rPr lang="en-GB" sz="1200" b="1" cap="all" baseline="0" noProof="0" dirty="0" err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weten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  <a:br>
                  <a:rPr lang="en-GB" sz="1200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Ga </a:t>
                </a:r>
                <a:r>
                  <a:rPr lang="en-GB" sz="1200" cap="none" baseline="0" noProof="0" dirty="0" err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naar</a:t>
                </a: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de </a:t>
                </a:r>
                <a:r>
                  <a:rPr lang="en-GB" sz="1200" cap="none" baseline="0" noProof="0" dirty="0" err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instructie</a:t>
                </a: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200" cap="none" baseline="0" noProof="0" dirty="0" err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dia</a:t>
                </a: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200" b="1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‘VIDEO INSTRUCTIES’</a:t>
                </a: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 err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Deze</a:t>
                </a: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200" cap="none" baseline="0" noProof="0" dirty="0" err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vind</a:t>
                </a: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je </a:t>
                </a:r>
                <a:r>
                  <a:rPr lang="en-GB" sz="1200" cap="none" baseline="0" noProof="0" dirty="0" err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vooraan</a:t>
                </a: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de </a:t>
                </a:r>
                <a:r>
                  <a:rPr lang="en-GB" sz="1200" cap="none" baseline="0" noProof="0" dirty="0" err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presentatie</a:t>
                </a: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of </a:t>
                </a:r>
                <a:r>
                  <a:rPr lang="en-GB" sz="1200" cap="none" baseline="0" noProof="0" dirty="0" err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voeg</a:t>
                </a: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je in via </a:t>
                </a:r>
                <a:r>
                  <a:rPr lang="en-GB" sz="1200" i="1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‘Start’</a:t>
                </a: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&gt; </a:t>
                </a:r>
                <a:r>
                  <a:rPr lang="en-GB" sz="1200" i="1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</a:t>
                </a:r>
                <a:r>
                  <a:rPr lang="en-GB" sz="1200" i="1" cap="none" baseline="0" noProof="0" dirty="0" err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Nieuwe</a:t>
                </a:r>
                <a:r>
                  <a:rPr lang="en-GB" sz="1200" i="1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200" i="1" cap="none" baseline="0" noProof="0" dirty="0" err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dia</a:t>
                </a:r>
                <a:r>
                  <a:rPr lang="en-GB" sz="1200" i="1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’</a:t>
                </a:r>
              </a:p>
            </p:txBody>
          </p:sp>
        </p:grpSp>
        <p:grpSp>
          <p:nvGrpSpPr>
            <p:cNvPr id="146" name="ICOON_info">
              <a:extLst>
                <a:ext uri="{FF2B5EF4-FFF2-40B4-BE49-F238E27FC236}">
                  <a16:creationId xmlns:a16="http://schemas.microsoft.com/office/drawing/2014/main" id="{97BFE3D0-F974-4CCB-B3AF-4762ED729332}"/>
                </a:ext>
              </a:extLst>
            </p:cNvPr>
            <p:cNvGrpSpPr/>
            <p:nvPr userDrawn="1"/>
          </p:nvGrpSpPr>
          <p:grpSpPr>
            <a:xfrm>
              <a:off x="-380358" y="4271597"/>
              <a:ext cx="283685" cy="283685"/>
              <a:chOff x="-510741" y="5913713"/>
              <a:chExt cx="267555" cy="267555"/>
            </a:xfrm>
          </p:grpSpPr>
          <p:sp>
            <p:nvSpPr>
              <p:cNvPr id="147" name="Ovaal 146">
                <a:extLst>
                  <a:ext uri="{FF2B5EF4-FFF2-40B4-BE49-F238E27FC236}">
                    <a16:creationId xmlns:a16="http://schemas.microsoft.com/office/drawing/2014/main" id="{B96F45D3-7A0A-4723-BEA4-B57A59A7097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8" name="Graphic 163" descr="Informatie">
                <a:extLst>
                  <a:ext uri="{FF2B5EF4-FFF2-40B4-BE49-F238E27FC236}">
                    <a16:creationId xmlns:a16="http://schemas.microsoft.com/office/drawing/2014/main" id="{BB2E4B68-C766-41D1-8470-CCE64CC929E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7" name="Titel 6">
            <a:extLst>
              <a:ext uri="{FF2B5EF4-FFF2-40B4-BE49-F238E27FC236}">
                <a16:creationId xmlns:a16="http://schemas.microsoft.com/office/drawing/2014/main" id="{024FBD8F-F802-45D2-BBE4-354442CE35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7354" y="3968404"/>
            <a:ext cx="5374398" cy="234000"/>
          </a:xfrm>
        </p:spPr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PHOTO + TEXT (M)</a:t>
            </a:r>
          </a:p>
        </p:txBody>
      </p:sp>
      <p:sp>
        <p:nvSpPr>
          <p:cNvPr id="78" name="Tijdelijke aanduiding voor afbeelding 16">
            <a:extLst>
              <a:ext uri="{FF2B5EF4-FFF2-40B4-BE49-F238E27FC236}">
                <a16:creationId xmlns:a16="http://schemas.microsoft.com/office/drawing/2014/main" id="{D21687D4-2C02-4E06-99AD-70EAE9EA606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96000" y="0"/>
            <a:ext cx="6096000" cy="3465819"/>
          </a:xfrm>
          <a:solidFill>
            <a:schemeClr val="bg1">
              <a:lumMod val="95000"/>
            </a:schemeClr>
          </a:solidFill>
        </p:spPr>
        <p:txBody>
          <a:bodyPr lIns="360000" tIns="0" rIns="36000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151" name="Tijdelijke aanduiding voor tekst 150">
            <a:extLst>
              <a:ext uri="{FF2B5EF4-FFF2-40B4-BE49-F238E27FC236}">
                <a16:creationId xmlns:a16="http://schemas.microsoft.com/office/drawing/2014/main" id="{636CFDF0-9CDB-41F5-8593-FB33E228BEF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096000" y="3997857"/>
            <a:ext cx="72000" cy="756000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f</a:t>
            </a:r>
          </a:p>
        </p:txBody>
      </p:sp>
      <p:sp>
        <p:nvSpPr>
          <p:cNvPr id="154" name="Tijdelijke aanduiding voor tekst 153">
            <a:extLst>
              <a:ext uri="{FF2B5EF4-FFF2-40B4-BE49-F238E27FC236}">
                <a16:creationId xmlns:a16="http://schemas.microsoft.com/office/drawing/2014/main" id="{7C2954D6-2F78-4154-972D-DCDE7F1F797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972595" y="361549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9" name="Tijdelijke aanduiding voor tekst 12">
            <a:extLst>
              <a:ext uri="{FF2B5EF4-FFF2-40B4-BE49-F238E27FC236}">
                <a16:creationId xmlns:a16="http://schemas.microsoft.com/office/drawing/2014/main" id="{451B727F-D2F9-4433-8D10-A5EAA839C8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7354" y="4211413"/>
            <a:ext cx="5374398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C27A2DE-C01E-42C5-A80F-8E1015D3F3C9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11381751" y="6424534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4" name="Tijdelijke aanduiding voor tekst 17">
            <a:extLst>
              <a:ext uri="{FF2B5EF4-FFF2-40B4-BE49-F238E27FC236}">
                <a16:creationId xmlns:a16="http://schemas.microsoft.com/office/drawing/2014/main" id="{A5425E81-BBF7-43E8-ACD1-3DA2BF5617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661" y="6424534"/>
            <a:ext cx="3241590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45" name="Tijdelijke aanduiding voor tekst 17">
            <a:extLst>
              <a:ext uri="{FF2B5EF4-FFF2-40B4-BE49-F238E27FC236}">
                <a16:creationId xmlns:a16="http://schemas.microsoft.com/office/drawing/2014/main" id="{70DFC909-A55F-4139-BE9C-F3B4589F17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96833" y="6424534"/>
            <a:ext cx="3598334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grpSp>
        <p:nvGrpSpPr>
          <p:cNvPr id="152" name="INSTRUCTION">
            <a:extLst>
              <a:ext uri="{FF2B5EF4-FFF2-40B4-BE49-F238E27FC236}">
                <a16:creationId xmlns:a16="http://schemas.microsoft.com/office/drawing/2014/main" id="{EC54348B-405C-4485-B4C5-191CAE968040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153" name="Rechthoek 152">
              <a:extLst>
                <a:ext uri="{FF2B5EF4-FFF2-40B4-BE49-F238E27FC236}">
                  <a16:creationId xmlns:a16="http://schemas.microsoft.com/office/drawing/2014/main" id="{61D40CAB-7C5A-4BC2-B1F7-981FBE334502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7D14E694-A990-4D78-8A46-10E0695EDB66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0B04A25F-E1F1-456F-B7D7-1D4FE1FE500E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8B474400-9052-48C9-8DD8-1527783D0C4F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8" name="Groep 157">
              <a:extLst>
                <a:ext uri="{FF2B5EF4-FFF2-40B4-BE49-F238E27FC236}">
                  <a16:creationId xmlns:a16="http://schemas.microsoft.com/office/drawing/2014/main" id="{5D1817C6-81F1-4B64-9E3D-3FE023E4B0DD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204" name="Rechthoek 203">
                <a:extLst>
                  <a:ext uri="{FF2B5EF4-FFF2-40B4-BE49-F238E27FC236}">
                    <a16:creationId xmlns:a16="http://schemas.microsoft.com/office/drawing/2014/main" id="{10BA1FBD-14A0-4958-ABDC-093A72FE380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5" name="Ovaal 204">
                <a:extLst>
                  <a:ext uri="{FF2B5EF4-FFF2-40B4-BE49-F238E27FC236}">
                    <a16:creationId xmlns:a16="http://schemas.microsoft.com/office/drawing/2014/main" id="{55FD8DBA-FFFF-4E5B-BD65-55CBBEC70AB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6" name="Vrije vorm: vorm 205">
                <a:extLst>
                  <a:ext uri="{FF2B5EF4-FFF2-40B4-BE49-F238E27FC236}">
                    <a16:creationId xmlns:a16="http://schemas.microsoft.com/office/drawing/2014/main" id="{196B24A5-8007-4EB5-8D2B-7FBF9C0D23B3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7" name="Rechthoek: afgeronde hoeken 206">
                <a:extLst>
                  <a:ext uri="{FF2B5EF4-FFF2-40B4-BE49-F238E27FC236}">
                    <a16:creationId xmlns:a16="http://schemas.microsoft.com/office/drawing/2014/main" id="{1A49FDCC-479C-4F3F-8627-9EB13C3FB88F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08" name="Rechte verbindingslijn 207">
                <a:extLst>
                  <a:ext uri="{FF2B5EF4-FFF2-40B4-BE49-F238E27FC236}">
                    <a16:creationId xmlns:a16="http://schemas.microsoft.com/office/drawing/2014/main" id="{DA95181E-B81B-433F-873A-673676C095F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09" name="Rechte verbindingslijn 208">
                <a:extLst>
                  <a:ext uri="{FF2B5EF4-FFF2-40B4-BE49-F238E27FC236}">
                    <a16:creationId xmlns:a16="http://schemas.microsoft.com/office/drawing/2014/main" id="{E266355D-336E-48EF-A77F-9689AF4258FC}"/>
                  </a:ext>
                </a:extLst>
              </p:cNvPr>
              <p:cNvCxnSpPr>
                <a:cxnSpLocks/>
                <a:stCxn id="207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59" name="Ovaal 158">
              <a:extLst>
                <a:ext uri="{FF2B5EF4-FFF2-40B4-BE49-F238E27FC236}">
                  <a16:creationId xmlns:a16="http://schemas.microsoft.com/office/drawing/2014/main" id="{B09F3D29-8EC4-418D-BFE5-12A411A16F89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0" name="Rechthoek 159">
              <a:extLst>
                <a:ext uri="{FF2B5EF4-FFF2-40B4-BE49-F238E27FC236}">
                  <a16:creationId xmlns:a16="http://schemas.microsoft.com/office/drawing/2014/main" id="{B4CFCF71-C6BE-46AC-8058-FF2565DA27D1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61" name="Groep 160">
              <a:extLst>
                <a:ext uri="{FF2B5EF4-FFF2-40B4-BE49-F238E27FC236}">
                  <a16:creationId xmlns:a16="http://schemas.microsoft.com/office/drawing/2014/main" id="{09B1C693-F47A-440F-A36C-96122D882680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201" name="Rechthoek 200">
                <a:extLst>
                  <a:ext uri="{FF2B5EF4-FFF2-40B4-BE49-F238E27FC236}">
                    <a16:creationId xmlns:a16="http://schemas.microsoft.com/office/drawing/2014/main" id="{24A73072-D551-49D0-944D-388F1A33AE22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202" name="Rechte verbindingslijn 201">
                <a:extLst>
                  <a:ext uri="{FF2B5EF4-FFF2-40B4-BE49-F238E27FC236}">
                    <a16:creationId xmlns:a16="http://schemas.microsoft.com/office/drawing/2014/main" id="{3D93DA1A-F984-4200-B3A3-2C6D38676A36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203" name="Gelijkbenige driehoek 202">
                <a:extLst>
                  <a:ext uri="{FF2B5EF4-FFF2-40B4-BE49-F238E27FC236}">
                    <a16:creationId xmlns:a16="http://schemas.microsoft.com/office/drawing/2014/main" id="{EECE19B7-AF55-4F61-A5C7-DCD475715635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62" name="Ovaal 161">
              <a:extLst>
                <a:ext uri="{FF2B5EF4-FFF2-40B4-BE49-F238E27FC236}">
                  <a16:creationId xmlns:a16="http://schemas.microsoft.com/office/drawing/2014/main" id="{5773CADF-F98A-475A-ABC8-1994CED35778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3" name="Rechthoek 162">
              <a:extLst>
                <a:ext uri="{FF2B5EF4-FFF2-40B4-BE49-F238E27FC236}">
                  <a16:creationId xmlns:a16="http://schemas.microsoft.com/office/drawing/2014/main" id="{FF93113B-2C57-4F46-9E63-5CD8A6FBD1B6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4" name="Ovaal 163">
              <a:extLst>
                <a:ext uri="{FF2B5EF4-FFF2-40B4-BE49-F238E27FC236}">
                  <a16:creationId xmlns:a16="http://schemas.microsoft.com/office/drawing/2014/main" id="{D89006AA-B379-400A-B3F2-2488F255844E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5" name="Rechthoek 164">
              <a:extLst>
                <a:ext uri="{FF2B5EF4-FFF2-40B4-BE49-F238E27FC236}">
                  <a16:creationId xmlns:a16="http://schemas.microsoft.com/office/drawing/2014/main" id="{9187CF62-3F23-4079-8E49-1B4B4363A9D0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66" name="Groep 165">
              <a:extLst>
                <a:ext uri="{FF2B5EF4-FFF2-40B4-BE49-F238E27FC236}">
                  <a16:creationId xmlns:a16="http://schemas.microsoft.com/office/drawing/2014/main" id="{7C5A9EE1-BF7E-4C3E-BFBA-ADED9E7BF7AF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185" name="Groep 184">
                <a:extLst>
                  <a:ext uri="{FF2B5EF4-FFF2-40B4-BE49-F238E27FC236}">
                    <a16:creationId xmlns:a16="http://schemas.microsoft.com/office/drawing/2014/main" id="{C3093B01-B817-4316-9504-C5879D0220B6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188" name="Groep 187">
                  <a:extLst>
                    <a:ext uri="{FF2B5EF4-FFF2-40B4-BE49-F238E27FC236}">
                      <a16:creationId xmlns:a16="http://schemas.microsoft.com/office/drawing/2014/main" id="{66F85FF4-438F-4390-BD72-D926E9272EE7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195" name="Groep 194">
                    <a:extLst>
                      <a:ext uri="{FF2B5EF4-FFF2-40B4-BE49-F238E27FC236}">
                        <a16:creationId xmlns:a16="http://schemas.microsoft.com/office/drawing/2014/main" id="{30E5D962-D948-4F2C-AD74-A10109CB5FE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198" name="Rechthoek 197">
                      <a:extLst>
                        <a:ext uri="{FF2B5EF4-FFF2-40B4-BE49-F238E27FC236}">
                          <a16:creationId xmlns:a16="http://schemas.microsoft.com/office/drawing/2014/main" id="{E9AE85CD-C717-417B-9813-29061AB7E84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9" name="Rechthoek 198">
                      <a:extLst>
                        <a:ext uri="{FF2B5EF4-FFF2-40B4-BE49-F238E27FC236}">
                          <a16:creationId xmlns:a16="http://schemas.microsoft.com/office/drawing/2014/main" id="{30DFECBE-8B9F-436A-A304-67C7D69649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00" name="Ovaal 199">
                      <a:extLst>
                        <a:ext uri="{FF2B5EF4-FFF2-40B4-BE49-F238E27FC236}">
                          <a16:creationId xmlns:a16="http://schemas.microsoft.com/office/drawing/2014/main" id="{544C7767-BD9C-464D-8AF6-ACBB3763407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96" name="Afbeelding 195">
                    <a:extLst>
                      <a:ext uri="{FF2B5EF4-FFF2-40B4-BE49-F238E27FC236}">
                        <a16:creationId xmlns:a16="http://schemas.microsoft.com/office/drawing/2014/main" id="{D1F5A0CE-4599-4EE5-8DEC-7514CA5CE77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97" name="Afbeelding 196">
                    <a:extLst>
                      <a:ext uri="{FF2B5EF4-FFF2-40B4-BE49-F238E27FC236}">
                        <a16:creationId xmlns:a16="http://schemas.microsoft.com/office/drawing/2014/main" id="{22B88037-A47D-4F8A-A2AF-3FA19D01C60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9" name="Groep 188">
                  <a:extLst>
                    <a:ext uri="{FF2B5EF4-FFF2-40B4-BE49-F238E27FC236}">
                      <a16:creationId xmlns:a16="http://schemas.microsoft.com/office/drawing/2014/main" id="{17A6CABB-9AD9-4E08-BDB7-DB65D3891ABF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93" name="Rechthoek 192">
                    <a:extLst>
                      <a:ext uri="{FF2B5EF4-FFF2-40B4-BE49-F238E27FC236}">
                        <a16:creationId xmlns:a16="http://schemas.microsoft.com/office/drawing/2014/main" id="{48C3C69D-2238-4035-ADAC-3BB7133307F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4" name="Rechthoek 193">
                    <a:extLst>
                      <a:ext uri="{FF2B5EF4-FFF2-40B4-BE49-F238E27FC236}">
                        <a16:creationId xmlns:a16="http://schemas.microsoft.com/office/drawing/2014/main" id="{AA6465F9-61BE-4E17-9CD7-B9690A5AE540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90" name="Groep 189">
                  <a:extLst>
                    <a:ext uri="{FF2B5EF4-FFF2-40B4-BE49-F238E27FC236}">
                      <a16:creationId xmlns:a16="http://schemas.microsoft.com/office/drawing/2014/main" id="{77DFDFF6-2C84-449E-A98F-D42879767838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91" name="Rechthoek 190">
                    <a:extLst>
                      <a:ext uri="{FF2B5EF4-FFF2-40B4-BE49-F238E27FC236}">
                        <a16:creationId xmlns:a16="http://schemas.microsoft.com/office/drawing/2014/main" id="{55757C96-3B14-4A0A-A3BE-9558E68BBC8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2" name="Rechthoek 191">
                    <a:extLst>
                      <a:ext uri="{FF2B5EF4-FFF2-40B4-BE49-F238E27FC236}">
                        <a16:creationId xmlns:a16="http://schemas.microsoft.com/office/drawing/2014/main" id="{AD7890AD-3541-42E5-9753-BC3736251F47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86" name="Rechthoek 185">
                <a:extLst>
                  <a:ext uri="{FF2B5EF4-FFF2-40B4-BE49-F238E27FC236}">
                    <a16:creationId xmlns:a16="http://schemas.microsoft.com/office/drawing/2014/main" id="{A7A296CF-72BF-4B4C-B76D-0065BA1C7AC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87" name="Gelijkbenige driehoek 186">
                <a:extLst>
                  <a:ext uri="{FF2B5EF4-FFF2-40B4-BE49-F238E27FC236}">
                    <a16:creationId xmlns:a16="http://schemas.microsoft.com/office/drawing/2014/main" id="{1A89BD51-FCE4-4131-B9E4-C382E4D429F5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7" name="Groep 166">
              <a:extLst>
                <a:ext uri="{FF2B5EF4-FFF2-40B4-BE49-F238E27FC236}">
                  <a16:creationId xmlns:a16="http://schemas.microsoft.com/office/drawing/2014/main" id="{EB989692-DF9A-4024-8FBC-82AC85D0987B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171" name="Rechthoek 170">
                <a:extLst>
                  <a:ext uri="{FF2B5EF4-FFF2-40B4-BE49-F238E27FC236}">
                    <a16:creationId xmlns:a16="http://schemas.microsoft.com/office/drawing/2014/main" id="{253657D4-B685-4B0A-BC74-2F768D970943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0F4CEABB-C3F8-491C-BC75-527E6D1D879C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3" name="Tekstvak 172">
                <a:extLst>
                  <a:ext uri="{FF2B5EF4-FFF2-40B4-BE49-F238E27FC236}">
                    <a16:creationId xmlns:a16="http://schemas.microsoft.com/office/drawing/2014/main" id="{D0154686-4C77-4B85-9BFE-FF252712BD5E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174" name="Tekstvak 173">
                <a:extLst>
                  <a:ext uri="{FF2B5EF4-FFF2-40B4-BE49-F238E27FC236}">
                    <a16:creationId xmlns:a16="http://schemas.microsoft.com/office/drawing/2014/main" id="{FF038BB8-B142-40CF-BBEB-46DE5257DA26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175" name="Vrije vorm: vorm 174">
                <a:extLst>
                  <a:ext uri="{FF2B5EF4-FFF2-40B4-BE49-F238E27FC236}">
                    <a16:creationId xmlns:a16="http://schemas.microsoft.com/office/drawing/2014/main" id="{F8C54839-9292-4237-8706-B45C119355A4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6" name="Gelijkbenige driehoek 175">
                <a:extLst>
                  <a:ext uri="{FF2B5EF4-FFF2-40B4-BE49-F238E27FC236}">
                    <a16:creationId xmlns:a16="http://schemas.microsoft.com/office/drawing/2014/main" id="{FC24D945-8890-4015-8A34-2CBCB78B28BE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77" name="Groep 176">
                <a:extLst>
                  <a:ext uri="{FF2B5EF4-FFF2-40B4-BE49-F238E27FC236}">
                    <a16:creationId xmlns:a16="http://schemas.microsoft.com/office/drawing/2014/main" id="{2E48264F-BB04-4DDB-A64B-ED1907F8F7CD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182" name="Rechthoek 181">
                  <a:extLst>
                    <a:ext uri="{FF2B5EF4-FFF2-40B4-BE49-F238E27FC236}">
                      <a16:creationId xmlns:a16="http://schemas.microsoft.com/office/drawing/2014/main" id="{882A60FC-7397-4B6F-BB4E-87C5F8524654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3" name="Rechthoek 182">
                  <a:extLst>
                    <a:ext uri="{FF2B5EF4-FFF2-40B4-BE49-F238E27FC236}">
                      <a16:creationId xmlns:a16="http://schemas.microsoft.com/office/drawing/2014/main" id="{0FB84A18-AD06-42CA-9BC9-2BDF19350A47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4" name="Rechthoek 183">
                  <a:extLst>
                    <a:ext uri="{FF2B5EF4-FFF2-40B4-BE49-F238E27FC236}">
                      <a16:creationId xmlns:a16="http://schemas.microsoft.com/office/drawing/2014/main" id="{2E292162-9B7C-4AE0-AF73-E033D5EE2260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8" name="Groep 177">
                <a:extLst>
                  <a:ext uri="{FF2B5EF4-FFF2-40B4-BE49-F238E27FC236}">
                    <a16:creationId xmlns:a16="http://schemas.microsoft.com/office/drawing/2014/main" id="{1C1D17F7-17B5-44B4-B23A-38FF2974BD95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9" name="Rechthoek 178">
                  <a:extLst>
                    <a:ext uri="{FF2B5EF4-FFF2-40B4-BE49-F238E27FC236}">
                      <a16:creationId xmlns:a16="http://schemas.microsoft.com/office/drawing/2014/main" id="{6B65EFAA-B2F5-4174-9CBF-906384030393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0" name="Rechthoek 179">
                  <a:extLst>
                    <a:ext uri="{FF2B5EF4-FFF2-40B4-BE49-F238E27FC236}">
                      <a16:creationId xmlns:a16="http://schemas.microsoft.com/office/drawing/2014/main" id="{43EDF740-B121-42C6-9A5D-C35EE796648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1" name="Rechthoek 180">
                  <a:extLst>
                    <a:ext uri="{FF2B5EF4-FFF2-40B4-BE49-F238E27FC236}">
                      <a16:creationId xmlns:a16="http://schemas.microsoft.com/office/drawing/2014/main" id="{8B219F58-269F-4FE3-9CC2-9340B1F05C67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68" name="ICOON_info">
              <a:extLst>
                <a:ext uri="{FF2B5EF4-FFF2-40B4-BE49-F238E27FC236}">
                  <a16:creationId xmlns:a16="http://schemas.microsoft.com/office/drawing/2014/main" id="{257C42B0-CFAD-4189-A188-6BF9F2443800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169" name="Ovaal 168">
                <a:extLst>
                  <a:ext uri="{FF2B5EF4-FFF2-40B4-BE49-F238E27FC236}">
                    <a16:creationId xmlns:a16="http://schemas.microsoft.com/office/drawing/2014/main" id="{DF21AF22-8DD5-4293-86BC-4E28277FA6D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0" name="Graphic 163" descr="Informatie">
                <a:extLst>
                  <a:ext uri="{FF2B5EF4-FFF2-40B4-BE49-F238E27FC236}">
                    <a16:creationId xmlns:a16="http://schemas.microsoft.com/office/drawing/2014/main" id="{B3F6301E-0F8A-4DBA-AB1D-F3B1CB6A1CD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210" name="Tekstvak 209">
            <a:extLst>
              <a:ext uri="{FF2B5EF4-FFF2-40B4-BE49-F238E27FC236}">
                <a16:creationId xmlns:a16="http://schemas.microsoft.com/office/drawing/2014/main" id="{08F08692-1AD9-485B-AEEA-B6F1EC91DAF5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sp>
        <p:nvSpPr>
          <p:cNvPr id="142" name="Tijdelijke aanduiding voor tekst 17">
            <a:extLst>
              <a:ext uri="{FF2B5EF4-FFF2-40B4-BE49-F238E27FC236}">
                <a16:creationId xmlns:a16="http://schemas.microsoft.com/office/drawing/2014/main" id="{4A837C63-CDFF-4277-BC00-3E6BBF35B8B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3833" y="6424534"/>
            <a:ext cx="3072342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384502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F25AC20D-EB71-4DF9-ACC2-2B4B0BC92B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54" name="Rechthoek: afgeronde hoeken 53">
            <a:extLst>
              <a:ext uri="{FF2B5EF4-FFF2-40B4-BE49-F238E27FC236}">
                <a16:creationId xmlns:a16="http://schemas.microsoft.com/office/drawing/2014/main" id="{E5030FF3-580A-4031-9AA4-D2CB7FC8583C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PHOTO</a:t>
            </a:r>
          </a:p>
        </p:txBody>
      </p:sp>
      <p:sp>
        <p:nvSpPr>
          <p:cNvPr id="55" name="Tijdelijke aanduiding voor tekst 12">
            <a:extLst>
              <a:ext uri="{FF2B5EF4-FFF2-40B4-BE49-F238E27FC236}">
                <a16:creationId xmlns:a16="http://schemas.microsoft.com/office/drawing/2014/main" id="{F1C6E547-4070-4E16-9A3C-F952D26819E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8FAF34DD-7846-4D92-9AC3-67E9FB7512B5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>
          <a:xfrm>
            <a:off x="11381751" y="6424534"/>
            <a:ext cx="270000" cy="1548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0" name="Tijdelijke aanduiding voor tekst 17">
            <a:extLst>
              <a:ext uri="{FF2B5EF4-FFF2-40B4-BE49-F238E27FC236}">
                <a16:creationId xmlns:a16="http://schemas.microsoft.com/office/drawing/2014/main" id="{23A88DEB-69FD-4BF2-8F15-232507A62DD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661" y="6424534"/>
            <a:ext cx="3241590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61" name="Tijdelijke aanduiding voor tekst 17">
            <a:extLst>
              <a:ext uri="{FF2B5EF4-FFF2-40B4-BE49-F238E27FC236}">
                <a16:creationId xmlns:a16="http://schemas.microsoft.com/office/drawing/2014/main" id="{E148BA23-3D82-4832-8539-556CF898AE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02125" y="6424534"/>
            <a:ext cx="3590925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62" name="Tijdelijke aanduiding voor tekst 153">
            <a:extLst>
              <a:ext uri="{FF2B5EF4-FFF2-40B4-BE49-F238E27FC236}">
                <a16:creationId xmlns:a16="http://schemas.microsoft.com/office/drawing/2014/main" id="{F6625A9F-D9B9-47D2-817B-D06B416A414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972595" y="373978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797F6734-9CB3-4E15-A2AF-0A38CB343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977" y="373978"/>
            <a:ext cx="8695889" cy="234000"/>
          </a:xfrm>
        </p:spPr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sp>
        <p:nvSpPr>
          <p:cNvPr id="63" name="Tekstvak 62">
            <a:extLst>
              <a:ext uri="{FF2B5EF4-FFF2-40B4-BE49-F238E27FC236}">
                <a16:creationId xmlns:a16="http://schemas.microsoft.com/office/drawing/2014/main" id="{B7643AC8-452D-4B11-9744-AAE93116C426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56" name="INSTRUCTION">
            <a:extLst>
              <a:ext uri="{FF2B5EF4-FFF2-40B4-BE49-F238E27FC236}">
                <a16:creationId xmlns:a16="http://schemas.microsoft.com/office/drawing/2014/main" id="{02245FAB-C48A-4FCD-B471-4A1CADD8884D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57" name="Rechthoek 56">
              <a:extLst>
                <a:ext uri="{FF2B5EF4-FFF2-40B4-BE49-F238E27FC236}">
                  <a16:creationId xmlns:a16="http://schemas.microsoft.com/office/drawing/2014/main" id="{CC38C516-A888-4FAC-B597-0AC050A03130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58" name="Rechthoek 57">
              <a:extLst>
                <a:ext uri="{FF2B5EF4-FFF2-40B4-BE49-F238E27FC236}">
                  <a16:creationId xmlns:a16="http://schemas.microsoft.com/office/drawing/2014/main" id="{44ABABCC-93AC-4248-B680-4944A71C34D7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64" name="Ovaal 63">
              <a:extLst>
                <a:ext uri="{FF2B5EF4-FFF2-40B4-BE49-F238E27FC236}">
                  <a16:creationId xmlns:a16="http://schemas.microsoft.com/office/drawing/2014/main" id="{5A7B7015-1C14-4413-B42A-1ACE44C28188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5" name="Rechthoek 64">
              <a:extLst>
                <a:ext uri="{FF2B5EF4-FFF2-40B4-BE49-F238E27FC236}">
                  <a16:creationId xmlns:a16="http://schemas.microsoft.com/office/drawing/2014/main" id="{DF387E73-B8C5-4126-8C90-4BF146FE3D83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66" name="Groep 65">
              <a:extLst>
                <a:ext uri="{FF2B5EF4-FFF2-40B4-BE49-F238E27FC236}">
                  <a16:creationId xmlns:a16="http://schemas.microsoft.com/office/drawing/2014/main" id="{C7A511A3-87D3-4774-A301-CC33FBC4ABFB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12" name="Rechthoek 111">
                <a:extLst>
                  <a:ext uri="{FF2B5EF4-FFF2-40B4-BE49-F238E27FC236}">
                    <a16:creationId xmlns:a16="http://schemas.microsoft.com/office/drawing/2014/main" id="{E5B9DAFB-0FC7-43B8-8126-69A11AB48EE0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Ovaal 112">
                <a:extLst>
                  <a:ext uri="{FF2B5EF4-FFF2-40B4-BE49-F238E27FC236}">
                    <a16:creationId xmlns:a16="http://schemas.microsoft.com/office/drawing/2014/main" id="{2A11C29F-C7A2-4FBB-AD82-BBD1DBEE2C11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4" name="Vrije vorm: vorm 113">
                <a:extLst>
                  <a:ext uri="{FF2B5EF4-FFF2-40B4-BE49-F238E27FC236}">
                    <a16:creationId xmlns:a16="http://schemas.microsoft.com/office/drawing/2014/main" id="{794DC529-8707-485E-A14D-082CB8E6F143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Rechthoek: afgeronde hoeken 114">
                <a:extLst>
                  <a:ext uri="{FF2B5EF4-FFF2-40B4-BE49-F238E27FC236}">
                    <a16:creationId xmlns:a16="http://schemas.microsoft.com/office/drawing/2014/main" id="{FD14BCA1-ACF7-453E-965F-91DAEC1D6BFF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16" name="Rechte verbindingslijn 115">
                <a:extLst>
                  <a:ext uri="{FF2B5EF4-FFF2-40B4-BE49-F238E27FC236}">
                    <a16:creationId xmlns:a16="http://schemas.microsoft.com/office/drawing/2014/main" id="{5E3F24A6-3369-4EF0-8D63-68BBFE70D24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Rechte verbindingslijn 116">
                <a:extLst>
                  <a:ext uri="{FF2B5EF4-FFF2-40B4-BE49-F238E27FC236}">
                    <a16:creationId xmlns:a16="http://schemas.microsoft.com/office/drawing/2014/main" id="{B8AA40E7-1881-49D5-80B0-542A7B74F4EB}"/>
                  </a:ext>
                </a:extLst>
              </p:cNvPr>
              <p:cNvCxnSpPr>
                <a:cxnSpLocks/>
                <a:stCxn id="115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7" name="Ovaal 66">
              <a:extLst>
                <a:ext uri="{FF2B5EF4-FFF2-40B4-BE49-F238E27FC236}">
                  <a16:creationId xmlns:a16="http://schemas.microsoft.com/office/drawing/2014/main" id="{EE16D80E-20C7-4721-9E39-FE77EB5CD59B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68" name="Rechthoek 67">
              <a:extLst>
                <a:ext uri="{FF2B5EF4-FFF2-40B4-BE49-F238E27FC236}">
                  <a16:creationId xmlns:a16="http://schemas.microsoft.com/office/drawing/2014/main" id="{07C06368-56DF-4114-9976-04FF782243E0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A1B15611-C109-404D-8619-FB06D881043D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09" name="Rechthoek 108">
                <a:extLst>
                  <a:ext uri="{FF2B5EF4-FFF2-40B4-BE49-F238E27FC236}">
                    <a16:creationId xmlns:a16="http://schemas.microsoft.com/office/drawing/2014/main" id="{D536D9A5-CB24-4F9A-B906-EB6BB960BCAF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10" name="Rechte verbindingslijn 109">
                <a:extLst>
                  <a:ext uri="{FF2B5EF4-FFF2-40B4-BE49-F238E27FC236}">
                    <a16:creationId xmlns:a16="http://schemas.microsoft.com/office/drawing/2014/main" id="{F149F1B2-2F02-4CF8-AC12-F90AFBAC9300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11" name="Gelijkbenige driehoek 110">
                <a:extLst>
                  <a:ext uri="{FF2B5EF4-FFF2-40B4-BE49-F238E27FC236}">
                    <a16:creationId xmlns:a16="http://schemas.microsoft.com/office/drawing/2014/main" id="{8B4057C9-FE35-4A1A-93DA-5E1FEB810849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BFD6428B-4067-4B01-80D5-40794C1577D4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B8FD29D-1AC2-4156-B394-A592B4BDAEA6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72" name="Ovaal 71">
              <a:extLst>
                <a:ext uri="{FF2B5EF4-FFF2-40B4-BE49-F238E27FC236}">
                  <a16:creationId xmlns:a16="http://schemas.microsoft.com/office/drawing/2014/main" id="{C9800FD0-5922-495F-8699-83AD3984CB37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5C1E294C-4307-44EE-B9EA-B3454BD75226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74" name="Groep 73">
              <a:extLst>
                <a:ext uri="{FF2B5EF4-FFF2-40B4-BE49-F238E27FC236}">
                  <a16:creationId xmlns:a16="http://schemas.microsoft.com/office/drawing/2014/main" id="{02DE33C0-7B64-4EB4-AC1D-E65C925AB9CB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93" name="Groep 92">
                <a:extLst>
                  <a:ext uri="{FF2B5EF4-FFF2-40B4-BE49-F238E27FC236}">
                    <a16:creationId xmlns:a16="http://schemas.microsoft.com/office/drawing/2014/main" id="{426DD5CC-8517-407C-B537-3644857A2AB1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96" name="Groep 95">
                  <a:extLst>
                    <a:ext uri="{FF2B5EF4-FFF2-40B4-BE49-F238E27FC236}">
                      <a16:creationId xmlns:a16="http://schemas.microsoft.com/office/drawing/2014/main" id="{2EAE1A10-A3AB-4C57-BF82-3C0C19E39004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103" name="Groep 102">
                    <a:extLst>
                      <a:ext uri="{FF2B5EF4-FFF2-40B4-BE49-F238E27FC236}">
                        <a16:creationId xmlns:a16="http://schemas.microsoft.com/office/drawing/2014/main" id="{F5500508-7594-40F3-AB9A-600030034A9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106" name="Rechthoek 105">
                      <a:extLst>
                        <a:ext uri="{FF2B5EF4-FFF2-40B4-BE49-F238E27FC236}">
                          <a16:creationId xmlns:a16="http://schemas.microsoft.com/office/drawing/2014/main" id="{7CD6A02F-DCBA-49FB-8B70-74F6E018E94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7" name="Rechthoek 106">
                      <a:extLst>
                        <a:ext uri="{FF2B5EF4-FFF2-40B4-BE49-F238E27FC236}">
                          <a16:creationId xmlns:a16="http://schemas.microsoft.com/office/drawing/2014/main" id="{98BF25C0-F973-456F-91A6-E4A279BB3EB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8" name="Ovaal 107">
                      <a:extLst>
                        <a:ext uri="{FF2B5EF4-FFF2-40B4-BE49-F238E27FC236}">
                          <a16:creationId xmlns:a16="http://schemas.microsoft.com/office/drawing/2014/main" id="{3E53567D-AE1B-4B38-BD26-732B39CF435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04" name="Afbeelding 103">
                    <a:extLst>
                      <a:ext uri="{FF2B5EF4-FFF2-40B4-BE49-F238E27FC236}">
                        <a16:creationId xmlns:a16="http://schemas.microsoft.com/office/drawing/2014/main" id="{59BE66A9-3053-4B58-A995-208F6DD1306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05" name="Afbeelding 104">
                    <a:extLst>
                      <a:ext uri="{FF2B5EF4-FFF2-40B4-BE49-F238E27FC236}">
                        <a16:creationId xmlns:a16="http://schemas.microsoft.com/office/drawing/2014/main" id="{1517D7E0-6647-4E5F-B947-2BEFEC812C0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97" name="Groep 96">
                  <a:extLst>
                    <a:ext uri="{FF2B5EF4-FFF2-40B4-BE49-F238E27FC236}">
                      <a16:creationId xmlns:a16="http://schemas.microsoft.com/office/drawing/2014/main" id="{D6235B93-B0E5-4BB1-AFB9-957B6B3A1F46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01" name="Rechthoek 100">
                    <a:extLst>
                      <a:ext uri="{FF2B5EF4-FFF2-40B4-BE49-F238E27FC236}">
                        <a16:creationId xmlns:a16="http://schemas.microsoft.com/office/drawing/2014/main" id="{BC61ED49-BF35-44CB-A3FD-62C04AE9719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2" name="Rechthoek 101">
                    <a:extLst>
                      <a:ext uri="{FF2B5EF4-FFF2-40B4-BE49-F238E27FC236}">
                        <a16:creationId xmlns:a16="http://schemas.microsoft.com/office/drawing/2014/main" id="{03483F2A-6985-4D2B-BC41-6FAA274DB31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98" name="Groep 97">
                  <a:extLst>
                    <a:ext uri="{FF2B5EF4-FFF2-40B4-BE49-F238E27FC236}">
                      <a16:creationId xmlns:a16="http://schemas.microsoft.com/office/drawing/2014/main" id="{DE6C63AB-C547-4517-B1F0-D4333976745E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99" name="Rechthoek 98">
                    <a:extLst>
                      <a:ext uri="{FF2B5EF4-FFF2-40B4-BE49-F238E27FC236}">
                        <a16:creationId xmlns:a16="http://schemas.microsoft.com/office/drawing/2014/main" id="{FC505F97-1680-43AF-BA03-589DCFDAF34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0" name="Rechthoek 99">
                    <a:extLst>
                      <a:ext uri="{FF2B5EF4-FFF2-40B4-BE49-F238E27FC236}">
                        <a16:creationId xmlns:a16="http://schemas.microsoft.com/office/drawing/2014/main" id="{44433429-E58E-451F-8A00-4EDF39BFA79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94" name="Rechthoek 93">
                <a:extLst>
                  <a:ext uri="{FF2B5EF4-FFF2-40B4-BE49-F238E27FC236}">
                    <a16:creationId xmlns:a16="http://schemas.microsoft.com/office/drawing/2014/main" id="{FBF325FB-D64C-4779-B8C1-CA8D687B6A8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00B05726-D3FF-4D61-86BA-8F58ACB1F22D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75" name="Groep 74">
              <a:extLst>
                <a:ext uri="{FF2B5EF4-FFF2-40B4-BE49-F238E27FC236}">
                  <a16:creationId xmlns:a16="http://schemas.microsoft.com/office/drawing/2014/main" id="{FB06B59B-0C8E-4230-9772-3569B63089C6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79" name="Rechthoek 78">
                <a:extLst>
                  <a:ext uri="{FF2B5EF4-FFF2-40B4-BE49-F238E27FC236}">
                    <a16:creationId xmlns:a16="http://schemas.microsoft.com/office/drawing/2014/main" id="{14AFBD5C-A25E-47B5-997E-7197760B0544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0" name="Rechthoek 79">
                <a:extLst>
                  <a:ext uri="{FF2B5EF4-FFF2-40B4-BE49-F238E27FC236}">
                    <a16:creationId xmlns:a16="http://schemas.microsoft.com/office/drawing/2014/main" id="{D000107B-2E7E-45DD-9CE7-C4CE560D0264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Tekstvak 80">
                <a:extLst>
                  <a:ext uri="{FF2B5EF4-FFF2-40B4-BE49-F238E27FC236}">
                    <a16:creationId xmlns:a16="http://schemas.microsoft.com/office/drawing/2014/main" id="{2D7EC105-6DD6-448B-BCE5-E5B1DD741CCD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82" name="Tekstvak 81">
                <a:extLst>
                  <a:ext uri="{FF2B5EF4-FFF2-40B4-BE49-F238E27FC236}">
                    <a16:creationId xmlns:a16="http://schemas.microsoft.com/office/drawing/2014/main" id="{700173A9-AB72-41E3-B87A-FF59AF3F4C47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83" name="Vrije vorm: vorm 82">
                <a:extLst>
                  <a:ext uri="{FF2B5EF4-FFF2-40B4-BE49-F238E27FC236}">
                    <a16:creationId xmlns:a16="http://schemas.microsoft.com/office/drawing/2014/main" id="{6EDBD76C-3633-4DC0-9A4D-063E3296F42F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4" name="Gelijkbenige driehoek 83">
                <a:extLst>
                  <a:ext uri="{FF2B5EF4-FFF2-40B4-BE49-F238E27FC236}">
                    <a16:creationId xmlns:a16="http://schemas.microsoft.com/office/drawing/2014/main" id="{C27BCDFD-57FB-4995-AC6E-19699C04AC19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85" name="Groep 84">
                <a:extLst>
                  <a:ext uri="{FF2B5EF4-FFF2-40B4-BE49-F238E27FC236}">
                    <a16:creationId xmlns:a16="http://schemas.microsoft.com/office/drawing/2014/main" id="{0FBE24CB-0E45-4473-BEA2-3572BE26F520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90" name="Rechthoek 89">
                  <a:extLst>
                    <a:ext uri="{FF2B5EF4-FFF2-40B4-BE49-F238E27FC236}">
                      <a16:creationId xmlns:a16="http://schemas.microsoft.com/office/drawing/2014/main" id="{28F8FBC2-3FFA-427F-9635-363398F1D67E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1" name="Rechthoek 90">
                  <a:extLst>
                    <a:ext uri="{FF2B5EF4-FFF2-40B4-BE49-F238E27FC236}">
                      <a16:creationId xmlns:a16="http://schemas.microsoft.com/office/drawing/2014/main" id="{EAC8F4C8-E601-42B7-8C37-41DB05A0C34F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2" name="Rechthoek 91">
                  <a:extLst>
                    <a:ext uri="{FF2B5EF4-FFF2-40B4-BE49-F238E27FC236}">
                      <a16:creationId xmlns:a16="http://schemas.microsoft.com/office/drawing/2014/main" id="{B26E63A9-EE43-4B35-943D-E8125F522F59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86" name="Groep 85">
                <a:extLst>
                  <a:ext uri="{FF2B5EF4-FFF2-40B4-BE49-F238E27FC236}">
                    <a16:creationId xmlns:a16="http://schemas.microsoft.com/office/drawing/2014/main" id="{6ACD1713-ABDD-433A-8B23-73487F68F987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87" name="Rechthoek 86">
                  <a:extLst>
                    <a:ext uri="{FF2B5EF4-FFF2-40B4-BE49-F238E27FC236}">
                      <a16:creationId xmlns:a16="http://schemas.microsoft.com/office/drawing/2014/main" id="{8901945B-CEFA-42C8-81E8-6D64F3AB84A2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8" name="Rechthoek 87">
                  <a:extLst>
                    <a:ext uri="{FF2B5EF4-FFF2-40B4-BE49-F238E27FC236}">
                      <a16:creationId xmlns:a16="http://schemas.microsoft.com/office/drawing/2014/main" id="{0E33799F-4AA6-4A80-BFFB-DFEEF4DAAD48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9" name="Rechthoek 88">
                  <a:extLst>
                    <a:ext uri="{FF2B5EF4-FFF2-40B4-BE49-F238E27FC236}">
                      <a16:creationId xmlns:a16="http://schemas.microsoft.com/office/drawing/2014/main" id="{D8FCA768-A9C9-4942-BB72-77BA2F96D01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76" name="ICOON_info">
              <a:extLst>
                <a:ext uri="{FF2B5EF4-FFF2-40B4-BE49-F238E27FC236}">
                  <a16:creationId xmlns:a16="http://schemas.microsoft.com/office/drawing/2014/main" id="{C9A8CE40-6961-47C7-B144-E1ACC884B29D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77" name="Ovaal 76">
                <a:extLst>
                  <a:ext uri="{FF2B5EF4-FFF2-40B4-BE49-F238E27FC236}">
                    <a16:creationId xmlns:a16="http://schemas.microsoft.com/office/drawing/2014/main" id="{90C19837-7D36-4710-BBCC-4D77B52BF9A1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8" name="Graphic 163" descr="Informatie">
                <a:extLst>
                  <a:ext uri="{FF2B5EF4-FFF2-40B4-BE49-F238E27FC236}">
                    <a16:creationId xmlns:a16="http://schemas.microsoft.com/office/drawing/2014/main" id="{00C6FD3A-D031-46AB-B128-235BD6B7E73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20" name="Tijdelijke aanduiding voor tekst 119">
            <a:extLst>
              <a:ext uri="{FF2B5EF4-FFF2-40B4-BE49-F238E27FC236}">
                <a16:creationId xmlns:a16="http://schemas.microsoft.com/office/drawing/2014/main" id="{D80024C8-5D9F-431D-A1E8-12B7CE5F558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28637" y="373977"/>
            <a:ext cx="72000" cy="756000"/>
          </a:xfrm>
          <a:custGeom>
            <a:avLst/>
            <a:gdLst>
              <a:gd name="connsiteX0" fmla="*/ 0 w 72000"/>
              <a:gd name="connsiteY0" fmla="*/ 0 h 699293"/>
              <a:gd name="connsiteX1" fmla="*/ 72000 w 72000"/>
              <a:gd name="connsiteY1" fmla="*/ 0 h 699293"/>
              <a:gd name="connsiteX2" fmla="*/ 72000 w 72000"/>
              <a:gd name="connsiteY2" fmla="*/ 699293 h 699293"/>
              <a:gd name="connsiteX3" fmla="*/ 0 w 72000"/>
              <a:gd name="connsiteY3" fmla="*/ 699293 h 69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000" h="699293">
                <a:moveTo>
                  <a:pt x="0" y="0"/>
                </a:moveTo>
                <a:lnTo>
                  <a:pt x="72000" y="0"/>
                </a:lnTo>
                <a:lnTo>
                  <a:pt x="72000" y="699293"/>
                </a:lnTo>
                <a:lnTo>
                  <a:pt x="0" y="69929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8" name="Tijdelijke aanduiding voor tekst 17">
            <a:extLst>
              <a:ext uri="{FF2B5EF4-FFF2-40B4-BE49-F238E27FC236}">
                <a16:creationId xmlns:a16="http://schemas.microsoft.com/office/drawing/2014/main" id="{086F7AF6-0698-4389-A723-32A9DDD10C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9125" y="6424534"/>
            <a:ext cx="3067050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4039862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/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>
            <a:extLst>
              <a:ext uri="{FF2B5EF4-FFF2-40B4-BE49-F238E27FC236}">
                <a16:creationId xmlns:a16="http://schemas.microsoft.com/office/drawing/2014/main" id="{6A2C3078-C0CF-4E79-ACE2-901B4931A574}"/>
              </a:ext>
            </a:extLst>
          </p:cNvPr>
          <p:cNvSpPr/>
          <p:nvPr userDrawn="1"/>
        </p:nvSpPr>
        <p:spPr>
          <a:xfrm>
            <a:off x="0" y="0"/>
            <a:ext cx="996767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F25AC20D-EB71-4DF9-ACC2-2B4B0BC92B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54" name="Rechthoek: afgeronde hoeken 53">
            <a:extLst>
              <a:ext uri="{FF2B5EF4-FFF2-40B4-BE49-F238E27FC236}">
                <a16:creationId xmlns:a16="http://schemas.microsoft.com/office/drawing/2014/main" id="{E5030FF3-580A-4031-9AA4-D2CB7FC8583C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PHOTO W/ QUOTE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B200F366-9D90-4F52-9BA6-E3DBDCEBA04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8637" y="542925"/>
            <a:ext cx="3656012" cy="3951366"/>
          </a:xfrm>
          <a:gradFill>
            <a:gsLst>
              <a:gs pos="0">
                <a:schemeClr val="bg1">
                  <a:alpha val="85000"/>
                </a:schemeClr>
              </a:gs>
              <a:gs pos="100000">
                <a:schemeClr val="accent3">
                  <a:lumMod val="20000"/>
                  <a:lumOff val="80000"/>
                  <a:alpha val="70000"/>
                </a:schemeClr>
              </a:gs>
            </a:gsLst>
            <a:lin ang="0" scaled="1"/>
          </a:gradFill>
          <a:effectLst/>
        </p:spPr>
        <p:txBody>
          <a:bodyPr wrap="square" lIns="432000" tIns="432000" rIns="540000" bIns="360000">
            <a:spAutoFit/>
          </a:bodyPr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8FAB374D-42E7-4824-BCD4-18F619273675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11381751" y="6424534"/>
            <a:ext cx="270000" cy="1548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3" name="Tijdelijke aanduiding voor tekst 17">
            <a:extLst>
              <a:ext uri="{FF2B5EF4-FFF2-40B4-BE49-F238E27FC236}">
                <a16:creationId xmlns:a16="http://schemas.microsoft.com/office/drawing/2014/main" id="{F0C06FE3-E83F-40AB-8B4A-95710E6299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661" y="6424534"/>
            <a:ext cx="3241590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56" name="Tijdelijke aanduiding voor tekst 17">
            <a:extLst>
              <a:ext uri="{FF2B5EF4-FFF2-40B4-BE49-F238E27FC236}">
                <a16:creationId xmlns:a16="http://schemas.microsoft.com/office/drawing/2014/main" id="{145B9581-61FB-419C-A6DD-A1D3023A14D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01067" y="6424534"/>
            <a:ext cx="3594100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57" name="Tijdelijke aanduiding voor tekst 153">
            <a:extLst>
              <a:ext uri="{FF2B5EF4-FFF2-40B4-BE49-F238E27FC236}">
                <a16:creationId xmlns:a16="http://schemas.microsoft.com/office/drawing/2014/main" id="{02B5C908-16C4-4134-B9E9-0E4CBC9F19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972595" y="379441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</a:p>
        </p:txBody>
      </p:sp>
      <p:grpSp>
        <p:nvGrpSpPr>
          <p:cNvPr id="58" name="INSTRUCTION">
            <a:extLst>
              <a:ext uri="{FF2B5EF4-FFF2-40B4-BE49-F238E27FC236}">
                <a16:creationId xmlns:a16="http://schemas.microsoft.com/office/drawing/2014/main" id="{94A845FE-D3C5-4BF5-9632-DAFE5F366080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59" name="Rechthoek 58">
              <a:extLst>
                <a:ext uri="{FF2B5EF4-FFF2-40B4-BE49-F238E27FC236}">
                  <a16:creationId xmlns:a16="http://schemas.microsoft.com/office/drawing/2014/main" id="{86F4AC40-CDDC-4873-A9B3-E95A10B54960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60" name="Ovaal 59">
              <a:extLst>
                <a:ext uri="{FF2B5EF4-FFF2-40B4-BE49-F238E27FC236}">
                  <a16:creationId xmlns:a16="http://schemas.microsoft.com/office/drawing/2014/main" id="{195CB5A8-F624-45C2-B07E-885EF60848DB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1" name="Rechthoek 60">
              <a:extLst>
                <a:ext uri="{FF2B5EF4-FFF2-40B4-BE49-F238E27FC236}">
                  <a16:creationId xmlns:a16="http://schemas.microsoft.com/office/drawing/2014/main" id="{B0475DDA-BF73-49AC-A262-9AA81A8AD98D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62" name="Ovaal 61">
              <a:extLst>
                <a:ext uri="{FF2B5EF4-FFF2-40B4-BE49-F238E27FC236}">
                  <a16:creationId xmlns:a16="http://schemas.microsoft.com/office/drawing/2014/main" id="{F5E63361-D347-4ED8-9124-B8AC422BABDD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CFEFB95A-7506-40B7-9FE8-0D0CC02D4157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64" name="Ovaal 63">
              <a:extLst>
                <a:ext uri="{FF2B5EF4-FFF2-40B4-BE49-F238E27FC236}">
                  <a16:creationId xmlns:a16="http://schemas.microsoft.com/office/drawing/2014/main" id="{B962BDB2-2E65-4A22-BCA0-91739F7B9CEF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65" name="Ovaal 64">
              <a:extLst>
                <a:ext uri="{FF2B5EF4-FFF2-40B4-BE49-F238E27FC236}">
                  <a16:creationId xmlns:a16="http://schemas.microsoft.com/office/drawing/2014/main" id="{A56E51C8-10CD-4B5A-BDD1-0DC5223856D9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4B230DBB-14F9-42C8-AEE6-EE159AA964E3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67" name="Ovaal 66">
              <a:extLst>
                <a:ext uri="{FF2B5EF4-FFF2-40B4-BE49-F238E27FC236}">
                  <a16:creationId xmlns:a16="http://schemas.microsoft.com/office/drawing/2014/main" id="{C517B002-FC7A-479E-97AD-B7B6090C33FF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68" name="Ovaal 67">
              <a:extLst>
                <a:ext uri="{FF2B5EF4-FFF2-40B4-BE49-F238E27FC236}">
                  <a16:creationId xmlns:a16="http://schemas.microsoft.com/office/drawing/2014/main" id="{8528D92C-0BCC-4853-9BAB-04F078186B9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F0E94CF4-D9C0-465F-8186-EDC46092C483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DD98CC4F-8AEB-4146-99E3-5572AAC787A8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406D34B4-2814-498D-8E78-ACC2E832F86A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72" name="ICOON_info">
              <a:extLst>
                <a:ext uri="{FF2B5EF4-FFF2-40B4-BE49-F238E27FC236}">
                  <a16:creationId xmlns:a16="http://schemas.microsoft.com/office/drawing/2014/main" id="{D384ECE1-3B5A-4CC2-96B9-3753C609423F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14" name="Ovaal 113">
                <a:extLst>
                  <a:ext uri="{FF2B5EF4-FFF2-40B4-BE49-F238E27FC236}">
                    <a16:creationId xmlns:a16="http://schemas.microsoft.com/office/drawing/2014/main" id="{18129731-B0A2-4FFA-9D19-95707BEE0DC3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Graphic 163" descr="Informatie">
                <a:extLst>
                  <a:ext uri="{FF2B5EF4-FFF2-40B4-BE49-F238E27FC236}">
                    <a16:creationId xmlns:a16="http://schemas.microsoft.com/office/drawing/2014/main" id="{874DE8EB-93BE-4EBD-ABAD-267A2FC31D12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73" name="VOORBEELD">
              <a:extLst>
                <a:ext uri="{FF2B5EF4-FFF2-40B4-BE49-F238E27FC236}">
                  <a16:creationId xmlns:a16="http://schemas.microsoft.com/office/drawing/2014/main" id="{29E72A82-BFD3-47FA-B1C7-B137018EF9C4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74" name="Rechthoek 73">
                <a:extLst>
                  <a:ext uri="{FF2B5EF4-FFF2-40B4-BE49-F238E27FC236}">
                    <a16:creationId xmlns:a16="http://schemas.microsoft.com/office/drawing/2014/main" id="{A6F5989C-F660-4571-A4DC-AC3B746ED792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75" name="Rechthoek 74">
                <a:extLst>
                  <a:ext uri="{FF2B5EF4-FFF2-40B4-BE49-F238E27FC236}">
                    <a16:creationId xmlns:a16="http://schemas.microsoft.com/office/drawing/2014/main" id="{2C2E2B02-4747-45BB-946D-645B723175B1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76" name="Groep 75">
                <a:extLst>
                  <a:ext uri="{FF2B5EF4-FFF2-40B4-BE49-F238E27FC236}">
                    <a16:creationId xmlns:a16="http://schemas.microsoft.com/office/drawing/2014/main" id="{38FC5226-CF21-4515-8674-5CE9C05526B4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07" name="Groep 106">
                  <a:extLst>
                    <a:ext uri="{FF2B5EF4-FFF2-40B4-BE49-F238E27FC236}">
                      <a16:creationId xmlns:a16="http://schemas.microsoft.com/office/drawing/2014/main" id="{C5EE035B-8D3F-4261-8DC7-0A682E91EE1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09" name="Rechte verbindingslijn 108">
                    <a:extLst>
                      <a:ext uri="{FF2B5EF4-FFF2-40B4-BE49-F238E27FC236}">
                        <a16:creationId xmlns:a16="http://schemas.microsoft.com/office/drawing/2014/main" id="{EF98EC11-0989-43DE-9140-8DF01957F66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0" name="Rechte verbindingslijn 109">
                    <a:extLst>
                      <a:ext uri="{FF2B5EF4-FFF2-40B4-BE49-F238E27FC236}">
                        <a16:creationId xmlns:a16="http://schemas.microsoft.com/office/drawing/2014/main" id="{162BB471-2655-42DE-9F52-69F25F7C3C3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1" name="Rechte verbindingslijn 110">
                    <a:extLst>
                      <a:ext uri="{FF2B5EF4-FFF2-40B4-BE49-F238E27FC236}">
                        <a16:creationId xmlns:a16="http://schemas.microsoft.com/office/drawing/2014/main" id="{724D3468-5455-45A1-B8A8-90F33653748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2" name="Rechte verbindingslijn 111">
                    <a:extLst>
                      <a:ext uri="{FF2B5EF4-FFF2-40B4-BE49-F238E27FC236}">
                        <a16:creationId xmlns:a16="http://schemas.microsoft.com/office/drawing/2014/main" id="{45C53E2E-8983-4B0A-8FB2-8A9E3C0F4EE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3" name="Rechte verbindingslijn 112">
                    <a:extLst>
                      <a:ext uri="{FF2B5EF4-FFF2-40B4-BE49-F238E27FC236}">
                        <a16:creationId xmlns:a16="http://schemas.microsoft.com/office/drawing/2014/main" id="{9F0C4A06-08A2-4F2B-8920-E8604BD9D30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08" name="Pijl: rechts 107">
                  <a:extLst>
                    <a:ext uri="{FF2B5EF4-FFF2-40B4-BE49-F238E27FC236}">
                      <a16:creationId xmlns:a16="http://schemas.microsoft.com/office/drawing/2014/main" id="{6C5F4EBB-5283-4878-97B4-444C2EB1076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77" name="Groep 76">
                <a:extLst>
                  <a:ext uri="{FF2B5EF4-FFF2-40B4-BE49-F238E27FC236}">
                    <a16:creationId xmlns:a16="http://schemas.microsoft.com/office/drawing/2014/main" id="{2031D57F-0128-4DB8-B4B8-F5E21B26F58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00" name="Groep 99">
                  <a:extLst>
                    <a:ext uri="{FF2B5EF4-FFF2-40B4-BE49-F238E27FC236}">
                      <a16:creationId xmlns:a16="http://schemas.microsoft.com/office/drawing/2014/main" id="{3481BE6E-DF1A-4350-838B-00B2D3E708E1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02" name="Rechte verbindingslijn 101">
                    <a:extLst>
                      <a:ext uri="{FF2B5EF4-FFF2-40B4-BE49-F238E27FC236}">
                        <a16:creationId xmlns:a16="http://schemas.microsoft.com/office/drawing/2014/main" id="{FE8FE813-54B4-4717-9A65-B65DD729886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3" name="Rechte verbindingslijn 102">
                    <a:extLst>
                      <a:ext uri="{FF2B5EF4-FFF2-40B4-BE49-F238E27FC236}">
                        <a16:creationId xmlns:a16="http://schemas.microsoft.com/office/drawing/2014/main" id="{77A91B72-FF1F-4214-9BEA-F6A1C48FA59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4" name="Rechte verbindingslijn 103">
                    <a:extLst>
                      <a:ext uri="{FF2B5EF4-FFF2-40B4-BE49-F238E27FC236}">
                        <a16:creationId xmlns:a16="http://schemas.microsoft.com/office/drawing/2014/main" id="{18EB82E5-FAB3-46C6-A3A7-C2C55B93AC5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5" name="Rechte verbindingslijn 104">
                    <a:extLst>
                      <a:ext uri="{FF2B5EF4-FFF2-40B4-BE49-F238E27FC236}">
                        <a16:creationId xmlns:a16="http://schemas.microsoft.com/office/drawing/2014/main" id="{02CEFFC0-2AB2-4CB1-A8C4-49186CDA84F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6" name="Rechte verbindingslijn 105">
                    <a:extLst>
                      <a:ext uri="{FF2B5EF4-FFF2-40B4-BE49-F238E27FC236}">
                        <a16:creationId xmlns:a16="http://schemas.microsoft.com/office/drawing/2014/main" id="{78D6B6DC-B262-4BA9-87CE-E37BED081CE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01" name="Pijl: rechts 100">
                  <a:extLst>
                    <a:ext uri="{FF2B5EF4-FFF2-40B4-BE49-F238E27FC236}">
                      <a16:creationId xmlns:a16="http://schemas.microsoft.com/office/drawing/2014/main" id="{CE73AF91-F8F6-4A7A-B7C2-77260D8389AF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78" name="Rechte verbindingslijn 77">
                <a:extLst>
                  <a:ext uri="{FF2B5EF4-FFF2-40B4-BE49-F238E27FC236}">
                    <a16:creationId xmlns:a16="http://schemas.microsoft.com/office/drawing/2014/main" id="{CB66E150-546C-4424-AF0D-46BDAB3B1EA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79" name="Rechte verbindingslijn 78">
                <a:extLst>
                  <a:ext uri="{FF2B5EF4-FFF2-40B4-BE49-F238E27FC236}">
                    <a16:creationId xmlns:a16="http://schemas.microsoft.com/office/drawing/2014/main" id="{115F56F3-ABB3-46B7-B5BA-A63CFB4ABFD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80" name="Rechthoek 79">
                <a:extLst>
                  <a:ext uri="{FF2B5EF4-FFF2-40B4-BE49-F238E27FC236}">
                    <a16:creationId xmlns:a16="http://schemas.microsoft.com/office/drawing/2014/main" id="{5CDDCAC3-7610-410F-8ACA-BE532551D3EB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81" name="Rechthoek 80">
                <a:extLst>
                  <a:ext uri="{FF2B5EF4-FFF2-40B4-BE49-F238E27FC236}">
                    <a16:creationId xmlns:a16="http://schemas.microsoft.com/office/drawing/2014/main" id="{A7863A29-409F-4EE4-8CD0-0CE3C8E76C9E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82" name="Groep 81">
                <a:extLst>
                  <a:ext uri="{FF2B5EF4-FFF2-40B4-BE49-F238E27FC236}">
                    <a16:creationId xmlns:a16="http://schemas.microsoft.com/office/drawing/2014/main" id="{EE47BCDB-54EF-43BE-AF35-FBA6177237D9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92" name="Rechthoek 91">
                  <a:extLst>
                    <a:ext uri="{FF2B5EF4-FFF2-40B4-BE49-F238E27FC236}">
                      <a16:creationId xmlns:a16="http://schemas.microsoft.com/office/drawing/2014/main" id="{551B8155-6C13-436E-B58A-3B8CD163F3CF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93" name="Groep 92">
                  <a:extLst>
                    <a:ext uri="{FF2B5EF4-FFF2-40B4-BE49-F238E27FC236}">
                      <a16:creationId xmlns:a16="http://schemas.microsoft.com/office/drawing/2014/main" id="{CD6D3865-7D05-42D0-B59C-567D7B5B3AF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95" name="Rechte verbindingslijn 94">
                    <a:extLst>
                      <a:ext uri="{FF2B5EF4-FFF2-40B4-BE49-F238E27FC236}">
                        <a16:creationId xmlns:a16="http://schemas.microsoft.com/office/drawing/2014/main" id="{CFF4F7A3-3116-4F8B-B651-8A457F40944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6" name="Rechte verbindingslijn 95">
                    <a:extLst>
                      <a:ext uri="{FF2B5EF4-FFF2-40B4-BE49-F238E27FC236}">
                        <a16:creationId xmlns:a16="http://schemas.microsoft.com/office/drawing/2014/main" id="{7A2956DF-0652-412E-B262-E79A23BA61A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7" name="Rechte verbindingslijn 96">
                    <a:extLst>
                      <a:ext uri="{FF2B5EF4-FFF2-40B4-BE49-F238E27FC236}">
                        <a16:creationId xmlns:a16="http://schemas.microsoft.com/office/drawing/2014/main" id="{92A712DA-BCEC-4540-9E89-3FA7479123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8" name="Rechte verbindingslijn 97">
                    <a:extLst>
                      <a:ext uri="{FF2B5EF4-FFF2-40B4-BE49-F238E27FC236}">
                        <a16:creationId xmlns:a16="http://schemas.microsoft.com/office/drawing/2014/main" id="{F007513C-2CE7-4E11-A1D5-C2961EE49BC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9" name="Rechte verbindingslijn 98">
                    <a:extLst>
                      <a:ext uri="{FF2B5EF4-FFF2-40B4-BE49-F238E27FC236}">
                        <a16:creationId xmlns:a16="http://schemas.microsoft.com/office/drawing/2014/main" id="{56332642-A7FD-4473-9030-3887E0E43C7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94" name="Pijl: rechts 93">
                  <a:extLst>
                    <a:ext uri="{FF2B5EF4-FFF2-40B4-BE49-F238E27FC236}">
                      <a16:creationId xmlns:a16="http://schemas.microsoft.com/office/drawing/2014/main" id="{64E53F35-97B0-4988-BF58-C95140B5921C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83" name="Groep 82">
                <a:extLst>
                  <a:ext uri="{FF2B5EF4-FFF2-40B4-BE49-F238E27FC236}">
                    <a16:creationId xmlns:a16="http://schemas.microsoft.com/office/drawing/2014/main" id="{DDE2DD61-FEF6-4AAA-84E4-1728AE7B2F98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0B574BBF-B959-4C6E-AFDC-6B097D29AF62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85" name="Groep 84">
                  <a:extLst>
                    <a:ext uri="{FF2B5EF4-FFF2-40B4-BE49-F238E27FC236}">
                      <a16:creationId xmlns:a16="http://schemas.microsoft.com/office/drawing/2014/main" id="{33553EE2-3C8D-4045-A87B-E24D70C8874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87" name="Rechte verbindingslijn 86">
                    <a:extLst>
                      <a:ext uri="{FF2B5EF4-FFF2-40B4-BE49-F238E27FC236}">
                        <a16:creationId xmlns:a16="http://schemas.microsoft.com/office/drawing/2014/main" id="{768D4542-9978-427F-B15C-21286092E61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8" name="Rechte verbindingslijn 87">
                    <a:extLst>
                      <a:ext uri="{FF2B5EF4-FFF2-40B4-BE49-F238E27FC236}">
                        <a16:creationId xmlns:a16="http://schemas.microsoft.com/office/drawing/2014/main" id="{8ED687DA-44FE-4DF1-AD8D-FCC6103569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9" name="Rechte verbindingslijn 88">
                    <a:extLst>
                      <a:ext uri="{FF2B5EF4-FFF2-40B4-BE49-F238E27FC236}">
                        <a16:creationId xmlns:a16="http://schemas.microsoft.com/office/drawing/2014/main" id="{2F533290-C7FA-4FB6-992A-9EA00EA42D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0" name="Rechte verbindingslijn 89">
                    <a:extLst>
                      <a:ext uri="{FF2B5EF4-FFF2-40B4-BE49-F238E27FC236}">
                        <a16:creationId xmlns:a16="http://schemas.microsoft.com/office/drawing/2014/main" id="{D35F162B-6F3F-4DC5-AEE2-89027565249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1" name="Rechte verbindingslijn 90">
                    <a:extLst>
                      <a:ext uri="{FF2B5EF4-FFF2-40B4-BE49-F238E27FC236}">
                        <a16:creationId xmlns:a16="http://schemas.microsoft.com/office/drawing/2014/main" id="{16F7AEFE-190B-422E-BB37-45E771AD6DE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86" name="Pijl: rechts 85">
                  <a:extLst>
                    <a:ext uri="{FF2B5EF4-FFF2-40B4-BE49-F238E27FC236}">
                      <a16:creationId xmlns:a16="http://schemas.microsoft.com/office/drawing/2014/main" id="{77D0E1D1-96B2-4983-9123-AE4DB81B268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116" name="Tekstvak 115">
            <a:extLst>
              <a:ext uri="{FF2B5EF4-FFF2-40B4-BE49-F238E27FC236}">
                <a16:creationId xmlns:a16="http://schemas.microsoft.com/office/drawing/2014/main" id="{72ECB06F-BCE6-47A7-B5D1-AE9431AE1522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117" name="INSTRUCTION">
            <a:extLst>
              <a:ext uri="{FF2B5EF4-FFF2-40B4-BE49-F238E27FC236}">
                <a16:creationId xmlns:a16="http://schemas.microsoft.com/office/drawing/2014/main" id="{510D7836-98DD-4930-BCAE-B98FD7A2C82A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AC996C5F-D9FE-4171-8E54-3401A3ABC6C1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48483BDA-8741-4243-98E2-C6EA398384CC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CE768569-DFE0-4057-B5A5-A40FCA84521B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1EDB3DB0-EA02-4DEA-8F36-5940EB7B9593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2" name="Groep 121">
              <a:extLst>
                <a:ext uri="{FF2B5EF4-FFF2-40B4-BE49-F238E27FC236}">
                  <a16:creationId xmlns:a16="http://schemas.microsoft.com/office/drawing/2014/main" id="{CC1E69DC-AABA-433E-875B-3C92BA6B7DED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68" name="Rechthoek 167">
                <a:extLst>
                  <a:ext uri="{FF2B5EF4-FFF2-40B4-BE49-F238E27FC236}">
                    <a16:creationId xmlns:a16="http://schemas.microsoft.com/office/drawing/2014/main" id="{A6D7FAD3-C4E5-41FB-B831-B270B6A9F937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9" name="Ovaal 168">
                <a:extLst>
                  <a:ext uri="{FF2B5EF4-FFF2-40B4-BE49-F238E27FC236}">
                    <a16:creationId xmlns:a16="http://schemas.microsoft.com/office/drawing/2014/main" id="{966A4048-E20A-471E-B7DE-2AC67A91609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0" name="Vrije vorm: vorm 169">
                <a:extLst>
                  <a:ext uri="{FF2B5EF4-FFF2-40B4-BE49-F238E27FC236}">
                    <a16:creationId xmlns:a16="http://schemas.microsoft.com/office/drawing/2014/main" id="{035DB9BC-993D-4EC2-B8B8-E289BEFC417D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1" name="Rechthoek: afgeronde hoeken 170">
                <a:extLst>
                  <a:ext uri="{FF2B5EF4-FFF2-40B4-BE49-F238E27FC236}">
                    <a16:creationId xmlns:a16="http://schemas.microsoft.com/office/drawing/2014/main" id="{43572117-2936-4CA0-BF82-0D6296BFB010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72" name="Rechte verbindingslijn 171">
                <a:extLst>
                  <a:ext uri="{FF2B5EF4-FFF2-40B4-BE49-F238E27FC236}">
                    <a16:creationId xmlns:a16="http://schemas.microsoft.com/office/drawing/2014/main" id="{7D2B5594-E3F1-4F39-A93D-FB9FD2504C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3" name="Rechte verbindingslijn 172">
                <a:extLst>
                  <a:ext uri="{FF2B5EF4-FFF2-40B4-BE49-F238E27FC236}">
                    <a16:creationId xmlns:a16="http://schemas.microsoft.com/office/drawing/2014/main" id="{10B80017-638A-48F0-ACCF-DDB02B67C579}"/>
                  </a:ext>
                </a:extLst>
              </p:cNvPr>
              <p:cNvCxnSpPr>
                <a:cxnSpLocks/>
                <a:stCxn id="171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474CF842-2FCD-46BB-B3D4-75D2CD04DE2B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C0DE37D0-8647-4B42-8AEA-69E5BAC685A5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5" name="Groep 124">
              <a:extLst>
                <a:ext uri="{FF2B5EF4-FFF2-40B4-BE49-F238E27FC236}">
                  <a16:creationId xmlns:a16="http://schemas.microsoft.com/office/drawing/2014/main" id="{AA3716D5-A794-4860-BD79-A966AE4A8815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8352E3CD-36AC-40EA-A5C5-C554E77C51C5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66" name="Rechte verbindingslijn 165">
                <a:extLst>
                  <a:ext uri="{FF2B5EF4-FFF2-40B4-BE49-F238E27FC236}">
                    <a16:creationId xmlns:a16="http://schemas.microsoft.com/office/drawing/2014/main" id="{A05FBE82-9406-4AF5-9247-BFF3089F1584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67" name="Gelijkbenige driehoek 166">
                <a:extLst>
                  <a:ext uri="{FF2B5EF4-FFF2-40B4-BE49-F238E27FC236}">
                    <a16:creationId xmlns:a16="http://schemas.microsoft.com/office/drawing/2014/main" id="{870F97FA-F2D7-4896-B347-9F33B218CE0C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EF66787F-4998-4583-80B5-C12D633E6864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7D500878-F906-434A-ACF8-1B52AB417146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8" name="Ovaal 127">
              <a:extLst>
                <a:ext uri="{FF2B5EF4-FFF2-40B4-BE49-F238E27FC236}">
                  <a16:creationId xmlns:a16="http://schemas.microsoft.com/office/drawing/2014/main" id="{B96C3C80-FC35-4164-9FD5-93CF7BE54BFC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29" name="Rechthoek 128">
              <a:extLst>
                <a:ext uri="{FF2B5EF4-FFF2-40B4-BE49-F238E27FC236}">
                  <a16:creationId xmlns:a16="http://schemas.microsoft.com/office/drawing/2014/main" id="{433F5775-AFD6-4E06-8F9E-1BBB67BA8197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30" name="Groep 129">
              <a:extLst>
                <a:ext uri="{FF2B5EF4-FFF2-40B4-BE49-F238E27FC236}">
                  <a16:creationId xmlns:a16="http://schemas.microsoft.com/office/drawing/2014/main" id="{DF783E91-3DA8-4B8B-9A42-533BC2C523FB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149" name="Groep 148">
                <a:extLst>
                  <a:ext uri="{FF2B5EF4-FFF2-40B4-BE49-F238E27FC236}">
                    <a16:creationId xmlns:a16="http://schemas.microsoft.com/office/drawing/2014/main" id="{5CD926A0-61F9-409F-8984-74346AFC989D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152" name="Groep 151">
                  <a:extLst>
                    <a:ext uri="{FF2B5EF4-FFF2-40B4-BE49-F238E27FC236}">
                      <a16:creationId xmlns:a16="http://schemas.microsoft.com/office/drawing/2014/main" id="{0CEAFAE2-1CEA-40CA-990D-72CD88822E9F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159" name="Groep 158">
                    <a:extLst>
                      <a:ext uri="{FF2B5EF4-FFF2-40B4-BE49-F238E27FC236}">
                        <a16:creationId xmlns:a16="http://schemas.microsoft.com/office/drawing/2014/main" id="{08A163C8-22F2-4DB4-BBD0-03648AFA796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162" name="Rechthoek 161">
                      <a:extLst>
                        <a:ext uri="{FF2B5EF4-FFF2-40B4-BE49-F238E27FC236}">
                          <a16:creationId xmlns:a16="http://schemas.microsoft.com/office/drawing/2014/main" id="{E7E6BABA-C1F8-4BD8-9D88-3C5ACAE61C8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3" name="Rechthoek 162">
                      <a:extLst>
                        <a:ext uri="{FF2B5EF4-FFF2-40B4-BE49-F238E27FC236}">
                          <a16:creationId xmlns:a16="http://schemas.microsoft.com/office/drawing/2014/main" id="{62F3DB18-15C2-47ED-876D-77B7D501B25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4" name="Ovaal 163">
                      <a:extLst>
                        <a:ext uri="{FF2B5EF4-FFF2-40B4-BE49-F238E27FC236}">
                          <a16:creationId xmlns:a16="http://schemas.microsoft.com/office/drawing/2014/main" id="{471EE496-0CA5-40A5-9979-91CD2311758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60" name="Afbeelding 159">
                    <a:extLst>
                      <a:ext uri="{FF2B5EF4-FFF2-40B4-BE49-F238E27FC236}">
                        <a16:creationId xmlns:a16="http://schemas.microsoft.com/office/drawing/2014/main" id="{10D4A2EB-140F-493A-B6A5-734B8321A2A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61" name="Afbeelding 160">
                    <a:extLst>
                      <a:ext uri="{FF2B5EF4-FFF2-40B4-BE49-F238E27FC236}">
                        <a16:creationId xmlns:a16="http://schemas.microsoft.com/office/drawing/2014/main" id="{B8FB3F8A-00B4-4C3C-ACDC-601ED8C4371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53" name="Groep 152">
                  <a:extLst>
                    <a:ext uri="{FF2B5EF4-FFF2-40B4-BE49-F238E27FC236}">
                      <a16:creationId xmlns:a16="http://schemas.microsoft.com/office/drawing/2014/main" id="{01D10408-2E48-4191-81C8-4F033C5747E9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57" name="Rechthoek 156">
                    <a:extLst>
                      <a:ext uri="{FF2B5EF4-FFF2-40B4-BE49-F238E27FC236}">
                        <a16:creationId xmlns:a16="http://schemas.microsoft.com/office/drawing/2014/main" id="{896B582D-2D5F-41BF-AD8C-5901B54B811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58" name="Rechthoek 157">
                    <a:extLst>
                      <a:ext uri="{FF2B5EF4-FFF2-40B4-BE49-F238E27FC236}">
                        <a16:creationId xmlns:a16="http://schemas.microsoft.com/office/drawing/2014/main" id="{459DA766-9E2B-4103-9F50-9355DFAEA02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54" name="Groep 153">
                  <a:extLst>
                    <a:ext uri="{FF2B5EF4-FFF2-40B4-BE49-F238E27FC236}">
                      <a16:creationId xmlns:a16="http://schemas.microsoft.com/office/drawing/2014/main" id="{1DD85848-9195-4491-86E1-FA6619B62CA4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55" name="Rechthoek 154">
                    <a:extLst>
                      <a:ext uri="{FF2B5EF4-FFF2-40B4-BE49-F238E27FC236}">
                        <a16:creationId xmlns:a16="http://schemas.microsoft.com/office/drawing/2014/main" id="{DABD69BE-8C2B-4B0E-B863-F405EC05AD5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56" name="Rechthoek 155">
                    <a:extLst>
                      <a:ext uri="{FF2B5EF4-FFF2-40B4-BE49-F238E27FC236}">
                        <a16:creationId xmlns:a16="http://schemas.microsoft.com/office/drawing/2014/main" id="{D8B4778F-F4CA-443F-9ADB-9E3812E6D5E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50" name="Rechthoek 149">
                <a:extLst>
                  <a:ext uri="{FF2B5EF4-FFF2-40B4-BE49-F238E27FC236}">
                    <a16:creationId xmlns:a16="http://schemas.microsoft.com/office/drawing/2014/main" id="{7EA6276A-1111-4A7C-9BFE-6707BD9DE7E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AE75C28B-E139-45EE-A7F3-534453FF6EDB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1" name="Groep 130">
              <a:extLst>
                <a:ext uri="{FF2B5EF4-FFF2-40B4-BE49-F238E27FC236}">
                  <a16:creationId xmlns:a16="http://schemas.microsoft.com/office/drawing/2014/main" id="{8DE68172-1314-43DA-84C8-EF59A1601EAA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135" name="Rechthoek 134">
                <a:extLst>
                  <a:ext uri="{FF2B5EF4-FFF2-40B4-BE49-F238E27FC236}">
                    <a16:creationId xmlns:a16="http://schemas.microsoft.com/office/drawing/2014/main" id="{6FA16CD1-8811-4576-AA88-BA596908E174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6" name="Rechthoek 135">
                <a:extLst>
                  <a:ext uri="{FF2B5EF4-FFF2-40B4-BE49-F238E27FC236}">
                    <a16:creationId xmlns:a16="http://schemas.microsoft.com/office/drawing/2014/main" id="{D6C21B04-247F-43CB-AC93-111D44660C9B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7" name="Tekstvak 136">
                <a:extLst>
                  <a:ext uri="{FF2B5EF4-FFF2-40B4-BE49-F238E27FC236}">
                    <a16:creationId xmlns:a16="http://schemas.microsoft.com/office/drawing/2014/main" id="{3479314B-B785-4CB2-ADA3-82090E936EA3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138" name="Tekstvak 137">
                <a:extLst>
                  <a:ext uri="{FF2B5EF4-FFF2-40B4-BE49-F238E27FC236}">
                    <a16:creationId xmlns:a16="http://schemas.microsoft.com/office/drawing/2014/main" id="{0B6B28D2-EDF4-4665-BC8A-C89482B666CD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139" name="Vrije vorm: vorm 138">
                <a:extLst>
                  <a:ext uri="{FF2B5EF4-FFF2-40B4-BE49-F238E27FC236}">
                    <a16:creationId xmlns:a16="http://schemas.microsoft.com/office/drawing/2014/main" id="{EFC3FEB0-7FA0-4BBB-AD4D-630430E709E1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0" name="Gelijkbenige driehoek 139">
                <a:extLst>
                  <a:ext uri="{FF2B5EF4-FFF2-40B4-BE49-F238E27FC236}">
                    <a16:creationId xmlns:a16="http://schemas.microsoft.com/office/drawing/2014/main" id="{C6D3CF00-0B3A-4A9B-B7BB-540F312CCA7D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1" name="Groep 140">
                <a:extLst>
                  <a:ext uri="{FF2B5EF4-FFF2-40B4-BE49-F238E27FC236}">
                    <a16:creationId xmlns:a16="http://schemas.microsoft.com/office/drawing/2014/main" id="{37018B79-4DBF-4262-B2E3-BE0409D2F2F0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6FB43017-63E2-4E6B-9FE2-5CA1CF1D78A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36D27E8A-E393-47E4-8DAA-E2869C3050DC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ACB102F1-298E-424D-B6A2-909C88910DD0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2" name="Groep 141">
                <a:extLst>
                  <a:ext uri="{FF2B5EF4-FFF2-40B4-BE49-F238E27FC236}">
                    <a16:creationId xmlns:a16="http://schemas.microsoft.com/office/drawing/2014/main" id="{B4C196CF-DDD2-4FFB-9CA8-C4FA8165A0C5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3" name="Rechthoek 142">
                  <a:extLst>
                    <a:ext uri="{FF2B5EF4-FFF2-40B4-BE49-F238E27FC236}">
                      <a16:creationId xmlns:a16="http://schemas.microsoft.com/office/drawing/2014/main" id="{7AF58C19-40C3-43DC-9501-199D0FDA62E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4" name="Rechthoek 143">
                  <a:extLst>
                    <a:ext uri="{FF2B5EF4-FFF2-40B4-BE49-F238E27FC236}">
                      <a16:creationId xmlns:a16="http://schemas.microsoft.com/office/drawing/2014/main" id="{5C6BBBBA-1696-4CDA-A1A4-D54F7B0E526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4CC8CF1D-139C-436A-9BDA-095BBA637DC4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32" name="ICOON_info">
              <a:extLst>
                <a:ext uri="{FF2B5EF4-FFF2-40B4-BE49-F238E27FC236}">
                  <a16:creationId xmlns:a16="http://schemas.microsoft.com/office/drawing/2014/main" id="{22C281F7-3A1A-4ADF-A193-4968F7E7C4B2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133" name="Ovaal 132">
                <a:extLst>
                  <a:ext uri="{FF2B5EF4-FFF2-40B4-BE49-F238E27FC236}">
                    <a16:creationId xmlns:a16="http://schemas.microsoft.com/office/drawing/2014/main" id="{9C4353F1-D14C-48B9-B3D8-C9196937857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4" name="Graphic 163" descr="Informatie">
                <a:extLst>
                  <a:ext uri="{FF2B5EF4-FFF2-40B4-BE49-F238E27FC236}">
                    <a16:creationId xmlns:a16="http://schemas.microsoft.com/office/drawing/2014/main" id="{4DF06322-2A30-43C7-9F81-9F2EED0E3A6C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75" name="Tijdelijke aanduiding voor tekst 174">
            <a:extLst>
              <a:ext uri="{FF2B5EF4-FFF2-40B4-BE49-F238E27FC236}">
                <a16:creationId xmlns:a16="http://schemas.microsoft.com/office/drawing/2014/main" id="{E36A490E-BBD3-45A1-AA6C-9E49ED92B44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 rot="16200000">
            <a:off x="1288376" y="225788"/>
            <a:ext cx="85726" cy="720000"/>
          </a:xfrm>
          <a:custGeom>
            <a:avLst/>
            <a:gdLst>
              <a:gd name="connsiteX0" fmla="*/ 0 w 72000"/>
              <a:gd name="connsiteY0" fmla="*/ 0 h 699293"/>
              <a:gd name="connsiteX1" fmla="*/ 72000 w 72000"/>
              <a:gd name="connsiteY1" fmla="*/ 0 h 699293"/>
              <a:gd name="connsiteX2" fmla="*/ 72000 w 72000"/>
              <a:gd name="connsiteY2" fmla="*/ 699293 h 699293"/>
              <a:gd name="connsiteX3" fmla="*/ 0 w 72000"/>
              <a:gd name="connsiteY3" fmla="*/ 699293 h 69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000" h="699293">
                <a:moveTo>
                  <a:pt x="0" y="0"/>
                </a:moveTo>
                <a:lnTo>
                  <a:pt x="72000" y="0"/>
                </a:lnTo>
                <a:lnTo>
                  <a:pt x="72000" y="699293"/>
                </a:lnTo>
                <a:lnTo>
                  <a:pt x="0" y="69929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leegh</a:t>
            </a:r>
            <a:r>
              <a:rPr lang="en-GB" dirty="0"/>
              <a:t>)</a:t>
            </a:r>
          </a:p>
        </p:txBody>
      </p:sp>
      <p:sp>
        <p:nvSpPr>
          <p:cNvPr id="174" name="Tijdelijke aanduiding voor tekst 17">
            <a:extLst>
              <a:ext uri="{FF2B5EF4-FFF2-40B4-BE49-F238E27FC236}">
                <a16:creationId xmlns:a16="http://schemas.microsoft.com/office/drawing/2014/main" id="{9DC12D6B-BC37-4DF1-9634-CD8B0B757C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4417" y="6424534"/>
            <a:ext cx="3061758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2510909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/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>
            <a:extLst>
              <a:ext uri="{FF2B5EF4-FFF2-40B4-BE49-F238E27FC236}">
                <a16:creationId xmlns:a16="http://schemas.microsoft.com/office/drawing/2014/main" id="{35339188-85F5-458D-9C75-C9F8F82E7AD2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F25AC20D-EB71-4DF9-ACC2-2B4B0BC92B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below </a:t>
            </a:r>
            <a:br>
              <a:rPr lang="en-GB"/>
            </a:br>
            <a:r>
              <a:rPr lang="en-GB"/>
              <a:t>to add an image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Need help? To the side of the slides </a:t>
            </a:r>
            <a:br>
              <a:rPr lang="en-GB"/>
            </a:br>
            <a:r>
              <a:rPr lang="en-GB"/>
              <a:t>you will find additional instructions</a:t>
            </a:r>
          </a:p>
        </p:txBody>
      </p:sp>
      <p:sp>
        <p:nvSpPr>
          <p:cNvPr id="60" name="Tijdelijke aanduiding voor tekst 59">
            <a:extLst>
              <a:ext uri="{FF2B5EF4-FFF2-40B4-BE49-F238E27FC236}">
                <a16:creationId xmlns:a16="http://schemas.microsoft.com/office/drawing/2014/main" id="{0CAC1794-CAAD-4D9F-B0E9-A4C6DE76582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0" y="4158000"/>
            <a:ext cx="12192000" cy="2700000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76700">
                <a:schemeClr val="accent1">
                  <a:alpha val="30000"/>
                </a:schemeClr>
              </a:gs>
              <a:gs pos="100000">
                <a:schemeClr val="accent1">
                  <a:alpha val="45000"/>
                </a:schemeClr>
              </a:gs>
            </a:gsLst>
            <a:lin ang="5400000" scaled="1"/>
          </a:gra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(</a:t>
            </a:r>
            <a:r>
              <a:rPr lang="en-GB" err="1"/>
              <a:t>Leeg</a:t>
            </a:r>
            <a:r>
              <a:rPr lang="en-GB"/>
              <a:t>, </a:t>
            </a:r>
            <a:r>
              <a:rPr lang="en-GB" err="1"/>
              <a:t>niet</a:t>
            </a:r>
            <a:r>
              <a:rPr lang="en-GB"/>
              <a:t> </a:t>
            </a:r>
            <a:r>
              <a:rPr lang="en-GB" err="1"/>
              <a:t>verwijderen</a:t>
            </a:r>
            <a:r>
              <a:rPr lang="en-GB"/>
              <a:t> </a:t>
            </a:r>
            <a:r>
              <a:rPr lang="en-GB" err="1"/>
              <a:t>s.v.p.</a:t>
            </a:r>
            <a:r>
              <a:rPr lang="en-GB"/>
              <a:t>)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F8E3BD-64BC-4FE9-A636-6E7D10E8A2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7593" y="4158000"/>
            <a:ext cx="10134158" cy="1619999"/>
          </a:xfrm>
        </p:spPr>
        <p:txBody>
          <a:bodyPr lIns="10800" tIns="0" anchor="ctr"/>
          <a:lstStyle>
            <a:lvl1pPr algn="l">
              <a:lnSpc>
                <a:spcPct val="90000"/>
              </a:lnSpc>
              <a:defRPr sz="48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noProof="0"/>
              <a:t>Place your slide title </a:t>
            </a:r>
            <a:br>
              <a:rPr lang="en-GB" noProof="0"/>
            </a:br>
            <a:r>
              <a:rPr lang="en-GB" noProof="0"/>
              <a:t>or summary here</a:t>
            </a:r>
            <a:endParaRPr lang="en-GB"/>
          </a:p>
        </p:txBody>
      </p:sp>
      <p:sp>
        <p:nvSpPr>
          <p:cNvPr id="56" name="Tijdelijke aanduiding voor tekst 55">
            <a:extLst>
              <a:ext uri="{FF2B5EF4-FFF2-40B4-BE49-F238E27FC236}">
                <a16:creationId xmlns:a16="http://schemas.microsoft.com/office/drawing/2014/main" id="{BCD8EBE5-3471-4713-8FFD-B24D1E6D17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60000" y="4158000"/>
            <a:ext cx="72000" cy="1620000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(</a:t>
            </a:r>
            <a:r>
              <a:rPr lang="en-GB" err="1"/>
              <a:t>Leeg</a:t>
            </a:r>
            <a:r>
              <a:rPr lang="en-GB"/>
              <a:t>, </a:t>
            </a:r>
            <a:r>
              <a:rPr lang="en-GB" err="1"/>
              <a:t>niet</a:t>
            </a:r>
            <a:r>
              <a:rPr lang="en-GB"/>
              <a:t> </a:t>
            </a:r>
            <a:r>
              <a:rPr lang="en-GB" err="1"/>
              <a:t>verwijderen</a:t>
            </a:r>
            <a:r>
              <a:rPr lang="en-GB"/>
              <a:t> </a:t>
            </a:r>
            <a:r>
              <a:rPr lang="en-GB" err="1"/>
              <a:t>s.v.p.</a:t>
            </a:r>
            <a:r>
              <a:rPr lang="en-GB"/>
              <a:t>)</a:t>
            </a:r>
          </a:p>
        </p:txBody>
      </p:sp>
      <p:sp>
        <p:nvSpPr>
          <p:cNvPr id="61" name="Rechthoek: afgeronde hoeken 60">
            <a:extLst>
              <a:ext uri="{FF2B5EF4-FFF2-40B4-BE49-F238E27FC236}">
                <a16:creationId xmlns:a16="http://schemas.microsoft.com/office/drawing/2014/main" id="{FB8544A0-B0B9-4612-BE8C-B4D6D654ACA1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>
                <a:solidFill>
                  <a:schemeClr val="accent3"/>
                </a:solidFill>
                <a:latin typeface="+mj-lt"/>
              </a:rPr>
              <a:t>CHAPTER/SUMMARY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91C3414-3CA4-45E9-B839-19213031B9B6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11381751" y="693081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9" name="Tijdelijke aanduiding voor tekst 153">
            <a:extLst>
              <a:ext uri="{FF2B5EF4-FFF2-40B4-BE49-F238E27FC236}">
                <a16:creationId xmlns:a16="http://schemas.microsoft.com/office/drawing/2014/main" id="{07CA2FF1-1B7F-4479-8231-CDFF202659B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972595" y="374116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(</a:t>
            </a:r>
          </a:p>
        </p:txBody>
      </p:sp>
      <p:sp>
        <p:nvSpPr>
          <p:cNvPr id="66" name="Tekstvak 65">
            <a:extLst>
              <a:ext uri="{FF2B5EF4-FFF2-40B4-BE49-F238E27FC236}">
                <a16:creationId xmlns:a16="http://schemas.microsoft.com/office/drawing/2014/main" id="{D23AFFA3-62C7-4C6B-8461-3FCF7B36A756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55" name="INSTRUCTION">
            <a:extLst>
              <a:ext uri="{FF2B5EF4-FFF2-40B4-BE49-F238E27FC236}">
                <a16:creationId xmlns:a16="http://schemas.microsoft.com/office/drawing/2014/main" id="{8143E235-A7F7-4CF0-B5FF-E291688A45D9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62" name="Rechthoek 61">
              <a:extLst>
                <a:ext uri="{FF2B5EF4-FFF2-40B4-BE49-F238E27FC236}">
                  <a16:creationId xmlns:a16="http://schemas.microsoft.com/office/drawing/2014/main" id="{273B060A-AAE4-466D-8A46-9390C4684D3B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B7CAC247-08AC-4B00-A1BC-1351EF46B4DE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64" name="Ovaal 63">
              <a:extLst>
                <a:ext uri="{FF2B5EF4-FFF2-40B4-BE49-F238E27FC236}">
                  <a16:creationId xmlns:a16="http://schemas.microsoft.com/office/drawing/2014/main" id="{FAE37558-4E81-4AD7-803D-846A674ACF0D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5" name="Rechthoek 64">
              <a:extLst>
                <a:ext uri="{FF2B5EF4-FFF2-40B4-BE49-F238E27FC236}">
                  <a16:creationId xmlns:a16="http://schemas.microsoft.com/office/drawing/2014/main" id="{B7D0CDA0-FC05-49FD-8B32-27CC5D292DD2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67" name="Groep 66">
              <a:extLst>
                <a:ext uri="{FF2B5EF4-FFF2-40B4-BE49-F238E27FC236}">
                  <a16:creationId xmlns:a16="http://schemas.microsoft.com/office/drawing/2014/main" id="{2BA104F4-6B8B-4567-9533-5628B8CBFF43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13" name="Rechthoek 112">
                <a:extLst>
                  <a:ext uri="{FF2B5EF4-FFF2-40B4-BE49-F238E27FC236}">
                    <a16:creationId xmlns:a16="http://schemas.microsoft.com/office/drawing/2014/main" id="{31D7FC68-289B-4D74-8C75-19C5F922739C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4" name="Ovaal 113">
                <a:extLst>
                  <a:ext uri="{FF2B5EF4-FFF2-40B4-BE49-F238E27FC236}">
                    <a16:creationId xmlns:a16="http://schemas.microsoft.com/office/drawing/2014/main" id="{404512C4-2CB9-4AA5-BF55-676FD291A37F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Vrije vorm: vorm 114">
                <a:extLst>
                  <a:ext uri="{FF2B5EF4-FFF2-40B4-BE49-F238E27FC236}">
                    <a16:creationId xmlns:a16="http://schemas.microsoft.com/office/drawing/2014/main" id="{D72697FA-FD0E-4FEB-B6EE-1B09A83485CC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6" name="Rechthoek: afgeronde hoeken 115">
                <a:extLst>
                  <a:ext uri="{FF2B5EF4-FFF2-40B4-BE49-F238E27FC236}">
                    <a16:creationId xmlns:a16="http://schemas.microsoft.com/office/drawing/2014/main" id="{8B212540-57FB-49AA-BDA5-E6F66E508284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17" name="Rechte verbindingslijn 116">
                <a:extLst>
                  <a:ext uri="{FF2B5EF4-FFF2-40B4-BE49-F238E27FC236}">
                    <a16:creationId xmlns:a16="http://schemas.microsoft.com/office/drawing/2014/main" id="{E3844F8F-4027-4123-BB6C-47EB4C5D2C9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" name="Rechte verbindingslijn 117">
                <a:extLst>
                  <a:ext uri="{FF2B5EF4-FFF2-40B4-BE49-F238E27FC236}">
                    <a16:creationId xmlns:a16="http://schemas.microsoft.com/office/drawing/2014/main" id="{32E3ECF9-E019-440F-9033-674D5695E226}"/>
                  </a:ext>
                </a:extLst>
              </p:cNvPr>
              <p:cNvCxnSpPr>
                <a:cxnSpLocks/>
                <a:stCxn id="116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8" name="Ovaal 67">
              <a:extLst>
                <a:ext uri="{FF2B5EF4-FFF2-40B4-BE49-F238E27FC236}">
                  <a16:creationId xmlns:a16="http://schemas.microsoft.com/office/drawing/2014/main" id="{AA469266-1195-4E78-B099-B4D442D67671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69" name="Rechthoek 68">
              <a:extLst>
                <a:ext uri="{FF2B5EF4-FFF2-40B4-BE49-F238E27FC236}">
                  <a16:creationId xmlns:a16="http://schemas.microsoft.com/office/drawing/2014/main" id="{330802BE-FC84-4FD8-B44A-42D12756B4C7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70" name="Groep 69">
              <a:extLst>
                <a:ext uri="{FF2B5EF4-FFF2-40B4-BE49-F238E27FC236}">
                  <a16:creationId xmlns:a16="http://schemas.microsoft.com/office/drawing/2014/main" id="{76D85591-7F31-479B-89D5-86E50AEB6CF4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10" name="Rechthoek 109">
                <a:extLst>
                  <a:ext uri="{FF2B5EF4-FFF2-40B4-BE49-F238E27FC236}">
                    <a16:creationId xmlns:a16="http://schemas.microsoft.com/office/drawing/2014/main" id="{882A4A43-41D1-438D-B1C5-C18FE53731D5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11" name="Rechte verbindingslijn 110">
                <a:extLst>
                  <a:ext uri="{FF2B5EF4-FFF2-40B4-BE49-F238E27FC236}">
                    <a16:creationId xmlns:a16="http://schemas.microsoft.com/office/drawing/2014/main" id="{81F5F804-6E78-4EB5-AAB0-4F98AEC09DE1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12" name="Gelijkbenige driehoek 111">
                <a:extLst>
                  <a:ext uri="{FF2B5EF4-FFF2-40B4-BE49-F238E27FC236}">
                    <a16:creationId xmlns:a16="http://schemas.microsoft.com/office/drawing/2014/main" id="{AFF9729B-F675-41A4-AA4B-47ED92E3AFFA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71" name="Ovaal 70">
              <a:extLst>
                <a:ext uri="{FF2B5EF4-FFF2-40B4-BE49-F238E27FC236}">
                  <a16:creationId xmlns:a16="http://schemas.microsoft.com/office/drawing/2014/main" id="{8273306E-1712-468B-AAC9-7829E0B5ED1A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31461C31-E377-41AA-8AC2-76629CD85349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73" name="Ovaal 72">
              <a:extLst>
                <a:ext uri="{FF2B5EF4-FFF2-40B4-BE49-F238E27FC236}">
                  <a16:creationId xmlns:a16="http://schemas.microsoft.com/office/drawing/2014/main" id="{EEFD3473-7741-4DD5-B3B2-D847ED68CE08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48003C24-3AF7-4263-8098-C97965EEE4A8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75" name="Groep 74">
              <a:extLst>
                <a:ext uri="{FF2B5EF4-FFF2-40B4-BE49-F238E27FC236}">
                  <a16:creationId xmlns:a16="http://schemas.microsoft.com/office/drawing/2014/main" id="{019E8FCC-8FBE-4780-A0CF-F04CB438DEE2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94" name="Groep 93">
                <a:extLst>
                  <a:ext uri="{FF2B5EF4-FFF2-40B4-BE49-F238E27FC236}">
                    <a16:creationId xmlns:a16="http://schemas.microsoft.com/office/drawing/2014/main" id="{7C65FA5E-DD04-4BB5-8AB3-D841FE80A156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97" name="Groep 96">
                  <a:extLst>
                    <a:ext uri="{FF2B5EF4-FFF2-40B4-BE49-F238E27FC236}">
                      <a16:creationId xmlns:a16="http://schemas.microsoft.com/office/drawing/2014/main" id="{B4F4CECF-907A-4433-B62D-7DBF5190397F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104" name="Groep 103">
                    <a:extLst>
                      <a:ext uri="{FF2B5EF4-FFF2-40B4-BE49-F238E27FC236}">
                        <a16:creationId xmlns:a16="http://schemas.microsoft.com/office/drawing/2014/main" id="{68980BB7-2BFA-4C6C-9AD6-34B0035A0E4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107" name="Rechthoek 106">
                      <a:extLst>
                        <a:ext uri="{FF2B5EF4-FFF2-40B4-BE49-F238E27FC236}">
                          <a16:creationId xmlns:a16="http://schemas.microsoft.com/office/drawing/2014/main" id="{B6B60A1F-969A-488E-9F7D-816D8C6B473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8" name="Rechthoek 107">
                      <a:extLst>
                        <a:ext uri="{FF2B5EF4-FFF2-40B4-BE49-F238E27FC236}">
                          <a16:creationId xmlns:a16="http://schemas.microsoft.com/office/drawing/2014/main" id="{476FFB46-A975-4815-BAE5-0958786F8B5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9" name="Ovaal 108">
                      <a:extLst>
                        <a:ext uri="{FF2B5EF4-FFF2-40B4-BE49-F238E27FC236}">
                          <a16:creationId xmlns:a16="http://schemas.microsoft.com/office/drawing/2014/main" id="{CD55CEFD-3746-47BD-A66A-65F5CC33771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05" name="Afbeelding 104">
                    <a:extLst>
                      <a:ext uri="{FF2B5EF4-FFF2-40B4-BE49-F238E27FC236}">
                        <a16:creationId xmlns:a16="http://schemas.microsoft.com/office/drawing/2014/main" id="{398E8082-9817-415E-A8F8-B075726D323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06" name="Afbeelding 105">
                    <a:extLst>
                      <a:ext uri="{FF2B5EF4-FFF2-40B4-BE49-F238E27FC236}">
                        <a16:creationId xmlns:a16="http://schemas.microsoft.com/office/drawing/2014/main" id="{A5A178DE-2DB8-49CA-BA88-738D772250F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98" name="Groep 97">
                  <a:extLst>
                    <a:ext uri="{FF2B5EF4-FFF2-40B4-BE49-F238E27FC236}">
                      <a16:creationId xmlns:a16="http://schemas.microsoft.com/office/drawing/2014/main" id="{32F561EC-03EA-48D5-931D-A2746374D35A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02" name="Rechthoek 101">
                    <a:extLst>
                      <a:ext uri="{FF2B5EF4-FFF2-40B4-BE49-F238E27FC236}">
                        <a16:creationId xmlns:a16="http://schemas.microsoft.com/office/drawing/2014/main" id="{5CEE664E-58EA-4135-A89B-E403D060235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3" name="Rechthoek 102">
                    <a:extLst>
                      <a:ext uri="{FF2B5EF4-FFF2-40B4-BE49-F238E27FC236}">
                        <a16:creationId xmlns:a16="http://schemas.microsoft.com/office/drawing/2014/main" id="{071835DC-3542-4D24-8F84-98D93A666775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99" name="Groep 98">
                  <a:extLst>
                    <a:ext uri="{FF2B5EF4-FFF2-40B4-BE49-F238E27FC236}">
                      <a16:creationId xmlns:a16="http://schemas.microsoft.com/office/drawing/2014/main" id="{1F3D9771-7AEF-4F57-A35A-7DA862992D0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00" name="Rechthoek 99">
                    <a:extLst>
                      <a:ext uri="{FF2B5EF4-FFF2-40B4-BE49-F238E27FC236}">
                        <a16:creationId xmlns:a16="http://schemas.microsoft.com/office/drawing/2014/main" id="{5721CB1F-8B17-4BF3-B89E-7163F60F7DC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1" name="Rechthoek 100">
                    <a:extLst>
                      <a:ext uri="{FF2B5EF4-FFF2-40B4-BE49-F238E27FC236}">
                        <a16:creationId xmlns:a16="http://schemas.microsoft.com/office/drawing/2014/main" id="{0B1760C7-9D55-4AB0-A1EF-11A0E54590A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95" name="Rechthoek 94">
                <a:extLst>
                  <a:ext uri="{FF2B5EF4-FFF2-40B4-BE49-F238E27FC236}">
                    <a16:creationId xmlns:a16="http://schemas.microsoft.com/office/drawing/2014/main" id="{820D33E6-9459-4A8B-995E-A839C843B208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96" name="Gelijkbenige driehoek 95">
                <a:extLst>
                  <a:ext uri="{FF2B5EF4-FFF2-40B4-BE49-F238E27FC236}">
                    <a16:creationId xmlns:a16="http://schemas.microsoft.com/office/drawing/2014/main" id="{0C6DD069-A87A-4955-AD5F-174D34827E15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76" name="Groep 75">
              <a:extLst>
                <a:ext uri="{FF2B5EF4-FFF2-40B4-BE49-F238E27FC236}">
                  <a16:creationId xmlns:a16="http://schemas.microsoft.com/office/drawing/2014/main" id="{29DBD9FF-04B7-43E2-9D36-A12F5EC45B13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80" name="Rechthoek 79">
                <a:extLst>
                  <a:ext uri="{FF2B5EF4-FFF2-40B4-BE49-F238E27FC236}">
                    <a16:creationId xmlns:a16="http://schemas.microsoft.com/office/drawing/2014/main" id="{CDC88075-35B0-45A1-99AB-6876B638D5CB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Rechthoek 80">
                <a:extLst>
                  <a:ext uri="{FF2B5EF4-FFF2-40B4-BE49-F238E27FC236}">
                    <a16:creationId xmlns:a16="http://schemas.microsoft.com/office/drawing/2014/main" id="{C5697379-FC5D-473B-BE1B-EF41FA8D4EED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Tekstvak 81">
                <a:extLst>
                  <a:ext uri="{FF2B5EF4-FFF2-40B4-BE49-F238E27FC236}">
                    <a16:creationId xmlns:a16="http://schemas.microsoft.com/office/drawing/2014/main" id="{860450A2-E5DB-42EF-9052-426CC9A0BE03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83" name="Tekstvak 82">
                <a:extLst>
                  <a:ext uri="{FF2B5EF4-FFF2-40B4-BE49-F238E27FC236}">
                    <a16:creationId xmlns:a16="http://schemas.microsoft.com/office/drawing/2014/main" id="{D8D552F6-6157-49A2-9A21-7883B42E0559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84" name="Vrije vorm: vorm 83">
                <a:extLst>
                  <a:ext uri="{FF2B5EF4-FFF2-40B4-BE49-F238E27FC236}">
                    <a16:creationId xmlns:a16="http://schemas.microsoft.com/office/drawing/2014/main" id="{83744F87-6CB5-4D06-A1CC-0CAF96228190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5" name="Gelijkbenige driehoek 84">
                <a:extLst>
                  <a:ext uri="{FF2B5EF4-FFF2-40B4-BE49-F238E27FC236}">
                    <a16:creationId xmlns:a16="http://schemas.microsoft.com/office/drawing/2014/main" id="{D1C52BBA-6890-4A40-8CEF-0D8818295806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86" name="Groep 85">
                <a:extLst>
                  <a:ext uri="{FF2B5EF4-FFF2-40B4-BE49-F238E27FC236}">
                    <a16:creationId xmlns:a16="http://schemas.microsoft.com/office/drawing/2014/main" id="{12701D71-8274-4E61-BF38-9EFAE23057AD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91" name="Rechthoek 90">
                  <a:extLst>
                    <a:ext uri="{FF2B5EF4-FFF2-40B4-BE49-F238E27FC236}">
                      <a16:creationId xmlns:a16="http://schemas.microsoft.com/office/drawing/2014/main" id="{7B95889E-54FB-4387-8B84-1EB0CB243184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2" name="Rechthoek 91">
                  <a:extLst>
                    <a:ext uri="{FF2B5EF4-FFF2-40B4-BE49-F238E27FC236}">
                      <a16:creationId xmlns:a16="http://schemas.microsoft.com/office/drawing/2014/main" id="{590A36F0-92BB-4C82-AB24-5DE97C5D8D9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3" name="Rechthoek 92">
                  <a:extLst>
                    <a:ext uri="{FF2B5EF4-FFF2-40B4-BE49-F238E27FC236}">
                      <a16:creationId xmlns:a16="http://schemas.microsoft.com/office/drawing/2014/main" id="{DC2C67F3-4601-4D1B-96B0-412DEB1193A9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87" name="Groep 86">
                <a:extLst>
                  <a:ext uri="{FF2B5EF4-FFF2-40B4-BE49-F238E27FC236}">
                    <a16:creationId xmlns:a16="http://schemas.microsoft.com/office/drawing/2014/main" id="{233C60E3-2D78-4F6C-AEEE-F64CB3520122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88" name="Rechthoek 87">
                  <a:extLst>
                    <a:ext uri="{FF2B5EF4-FFF2-40B4-BE49-F238E27FC236}">
                      <a16:creationId xmlns:a16="http://schemas.microsoft.com/office/drawing/2014/main" id="{4B67399E-BDFD-4610-9F8D-D194AECA797D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9" name="Rechthoek 88">
                  <a:extLst>
                    <a:ext uri="{FF2B5EF4-FFF2-40B4-BE49-F238E27FC236}">
                      <a16:creationId xmlns:a16="http://schemas.microsoft.com/office/drawing/2014/main" id="{76490DCE-831A-4A70-8A19-AF0DB54F4B54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0" name="Rechthoek 89">
                  <a:extLst>
                    <a:ext uri="{FF2B5EF4-FFF2-40B4-BE49-F238E27FC236}">
                      <a16:creationId xmlns:a16="http://schemas.microsoft.com/office/drawing/2014/main" id="{752414D9-A1DD-4B2E-9C3A-933D4D395CA8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77" name="ICOON_info">
              <a:extLst>
                <a:ext uri="{FF2B5EF4-FFF2-40B4-BE49-F238E27FC236}">
                  <a16:creationId xmlns:a16="http://schemas.microsoft.com/office/drawing/2014/main" id="{AE9B9FE3-6EE1-425E-846B-84D5194169E7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78" name="Ovaal 77">
                <a:extLst>
                  <a:ext uri="{FF2B5EF4-FFF2-40B4-BE49-F238E27FC236}">
                    <a16:creationId xmlns:a16="http://schemas.microsoft.com/office/drawing/2014/main" id="{C38C5D27-8E8F-4C66-B3C3-D007CBB7EE82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9" name="Graphic 163" descr="Informatie">
                <a:extLst>
                  <a:ext uri="{FF2B5EF4-FFF2-40B4-BE49-F238E27FC236}">
                    <a16:creationId xmlns:a16="http://schemas.microsoft.com/office/drawing/2014/main" id="{CF52DE8C-2CE3-4ADE-A80A-44C1EC672099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2A8A64-60E4-45B7-B8C4-0D455C6E33E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517593" y="2708276"/>
            <a:ext cx="2025650" cy="1449724"/>
          </a:xfrm>
        </p:spPr>
        <p:txBody>
          <a:bodyPr lIns="0" tIns="0" rIns="0" bIns="108000" anchor="b" anchorCtr="0">
            <a:noAutofit/>
          </a:bodyPr>
          <a:lstStyle>
            <a:lvl1pPr marL="0" indent="0">
              <a:buNone/>
              <a:defRPr sz="7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810005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4000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60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75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75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/>
      <p:bldP spid="56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>
        <p:tmplLst>
          <p:tmpl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/ BLUE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D0EE9DC2-08C3-4445-B1F4-33CA05DC43C5}"/>
              </a:ext>
            </a:extLst>
          </p:cNvPr>
          <p:cNvSpPr/>
          <p:nvPr userDrawn="1"/>
        </p:nvSpPr>
        <p:spPr>
          <a:xfrm>
            <a:off x="-4208" y="0"/>
            <a:ext cx="1220694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119" name="Tijdelijke aanduiding voor tekst 118">
            <a:extLst>
              <a:ext uri="{FF2B5EF4-FFF2-40B4-BE49-F238E27FC236}">
                <a16:creationId xmlns:a16="http://schemas.microsoft.com/office/drawing/2014/main" id="{A8DEC57C-71F8-4441-8BBC-65EA034AC07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-4208" y="0"/>
            <a:ext cx="12196208" cy="3924237"/>
          </a:xfrm>
          <a:custGeom>
            <a:avLst/>
            <a:gdLst>
              <a:gd name="connsiteX0" fmla="*/ 0 w 12196208"/>
              <a:gd name="connsiteY0" fmla="*/ 0 h 3924237"/>
              <a:gd name="connsiteX1" fmla="*/ 12196208 w 12196208"/>
              <a:gd name="connsiteY1" fmla="*/ 0 h 3924237"/>
              <a:gd name="connsiteX2" fmla="*/ 12196208 w 12196208"/>
              <a:gd name="connsiteY2" fmla="*/ 3924237 h 3924237"/>
              <a:gd name="connsiteX3" fmla="*/ 0 w 12196208"/>
              <a:gd name="connsiteY3" fmla="*/ 3924237 h 3924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6208" h="3924237">
                <a:moveTo>
                  <a:pt x="0" y="0"/>
                </a:moveTo>
                <a:lnTo>
                  <a:pt x="12196208" y="0"/>
                </a:lnTo>
                <a:lnTo>
                  <a:pt x="12196208" y="3924237"/>
                </a:lnTo>
                <a:lnTo>
                  <a:pt x="0" y="392423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F25AC20D-EB71-4DF9-ACC2-2B4B0BC92B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8638" y="1460500"/>
            <a:ext cx="11663362" cy="5397500"/>
          </a:xfrm>
          <a:solidFill>
            <a:schemeClr val="bg1">
              <a:lumMod val="95000"/>
            </a:schemeClr>
          </a:solidFill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54" name="Rechthoek: afgeronde hoeken 53">
            <a:extLst>
              <a:ext uri="{FF2B5EF4-FFF2-40B4-BE49-F238E27FC236}">
                <a16:creationId xmlns:a16="http://schemas.microsoft.com/office/drawing/2014/main" id="{E5030FF3-580A-4031-9AA4-D2CB7FC8583C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PHOTO W/ BLUE FRAME</a:t>
            </a:r>
          </a:p>
        </p:txBody>
      </p:sp>
      <p:sp>
        <p:nvSpPr>
          <p:cNvPr id="55" name="Tijdelijke aanduiding voor tekst 12">
            <a:extLst>
              <a:ext uri="{FF2B5EF4-FFF2-40B4-BE49-F238E27FC236}">
                <a16:creationId xmlns:a16="http://schemas.microsoft.com/office/drawing/2014/main" id="{F1C6E547-4070-4E16-9A3C-F952D26819E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8FAF34DD-7846-4D92-9AC3-67E9FB7512B5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>
          <a:xfrm>
            <a:off x="11381751" y="6424534"/>
            <a:ext cx="270000" cy="1548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0" name="Tijdelijke aanduiding voor tekst 17">
            <a:extLst>
              <a:ext uri="{FF2B5EF4-FFF2-40B4-BE49-F238E27FC236}">
                <a16:creationId xmlns:a16="http://schemas.microsoft.com/office/drawing/2014/main" id="{23A88DEB-69FD-4BF2-8F15-232507A62DD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8637" y="6424534"/>
            <a:ext cx="3243263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61" name="Tijdelijke aanduiding voor tekst 17">
            <a:extLst>
              <a:ext uri="{FF2B5EF4-FFF2-40B4-BE49-F238E27FC236}">
                <a16:creationId xmlns:a16="http://schemas.microsoft.com/office/drawing/2014/main" id="{E148BA23-3D82-4832-8539-556CF898AE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94716" y="6424534"/>
            <a:ext cx="3604684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62" name="Tijdelijke aanduiding voor tekst 153">
            <a:extLst>
              <a:ext uri="{FF2B5EF4-FFF2-40B4-BE49-F238E27FC236}">
                <a16:creationId xmlns:a16="http://schemas.microsoft.com/office/drawing/2014/main" id="{F6625A9F-D9B9-47D2-817B-D06B416A414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972595" y="373978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797F6734-9CB3-4E15-A2AF-0A38CB343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977" y="373978"/>
            <a:ext cx="8695889" cy="234000"/>
          </a:xfrm>
        </p:spPr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r>
              <a:rPr lang="en-GB" noProof="0" dirty="0"/>
              <a:t>Place title here</a:t>
            </a:r>
            <a:endParaRPr lang="en-GB" dirty="0"/>
          </a:p>
        </p:txBody>
      </p:sp>
      <p:sp>
        <p:nvSpPr>
          <p:cNvPr id="63" name="Tekstvak 62">
            <a:extLst>
              <a:ext uri="{FF2B5EF4-FFF2-40B4-BE49-F238E27FC236}">
                <a16:creationId xmlns:a16="http://schemas.microsoft.com/office/drawing/2014/main" id="{B7643AC8-452D-4B11-9744-AAE93116C426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56" name="INSTRUCTION">
            <a:extLst>
              <a:ext uri="{FF2B5EF4-FFF2-40B4-BE49-F238E27FC236}">
                <a16:creationId xmlns:a16="http://schemas.microsoft.com/office/drawing/2014/main" id="{02245FAB-C48A-4FCD-B471-4A1CADD8884D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57" name="Rechthoek 56">
              <a:extLst>
                <a:ext uri="{FF2B5EF4-FFF2-40B4-BE49-F238E27FC236}">
                  <a16:creationId xmlns:a16="http://schemas.microsoft.com/office/drawing/2014/main" id="{CC38C516-A888-4FAC-B597-0AC050A03130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58" name="Rechthoek 57">
              <a:extLst>
                <a:ext uri="{FF2B5EF4-FFF2-40B4-BE49-F238E27FC236}">
                  <a16:creationId xmlns:a16="http://schemas.microsoft.com/office/drawing/2014/main" id="{44ABABCC-93AC-4248-B680-4944A71C34D7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64" name="Ovaal 63">
              <a:extLst>
                <a:ext uri="{FF2B5EF4-FFF2-40B4-BE49-F238E27FC236}">
                  <a16:creationId xmlns:a16="http://schemas.microsoft.com/office/drawing/2014/main" id="{5A7B7015-1C14-4413-B42A-1ACE44C28188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5" name="Rechthoek 64">
              <a:extLst>
                <a:ext uri="{FF2B5EF4-FFF2-40B4-BE49-F238E27FC236}">
                  <a16:creationId xmlns:a16="http://schemas.microsoft.com/office/drawing/2014/main" id="{DF387E73-B8C5-4126-8C90-4BF146FE3D83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66" name="Groep 65">
              <a:extLst>
                <a:ext uri="{FF2B5EF4-FFF2-40B4-BE49-F238E27FC236}">
                  <a16:creationId xmlns:a16="http://schemas.microsoft.com/office/drawing/2014/main" id="{C7A511A3-87D3-4774-A301-CC33FBC4ABFB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12" name="Rechthoek 111">
                <a:extLst>
                  <a:ext uri="{FF2B5EF4-FFF2-40B4-BE49-F238E27FC236}">
                    <a16:creationId xmlns:a16="http://schemas.microsoft.com/office/drawing/2014/main" id="{E5B9DAFB-0FC7-43B8-8126-69A11AB48EE0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Ovaal 112">
                <a:extLst>
                  <a:ext uri="{FF2B5EF4-FFF2-40B4-BE49-F238E27FC236}">
                    <a16:creationId xmlns:a16="http://schemas.microsoft.com/office/drawing/2014/main" id="{2A11C29F-C7A2-4FBB-AD82-BBD1DBEE2C11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4" name="Vrije vorm: vorm 113">
                <a:extLst>
                  <a:ext uri="{FF2B5EF4-FFF2-40B4-BE49-F238E27FC236}">
                    <a16:creationId xmlns:a16="http://schemas.microsoft.com/office/drawing/2014/main" id="{794DC529-8707-485E-A14D-082CB8E6F143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Rechthoek: afgeronde hoeken 114">
                <a:extLst>
                  <a:ext uri="{FF2B5EF4-FFF2-40B4-BE49-F238E27FC236}">
                    <a16:creationId xmlns:a16="http://schemas.microsoft.com/office/drawing/2014/main" id="{FD14BCA1-ACF7-453E-965F-91DAEC1D6BFF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16" name="Rechte verbindingslijn 115">
                <a:extLst>
                  <a:ext uri="{FF2B5EF4-FFF2-40B4-BE49-F238E27FC236}">
                    <a16:creationId xmlns:a16="http://schemas.microsoft.com/office/drawing/2014/main" id="{5E3F24A6-3369-4EF0-8D63-68BBFE70D24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Rechte verbindingslijn 116">
                <a:extLst>
                  <a:ext uri="{FF2B5EF4-FFF2-40B4-BE49-F238E27FC236}">
                    <a16:creationId xmlns:a16="http://schemas.microsoft.com/office/drawing/2014/main" id="{B8AA40E7-1881-49D5-80B0-542A7B74F4EB}"/>
                  </a:ext>
                </a:extLst>
              </p:cNvPr>
              <p:cNvCxnSpPr>
                <a:cxnSpLocks/>
                <a:stCxn id="115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7" name="Ovaal 66">
              <a:extLst>
                <a:ext uri="{FF2B5EF4-FFF2-40B4-BE49-F238E27FC236}">
                  <a16:creationId xmlns:a16="http://schemas.microsoft.com/office/drawing/2014/main" id="{EE16D80E-20C7-4721-9E39-FE77EB5CD59B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68" name="Rechthoek 67">
              <a:extLst>
                <a:ext uri="{FF2B5EF4-FFF2-40B4-BE49-F238E27FC236}">
                  <a16:creationId xmlns:a16="http://schemas.microsoft.com/office/drawing/2014/main" id="{07C06368-56DF-4114-9976-04FF782243E0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A1B15611-C109-404D-8619-FB06D881043D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09" name="Rechthoek 108">
                <a:extLst>
                  <a:ext uri="{FF2B5EF4-FFF2-40B4-BE49-F238E27FC236}">
                    <a16:creationId xmlns:a16="http://schemas.microsoft.com/office/drawing/2014/main" id="{D536D9A5-CB24-4F9A-B906-EB6BB960BCAF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10" name="Rechte verbindingslijn 109">
                <a:extLst>
                  <a:ext uri="{FF2B5EF4-FFF2-40B4-BE49-F238E27FC236}">
                    <a16:creationId xmlns:a16="http://schemas.microsoft.com/office/drawing/2014/main" id="{F149F1B2-2F02-4CF8-AC12-F90AFBAC9300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11" name="Gelijkbenige driehoek 110">
                <a:extLst>
                  <a:ext uri="{FF2B5EF4-FFF2-40B4-BE49-F238E27FC236}">
                    <a16:creationId xmlns:a16="http://schemas.microsoft.com/office/drawing/2014/main" id="{8B4057C9-FE35-4A1A-93DA-5E1FEB810849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BFD6428B-4067-4B01-80D5-40794C1577D4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B8FD29D-1AC2-4156-B394-A592B4BDAEA6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72" name="Ovaal 71">
              <a:extLst>
                <a:ext uri="{FF2B5EF4-FFF2-40B4-BE49-F238E27FC236}">
                  <a16:creationId xmlns:a16="http://schemas.microsoft.com/office/drawing/2014/main" id="{C9800FD0-5922-495F-8699-83AD3984CB37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5C1E294C-4307-44EE-B9EA-B3454BD75226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74" name="Groep 73">
              <a:extLst>
                <a:ext uri="{FF2B5EF4-FFF2-40B4-BE49-F238E27FC236}">
                  <a16:creationId xmlns:a16="http://schemas.microsoft.com/office/drawing/2014/main" id="{02DE33C0-7B64-4EB4-AC1D-E65C925AB9CB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93" name="Groep 92">
                <a:extLst>
                  <a:ext uri="{FF2B5EF4-FFF2-40B4-BE49-F238E27FC236}">
                    <a16:creationId xmlns:a16="http://schemas.microsoft.com/office/drawing/2014/main" id="{426DD5CC-8517-407C-B537-3644857A2AB1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96" name="Groep 95">
                  <a:extLst>
                    <a:ext uri="{FF2B5EF4-FFF2-40B4-BE49-F238E27FC236}">
                      <a16:creationId xmlns:a16="http://schemas.microsoft.com/office/drawing/2014/main" id="{2EAE1A10-A3AB-4C57-BF82-3C0C19E39004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103" name="Groep 102">
                    <a:extLst>
                      <a:ext uri="{FF2B5EF4-FFF2-40B4-BE49-F238E27FC236}">
                        <a16:creationId xmlns:a16="http://schemas.microsoft.com/office/drawing/2014/main" id="{F5500508-7594-40F3-AB9A-600030034A9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106" name="Rechthoek 105">
                      <a:extLst>
                        <a:ext uri="{FF2B5EF4-FFF2-40B4-BE49-F238E27FC236}">
                          <a16:creationId xmlns:a16="http://schemas.microsoft.com/office/drawing/2014/main" id="{7CD6A02F-DCBA-49FB-8B70-74F6E018E94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7" name="Rechthoek 106">
                      <a:extLst>
                        <a:ext uri="{FF2B5EF4-FFF2-40B4-BE49-F238E27FC236}">
                          <a16:creationId xmlns:a16="http://schemas.microsoft.com/office/drawing/2014/main" id="{98BF25C0-F973-456F-91A6-E4A279BB3EB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8" name="Ovaal 107">
                      <a:extLst>
                        <a:ext uri="{FF2B5EF4-FFF2-40B4-BE49-F238E27FC236}">
                          <a16:creationId xmlns:a16="http://schemas.microsoft.com/office/drawing/2014/main" id="{3E53567D-AE1B-4B38-BD26-732B39CF435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04" name="Afbeelding 103">
                    <a:extLst>
                      <a:ext uri="{FF2B5EF4-FFF2-40B4-BE49-F238E27FC236}">
                        <a16:creationId xmlns:a16="http://schemas.microsoft.com/office/drawing/2014/main" id="{59BE66A9-3053-4B58-A995-208F6DD1306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05" name="Afbeelding 104">
                    <a:extLst>
                      <a:ext uri="{FF2B5EF4-FFF2-40B4-BE49-F238E27FC236}">
                        <a16:creationId xmlns:a16="http://schemas.microsoft.com/office/drawing/2014/main" id="{1517D7E0-6647-4E5F-B947-2BEFEC812C0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97" name="Groep 96">
                  <a:extLst>
                    <a:ext uri="{FF2B5EF4-FFF2-40B4-BE49-F238E27FC236}">
                      <a16:creationId xmlns:a16="http://schemas.microsoft.com/office/drawing/2014/main" id="{D6235B93-B0E5-4BB1-AFB9-957B6B3A1F46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01" name="Rechthoek 100">
                    <a:extLst>
                      <a:ext uri="{FF2B5EF4-FFF2-40B4-BE49-F238E27FC236}">
                        <a16:creationId xmlns:a16="http://schemas.microsoft.com/office/drawing/2014/main" id="{BC61ED49-BF35-44CB-A3FD-62C04AE9719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2" name="Rechthoek 101">
                    <a:extLst>
                      <a:ext uri="{FF2B5EF4-FFF2-40B4-BE49-F238E27FC236}">
                        <a16:creationId xmlns:a16="http://schemas.microsoft.com/office/drawing/2014/main" id="{03483F2A-6985-4D2B-BC41-6FAA274DB31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98" name="Groep 97">
                  <a:extLst>
                    <a:ext uri="{FF2B5EF4-FFF2-40B4-BE49-F238E27FC236}">
                      <a16:creationId xmlns:a16="http://schemas.microsoft.com/office/drawing/2014/main" id="{DE6C63AB-C547-4517-B1F0-D4333976745E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99" name="Rechthoek 98">
                    <a:extLst>
                      <a:ext uri="{FF2B5EF4-FFF2-40B4-BE49-F238E27FC236}">
                        <a16:creationId xmlns:a16="http://schemas.microsoft.com/office/drawing/2014/main" id="{FC505F97-1680-43AF-BA03-589DCFDAF34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0" name="Rechthoek 99">
                    <a:extLst>
                      <a:ext uri="{FF2B5EF4-FFF2-40B4-BE49-F238E27FC236}">
                        <a16:creationId xmlns:a16="http://schemas.microsoft.com/office/drawing/2014/main" id="{44433429-E58E-451F-8A00-4EDF39BFA79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94" name="Rechthoek 93">
                <a:extLst>
                  <a:ext uri="{FF2B5EF4-FFF2-40B4-BE49-F238E27FC236}">
                    <a16:creationId xmlns:a16="http://schemas.microsoft.com/office/drawing/2014/main" id="{FBF325FB-D64C-4779-B8C1-CA8D687B6A8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00B05726-D3FF-4D61-86BA-8F58ACB1F22D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75" name="Groep 74">
              <a:extLst>
                <a:ext uri="{FF2B5EF4-FFF2-40B4-BE49-F238E27FC236}">
                  <a16:creationId xmlns:a16="http://schemas.microsoft.com/office/drawing/2014/main" id="{FB06B59B-0C8E-4230-9772-3569B63089C6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79" name="Rechthoek 78">
                <a:extLst>
                  <a:ext uri="{FF2B5EF4-FFF2-40B4-BE49-F238E27FC236}">
                    <a16:creationId xmlns:a16="http://schemas.microsoft.com/office/drawing/2014/main" id="{14AFBD5C-A25E-47B5-997E-7197760B0544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0" name="Rechthoek 79">
                <a:extLst>
                  <a:ext uri="{FF2B5EF4-FFF2-40B4-BE49-F238E27FC236}">
                    <a16:creationId xmlns:a16="http://schemas.microsoft.com/office/drawing/2014/main" id="{D000107B-2E7E-45DD-9CE7-C4CE560D0264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Tekstvak 80">
                <a:extLst>
                  <a:ext uri="{FF2B5EF4-FFF2-40B4-BE49-F238E27FC236}">
                    <a16:creationId xmlns:a16="http://schemas.microsoft.com/office/drawing/2014/main" id="{2D7EC105-6DD6-448B-BCE5-E5B1DD741CCD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82" name="Tekstvak 81">
                <a:extLst>
                  <a:ext uri="{FF2B5EF4-FFF2-40B4-BE49-F238E27FC236}">
                    <a16:creationId xmlns:a16="http://schemas.microsoft.com/office/drawing/2014/main" id="{700173A9-AB72-41E3-B87A-FF59AF3F4C47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83" name="Vrije vorm: vorm 82">
                <a:extLst>
                  <a:ext uri="{FF2B5EF4-FFF2-40B4-BE49-F238E27FC236}">
                    <a16:creationId xmlns:a16="http://schemas.microsoft.com/office/drawing/2014/main" id="{6EDBD76C-3633-4DC0-9A4D-063E3296F42F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4" name="Gelijkbenige driehoek 83">
                <a:extLst>
                  <a:ext uri="{FF2B5EF4-FFF2-40B4-BE49-F238E27FC236}">
                    <a16:creationId xmlns:a16="http://schemas.microsoft.com/office/drawing/2014/main" id="{C27BCDFD-57FB-4995-AC6E-19699C04AC19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85" name="Groep 84">
                <a:extLst>
                  <a:ext uri="{FF2B5EF4-FFF2-40B4-BE49-F238E27FC236}">
                    <a16:creationId xmlns:a16="http://schemas.microsoft.com/office/drawing/2014/main" id="{0FBE24CB-0E45-4473-BEA2-3572BE26F520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90" name="Rechthoek 89">
                  <a:extLst>
                    <a:ext uri="{FF2B5EF4-FFF2-40B4-BE49-F238E27FC236}">
                      <a16:creationId xmlns:a16="http://schemas.microsoft.com/office/drawing/2014/main" id="{28F8FBC2-3FFA-427F-9635-363398F1D67E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1" name="Rechthoek 90">
                  <a:extLst>
                    <a:ext uri="{FF2B5EF4-FFF2-40B4-BE49-F238E27FC236}">
                      <a16:creationId xmlns:a16="http://schemas.microsoft.com/office/drawing/2014/main" id="{EAC8F4C8-E601-42B7-8C37-41DB05A0C34F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2" name="Rechthoek 91">
                  <a:extLst>
                    <a:ext uri="{FF2B5EF4-FFF2-40B4-BE49-F238E27FC236}">
                      <a16:creationId xmlns:a16="http://schemas.microsoft.com/office/drawing/2014/main" id="{B26E63A9-EE43-4B35-943D-E8125F522F59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86" name="Groep 85">
                <a:extLst>
                  <a:ext uri="{FF2B5EF4-FFF2-40B4-BE49-F238E27FC236}">
                    <a16:creationId xmlns:a16="http://schemas.microsoft.com/office/drawing/2014/main" id="{6ACD1713-ABDD-433A-8B23-73487F68F987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87" name="Rechthoek 86">
                  <a:extLst>
                    <a:ext uri="{FF2B5EF4-FFF2-40B4-BE49-F238E27FC236}">
                      <a16:creationId xmlns:a16="http://schemas.microsoft.com/office/drawing/2014/main" id="{8901945B-CEFA-42C8-81E8-6D64F3AB84A2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8" name="Rechthoek 87">
                  <a:extLst>
                    <a:ext uri="{FF2B5EF4-FFF2-40B4-BE49-F238E27FC236}">
                      <a16:creationId xmlns:a16="http://schemas.microsoft.com/office/drawing/2014/main" id="{0E33799F-4AA6-4A80-BFFB-DFEEF4DAAD48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9" name="Rechthoek 88">
                  <a:extLst>
                    <a:ext uri="{FF2B5EF4-FFF2-40B4-BE49-F238E27FC236}">
                      <a16:creationId xmlns:a16="http://schemas.microsoft.com/office/drawing/2014/main" id="{D8FCA768-A9C9-4942-BB72-77BA2F96D01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76" name="ICOON_info">
              <a:extLst>
                <a:ext uri="{FF2B5EF4-FFF2-40B4-BE49-F238E27FC236}">
                  <a16:creationId xmlns:a16="http://schemas.microsoft.com/office/drawing/2014/main" id="{C9A8CE40-6961-47C7-B144-E1ACC884B29D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77" name="Ovaal 76">
                <a:extLst>
                  <a:ext uri="{FF2B5EF4-FFF2-40B4-BE49-F238E27FC236}">
                    <a16:creationId xmlns:a16="http://schemas.microsoft.com/office/drawing/2014/main" id="{90C19837-7D36-4710-BBCC-4D77B52BF9A1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8" name="Graphic 163" descr="Informatie">
                <a:extLst>
                  <a:ext uri="{FF2B5EF4-FFF2-40B4-BE49-F238E27FC236}">
                    <a16:creationId xmlns:a16="http://schemas.microsoft.com/office/drawing/2014/main" id="{00C6FD3A-D031-46AB-B128-235BD6B7E73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20" name="Tijdelijke aanduiding voor tekst 119">
            <a:extLst>
              <a:ext uri="{FF2B5EF4-FFF2-40B4-BE49-F238E27FC236}">
                <a16:creationId xmlns:a16="http://schemas.microsoft.com/office/drawing/2014/main" id="{D80024C8-5D9F-431D-A1E8-12B7CE5F558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28637" y="373977"/>
            <a:ext cx="72000" cy="756000"/>
          </a:xfrm>
          <a:custGeom>
            <a:avLst/>
            <a:gdLst>
              <a:gd name="connsiteX0" fmla="*/ 0 w 72000"/>
              <a:gd name="connsiteY0" fmla="*/ 0 h 699293"/>
              <a:gd name="connsiteX1" fmla="*/ 72000 w 72000"/>
              <a:gd name="connsiteY1" fmla="*/ 0 h 699293"/>
              <a:gd name="connsiteX2" fmla="*/ 72000 w 72000"/>
              <a:gd name="connsiteY2" fmla="*/ 699293 h 699293"/>
              <a:gd name="connsiteX3" fmla="*/ 0 w 72000"/>
              <a:gd name="connsiteY3" fmla="*/ 699293 h 69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000" h="699293">
                <a:moveTo>
                  <a:pt x="0" y="0"/>
                </a:moveTo>
                <a:lnTo>
                  <a:pt x="72000" y="0"/>
                </a:lnTo>
                <a:lnTo>
                  <a:pt x="72000" y="699293"/>
                </a:lnTo>
                <a:lnTo>
                  <a:pt x="0" y="69929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118" name="Tijdelijke aanduiding voor tekst 17">
            <a:extLst>
              <a:ext uri="{FF2B5EF4-FFF2-40B4-BE49-F238E27FC236}">
                <a16:creationId xmlns:a16="http://schemas.microsoft.com/office/drawing/2014/main" id="{7E0C150A-29D8-4BA0-921E-B3C5EB1E3A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9125" y="6424534"/>
            <a:ext cx="3067050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2801012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(EMPTY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45726D19-2278-45BD-A01C-4C003385BC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sp>
        <p:nvSpPr>
          <p:cNvPr id="63" name="Rechthoek: afgeronde hoeken 62">
            <a:extLst>
              <a:ext uri="{FF2B5EF4-FFF2-40B4-BE49-F238E27FC236}">
                <a16:creationId xmlns:a16="http://schemas.microsoft.com/office/drawing/2014/main" id="{5CE9C0AA-9955-4296-996C-86911080046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CUSTOM (EMPTY SLIDE)</a:t>
            </a:r>
          </a:p>
        </p:txBody>
      </p:sp>
      <p:sp>
        <p:nvSpPr>
          <p:cNvPr id="62" name="Tekstvak 61">
            <a:extLst>
              <a:ext uri="{FF2B5EF4-FFF2-40B4-BE49-F238E27FC236}">
                <a16:creationId xmlns:a16="http://schemas.microsoft.com/office/drawing/2014/main" id="{DEA5068A-7EF2-4429-A43F-4D503F3798C9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sp>
        <p:nvSpPr>
          <p:cNvPr id="66" name="Tijdelijke aanduiding voor tekst 12">
            <a:extLst>
              <a:ext uri="{FF2B5EF4-FFF2-40B4-BE49-F238E27FC236}">
                <a16:creationId xmlns:a16="http://schemas.microsoft.com/office/drawing/2014/main" id="{33F48788-5475-4998-B18D-7E7C75E89E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8620328-2D57-4A93-9426-C9D8304952B8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>
          <a:xfrm>
            <a:off x="11381751" y="6424534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8" name="Tijdelijke aanduiding voor tekst 17">
            <a:extLst>
              <a:ext uri="{FF2B5EF4-FFF2-40B4-BE49-F238E27FC236}">
                <a16:creationId xmlns:a16="http://schemas.microsoft.com/office/drawing/2014/main" id="{14812433-B5AF-4D42-BA30-454DEC96CA7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6660" y="6424534"/>
            <a:ext cx="3240003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69" name="Tijdelijke aanduiding voor tekst 17">
            <a:extLst>
              <a:ext uri="{FF2B5EF4-FFF2-40B4-BE49-F238E27FC236}">
                <a16:creationId xmlns:a16="http://schemas.microsoft.com/office/drawing/2014/main" id="{8822F451-2AC5-4DDA-9CA3-03B7FC4577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97363" y="6424534"/>
            <a:ext cx="3598862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grpSp>
        <p:nvGrpSpPr>
          <p:cNvPr id="11" name="INSTRUCTION">
            <a:extLst>
              <a:ext uri="{FF2B5EF4-FFF2-40B4-BE49-F238E27FC236}">
                <a16:creationId xmlns:a16="http://schemas.microsoft.com/office/drawing/2014/main" id="{B2228820-A75F-4F2C-BCE9-AB6F514791E5}"/>
              </a:ext>
            </a:extLst>
          </p:cNvPr>
          <p:cNvGrpSpPr/>
          <p:nvPr userDrawn="1"/>
        </p:nvGrpSpPr>
        <p:grpSpPr>
          <a:xfrm>
            <a:off x="12377595" y="0"/>
            <a:ext cx="3693386" cy="6549272"/>
            <a:chOff x="-3786437" y="0"/>
            <a:chExt cx="3693386" cy="6549272"/>
          </a:xfrm>
        </p:grpSpPr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86BFC159-31CE-4B30-94A4-C0C87B200F8E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82664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Create/edit a Hyperlink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D359B1D6-2947-45D5-8324-0E97880A2C10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0B33C974-F85E-4448-A283-72864F4A096C}"/>
                </a:ext>
              </a:extLst>
            </p:cNvPr>
            <p:cNvSpPr/>
            <p:nvPr userDrawn="1"/>
          </p:nvSpPr>
          <p:spPr>
            <a:xfrm>
              <a:off x="-3319415" y="465324"/>
              <a:ext cx="3031548" cy="4681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‘Shapes’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Choose the shape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‘Rectangle’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drag the mouse over the slide to create a shape.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B76F279A-F391-485A-9E97-36FA0C6404CF}"/>
                </a:ext>
              </a:extLst>
            </p:cNvPr>
            <p:cNvSpPr/>
            <p:nvPr userDrawn="1"/>
          </p:nvSpPr>
          <p:spPr>
            <a:xfrm>
              <a:off x="-3603587" y="17392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F6E4F391-6B37-4DCF-A9B8-A2B312F0FFDE}"/>
                </a:ext>
              </a:extLst>
            </p:cNvPr>
            <p:cNvSpPr/>
            <p:nvPr userDrawn="1"/>
          </p:nvSpPr>
          <p:spPr>
            <a:xfrm>
              <a:off x="-3319415" y="1739234"/>
              <a:ext cx="2944682" cy="65274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Drag the shape over the menu button and scale the shape as large as the button. Click with the right mouse button on the shape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‘Edit shape’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E1EF5868-4138-4B8B-8DA8-FE1CE2A12633}"/>
                </a:ext>
              </a:extLst>
            </p:cNvPr>
            <p:cNvSpPr/>
            <p:nvPr userDrawn="1"/>
          </p:nvSpPr>
          <p:spPr>
            <a:xfrm>
              <a:off x="-3603859" y="322751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016D7D5-B4D9-486D-9302-5C321E671A5A}"/>
                </a:ext>
              </a:extLst>
            </p:cNvPr>
            <p:cNvSpPr/>
            <p:nvPr userDrawn="1"/>
          </p:nvSpPr>
          <p:spPr>
            <a:xfrm>
              <a:off x="-3319687" y="3227520"/>
              <a:ext cx="3046732" cy="48033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on the paint bucket icon, click 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‘Shape Fill’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drag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‘Transparency’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slider to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100%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Now the shape is completely transparent.</a:t>
              </a:r>
            </a:p>
          </p:txBody>
        </p: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50CD48B3-B1D6-4CA4-8315-A608812519BC}"/>
                </a:ext>
              </a:extLst>
            </p:cNvPr>
            <p:cNvGrpSpPr/>
            <p:nvPr userDrawn="1"/>
          </p:nvGrpSpPr>
          <p:grpSpPr>
            <a:xfrm>
              <a:off x="-3319415" y="1050229"/>
              <a:ext cx="394772" cy="511953"/>
              <a:chOff x="12926733" y="1159941"/>
              <a:chExt cx="394772" cy="511953"/>
            </a:xfrm>
          </p:grpSpPr>
          <p:grpSp>
            <p:nvGrpSpPr>
              <p:cNvPr id="56" name="Groep 55">
                <a:extLst>
                  <a:ext uri="{FF2B5EF4-FFF2-40B4-BE49-F238E27FC236}">
                    <a16:creationId xmlns:a16="http://schemas.microsoft.com/office/drawing/2014/main" id="{3BDDB422-2F4F-4A1F-9145-A1E5284FC768}"/>
                  </a:ext>
                </a:extLst>
              </p:cNvPr>
              <p:cNvGrpSpPr/>
              <p:nvPr userDrawn="1"/>
            </p:nvGrpSpPr>
            <p:grpSpPr>
              <a:xfrm>
                <a:off x="12986056" y="1159941"/>
                <a:ext cx="276126" cy="284085"/>
                <a:chOff x="806580" y="907261"/>
                <a:chExt cx="421725" cy="433881"/>
              </a:xfrm>
            </p:grpSpPr>
            <p:sp>
              <p:nvSpPr>
                <p:cNvPr id="59" name="Ovaal 58">
                  <a:extLst>
                    <a:ext uri="{FF2B5EF4-FFF2-40B4-BE49-F238E27FC236}">
                      <a16:creationId xmlns:a16="http://schemas.microsoft.com/office/drawing/2014/main" id="{5EE61237-22FB-4FC4-BEC9-159DBB93D6A2}"/>
                    </a:ext>
                  </a:extLst>
                </p:cNvPr>
                <p:cNvSpPr/>
                <p:nvPr userDrawn="1"/>
              </p:nvSpPr>
              <p:spPr>
                <a:xfrm>
                  <a:off x="961059" y="907261"/>
                  <a:ext cx="267246" cy="26724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7693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/>
                  <a:endPara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0" name="Rechthoek 59">
                  <a:extLst>
                    <a:ext uri="{FF2B5EF4-FFF2-40B4-BE49-F238E27FC236}">
                      <a16:creationId xmlns:a16="http://schemas.microsoft.com/office/drawing/2014/main" id="{D1B18868-D87E-44D2-A09B-DBB2B7339E66}"/>
                    </a:ext>
                  </a:extLst>
                </p:cNvPr>
                <p:cNvSpPr/>
                <p:nvPr userDrawn="1"/>
              </p:nvSpPr>
              <p:spPr>
                <a:xfrm>
                  <a:off x="806580" y="968645"/>
                  <a:ext cx="247157" cy="24184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7693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1" name="Ruit 60">
                  <a:extLst>
                    <a:ext uri="{FF2B5EF4-FFF2-40B4-BE49-F238E27FC236}">
                      <a16:creationId xmlns:a16="http://schemas.microsoft.com/office/drawing/2014/main" id="{EADC631E-4981-41BC-B013-4B81FFD3A5DC}"/>
                    </a:ext>
                  </a:extLst>
                </p:cNvPr>
                <p:cNvSpPr/>
                <p:nvPr userDrawn="1"/>
              </p:nvSpPr>
              <p:spPr>
                <a:xfrm>
                  <a:off x="888274" y="1060969"/>
                  <a:ext cx="280173" cy="280173"/>
                </a:xfrm>
                <a:prstGeom prst="diamond">
                  <a:avLst/>
                </a:prstGeom>
                <a:solidFill>
                  <a:schemeClr val="bg1"/>
                </a:solidFill>
                <a:ln w="12700">
                  <a:solidFill>
                    <a:srgbClr val="7693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/>
                  <a:endPara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57" name="Rechthoek 56">
                <a:extLst>
                  <a:ext uri="{FF2B5EF4-FFF2-40B4-BE49-F238E27FC236}">
                    <a16:creationId xmlns:a16="http://schemas.microsoft.com/office/drawing/2014/main" id="{66E7A32E-2A35-4928-BF54-AD4DA93A199B}"/>
                  </a:ext>
                </a:extLst>
              </p:cNvPr>
              <p:cNvSpPr/>
              <p:nvPr userDrawn="1"/>
            </p:nvSpPr>
            <p:spPr>
              <a:xfrm>
                <a:off x="12926733" y="1454984"/>
                <a:ext cx="394772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Shapes</a:t>
                </a:r>
              </a:p>
            </p:txBody>
          </p:sp>
          <p:sp>
            <p:nvSpPr>
              <p:cNvPr id="58" name="Gelijkbenige driehoek 57">
                <a:extLst>
                  <a:ext uri="{FF2B5EF4-FFF2-40B4-BE49-F238E27FC236}">
                    <a16:creationId xmlns:a16="http://schemas.microsoft.com/office/drawing/2014/main" id="{DBBA7895-B70B-46A6-AB93-AD5C9B995B3D}"/>
                  </a:ext>
                </a:extLst>
              </p:cNvPr>
              <p:cNvSpPr/>
              <p:nvPr userDrawn="1"/>
            </p:nvSpPr>
            <p:spPr>
              <a:xfrm rot="10800000">
                <a:off x="13080686" y="1620747"/>
                <a:ext cx="86866" cy="51147"/>
              </a:xfrm>
              <a:prstGeom prst="triangle">
                <a:avLst/>
              </a:prstGeom>
              <a:solidFill>
                <a:srgbClr val="9D9FA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8F3BEBFB-B828-423A-98B5-260B6FC77687}"/>
                </a:ext>
              </a:extLst>
            </p:cNvPr>
            <p:cNvGrpSpPr/>
            <p:nvPr userDrawn="1"/>
          </p:nvGrpSpPr>
          <p:grpSpPr>
            <a:xfrm>
              <a:off x="-3314820" y="2485426"/>
              <a:ext cx="1503599" cy="563933"/>
              <a:chOff x="-3314820" y="1384649"/>
              <a:chExt cx="1503599" cy="563933"/>
            </a:xfrm>
          </p:grpSpPr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615A24A1-81A7-4B5F-8E34-A8BF5A876842}"/>
                  </a:ext>
                </a:extLst>
              </p:cNvPr>
              <p:cNvSpPr/>
              <p:nvPr userDrawn="1"/>
            </p:nvSpPr>
            <p:spPr>
              <a:xfrm>
                <a:off x="-3314820" y="1384649"/>
                <a:ext cx="1454798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9BD77B82-26AF-4DF8-B7AC-8933EFC5F849}"/>
                  </a:ext>
                </a:extLst>
              </p:cNvPr>
              <p:cNvSpPr/>
              <p:nvPr userDrawn="1"/>
            </p:nvSpPr>
            <p:spPr>
              <a:xfrm>
                <a:off x="-3304718" y="1638374"/>
                <a:ext cx="1438234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9" name="Tekstvak 38">
                <a:extLst>
                  <a:ext uri="{FF2B5EF4-FFF2-40B4-BE49-F238E27FC236}">
                    <a16:creationId xmlns:a16="http://schemas.microsoft.com/office/drawing/2014/main" id="{A323CC89-5DC9-42AB-AD08-59A62453700A}"/>
                  </a:ext>
                </a:extLst>
              </p:cNvPr>
              <p:cNvSpPr txBox="1"/>
              <p:nvPr userDrawn="1"/>
            </p:nvSpPr>
            <p:spPr>
              <a:xfrm>
                <a:off x="-3090391" y="1441807"/>
                <a:ext cx="1150080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Size and position…</a:t>
                </a:r>
              </a:p>
            </p:txBody>
          </p:sp>
          <p:sp>
            <p:nvSpPr>
              <p:cNvPr id="40" name="Tekstvak 39">
                <a:extLst>
                  <a:ext uri="{FF2B5EF4-FFF2-40B4-BE49-F238E27FC236}">
                    <a16:creationId xmlns:a16="http://schemas.microsoft.com/office/drawing/2014/main" id="{F16D769F-6203-412D-8091-1EB37C6B3F04}"/>
                  </a:ext>
                </a:extLst>
              </p:cNvPr>
              <p:cNvSpPr txBox="1"/>
              <p:nvPr userDrawn="1"/>
            </p:nvSpPr>
            <p:spPr>
              <a:xfrm>
                <a:off x="-3090391" y="1703359"/>
                <a:ext cx="1150079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Edit shape…</a:t>
                </a:r>
              </a:p>
            </p:txBody>
          </p:sp>
          <p:sp>
            <p:nvSpPr>
              <p:cNvPr id="41" name="Vrije vorm: vorm 40">
                <a:extLst>
                  <a:ext uri="{FF2B5EF4-FFF2-40B4-BE49-F238E27FC236}">
                    <a16:creationId xmlns:a16="http://schemas.microsoft.com/office/drawing/2014/main" id="{277520D6-23CE-44DB-BD16-A7468A04A12E}"/>
                  </a:ext>
                </a:extLst>
              </p:cNvPr>
              <p:cNvSpPr/>
              <p:nvPr userDrawn="1"/>
            </p:nvSpPr>
            <p:spPr>
              <a:xfrm>
                <a:off x="-1908783" y="1768582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Rechthoek: afgeronde hoeken 41">
                <a:extLst>
                  <a:ext uri="{FF2B5EF4-FFF2-40B4-BE49-F238E27FC236}">
                    <a16:creationId xmlns:a16="http://schemas.microsoft.com/office/drawing/2014/main" id="{F9DC47C4-E5B9-4BA3-B33C-CA0C947B6BB4}"/>
                  </a:ext>
                </a:extLst>
              </p:cNvPr>
              <p:cNvSpPr/>
              <p:nvPr userDrawn="1"/>
            </p:nvSpPr>
            <p:spPr>
              <a:xfrm>
                <a:off x="-3142832" y="1431436"/>
                <a:ext cx="46013" cy="155567"/>
              </a:xfrm>
              <a:prstGeom prst="roundRect">
                <a:avLst>
                  <a:gd name="adj" fmla="val 2911"/>
                </a:avLst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3" name="Rechthoek: afgeronde hoeken 42">
                <a:extLst>
                  <a:ext uri="{FF2B5EF4-FFF2-40B4-BE49-F238E27FC236}">
                    <a16:creationId xmlns:a16="http://schemas.microsoft.com/office/drawing/2014/main" id="{C70C0759-1E32-444A-9F30-8FDB9F63AC77}"/>
                  </a:ext>
                </a:extLst>
              </p:cNvPr>
              <p:cNvSpPr/>
              <p:nvPr userDrawn="1"/>
            </p:nvSpPr>
            <p:spPr>
              <a:xfrm>
                <a:off x="-3244585" y="1493351"/>
                <a:ext cx="34272" cy="34272"/>
              </a:xfrm>
              <a:prstGeom prst="roundRect">
                <a:avLst>
                  <a:gd name="adj" fmla="val 2911"/>
                </a:avLst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D4487FEA-4423-49A9-AD39-843E330A05E4}"/>
                  </a:ext>
                </a:extLst>
              </p:cNvPr>
              <p:cNvSpPr/>
              <p:nvPr userDrawn="1"/>
            </p:nvSpPr>
            <p:spPr>
              <a:xfrm>
                <a:off x="-3234192" y="1435895"/>
                <a:ext cx="21280" cy="41469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5" name="Pijl: punthaak 44">
                <a:extLst>
                  <a:ext uri="{FF2B5EF4-FFF2-40B4-BE49-F238E27FC236}">
                    <a16:creationId xmlns:a16="http://schemas.microsoft.com/office/drawing/2014/main" id="{D8C0C08A-FFBC-424B-A886-65AA2DA2E1C1}"/>
                  </a:ext>
                </a:extLst>
              </p:cNvPr>
              <p:cNvSpPr/>
              <p:nvPr userDrawn="1"/>
            </p:nvSpPr>
            <p:spPr>
              <a:xfrm rot="16200000">
                <a:off x="-3244286" y="1420769"/>
                <a:ext cx="41469" cy="60384"/>
              </a:xfrm>
              <a:prstGeom prst="chevron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5AD551B6-CB69-4DF4-A2D0-5871A61E7EFF}"/>
                  </a:ext>
                </a:extLst>
              </p:cNvPr>
              <p:cNvSpPr/>
              <p:nvPr userDrawn="1"/>
            </p:nvSpPr>
            <p:spPr>
              <a:xfrm flipV="1">
                <a:off x="-3234192" y="1543744"/>
                <a:ext cx="21280" cy="41469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7" name="Pijl: punthaak 46">
                <a:extLst>
                  <a:ext uri="{FF2B5EF4-FFF2-40B4-BE49-F238E27FC236}">
                    <a16:creationId xmlns:a16="http://schemas.microsoft.com/office/drawing/2014/main" id="{60A98669-4FEA-4D3A-96FA-929E508A9DA7}"/>
                  </a:ext>
                </a:extLst>
              </p:cNvPr>
              <p:cNvSpPr/>
              <p:nvPr userDrawn="1"/>
            </p:nvSpPr>
            <p:spPr>
              <a:xfrm rot="5400000" flipV="1">
                <a:off x="-3244286" y="1539955"/>
                <a:ext cx="41469" cy="60384"/>
              </a:xfrm>
              <a:prstGeom prst="chevron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48" name="Rechte verbindingslijn 47">
                <a:extLst>
                  <a:ext uri="{FF2B5EF4-FFF2-40B4-BE49-F238E27FC236}">
                    <a16:creationId xmlns:a16="http://schemas.microsoft.com/office/drawing/2014/main" id="{19513153-8AAC-4BF5-8159-92719DFFED3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02653" y="1432300"/>
                <a:ext cx="66956" cy="0"/>
              </a:xfrm>
              <a:prstGeom prst="line">
                <a:avLst/>
              </a:prstGeom>
              <a:noFill/>
              <a:ln w="12700" cap="rnd" cmpd="sng" algn="ctr">
                <a:solidFill>
                  <a:srgbClr val="818181"/>
                </a:solidFill>
                <a:prstDash val="sysDot"/>
              </a:ln>
              <a:effectLst/>
            </p:spPr>
          </p:cxnSp>
          <p:cxnSp>
            <p:nvCxnSpPr>
              <p:cNvPr id="49" name="Rechte verbindingslijn 48">
                <a:extLst>
                  <a:ext uri="{FF2B5EF4-FFF2-40B4-BE49-F238E27FC236}">
                    <a16:creationId xmlns:a16="http://schemas.microsoft.com/office/drawing/2014/main" id="{4987F24B-7E27-4144-A628-F9DE857649B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02653" y="1585650"/>
                <a:ext cx="66956" cy="0"/>
              </a:xfrm>
              <a:prstGeom prst="line">
                <a:avLst/>
              </a:prstGeom>
              <a:noFill/>
              <a:ln w="12700" cap="rnd" cmpd="sng" algn="ctr">
                <a:solidFill>
                  <a:srgbClr val="818181"/>
                </a:solidFill>
                <a:prstDash val="sysDot"/>
              </a:ln>
              <a:effectLst/>
            </p:spPr>
          </p:cxnSp>
          <p:sp>
            <p:nvSpPr>
              <p:cNvPr id="50" name="Vrije vorm: vorm 49">
                <a:extLst>
                  <a:ext uri="{FF2B5EF4-FFF2-40B4-BE49-F238E27FC236}">
                    <a16:creationId xmlns:a16="http://schemas.microsoft.com/office/drawing/2014/main" id="{04BD0858-C705-449D-A71E-B226AB1F5756}"/>
                  </a:ext>
                </a:extLst>
              </p:cNvPr>
              <p:cNvSpPr/>
              <p:nvPr userDrawn="1"/>
            </p:nvSpPr>
            <p:spPr>
              <a:xfrm>
                <a:off x="-3175561" y="1707315"/>
                <a:ext cx="42279" cy="61833"/>
              </a:xfrm>
              <a:custGeom>
                <a:avLst/>
                <a:gdLst>
                  <a:gd name="connsiteX0" fmla="*/ 50006 w 111919"/>
                  <a:gd name="connsiteY0" fmla="*/ 64294 h 145256"/>
                  <a:gd name="connsiteX1" fmla="*/ 47625 w 111919"/>
                  <a:gd name="connsiteY1" fmla="*/ 145256 h 145256"/>
                  <a:gd name="connsiteX2" fmla="*/ 111919 w 111919"/>
                  <a:gd name="connsiteY2" fmla="*/ 92869 h 145256"/>
                  <a:gd name="connsiteX3" fmla="*/ 111919 w 111919"/>
                  <a:gd name="connsiteY3" fmla="*/ 28575 h 145256"/>
                  <a:gd name="connsiteX4" fmla="*/ 52387 w 111919"/>
                  <a:gd name="connsiteY4" fmla="*/ 0 h 145256"/>
                  <a:gd name="connsiteX5" fmla="*/ 4762 w 111919"/>
                  <a:gd name="connsiteY5" fmla="*/ 11906 h 145256"/>
                  <a:gd name="connsiteX6" fmla="*/ 0 w 111919"/>
                  <a:gd name="connsiteY6" fmla="*/ 45244 h 145256"/>
                  <a:gd name="connsiteX7" fmla="*/ 50006 w 111919"/>
                  <a:gd name="connsiteY7" fmla="*/ 64294 h 145256"/>
                  <a:gd name="connsiteX0" fmla="*/ 50006 w 124049"/>
                  <a:gd name="connsiteY0" fmla="*/ 64294 h 145256"/>
                  <a:gd name="connsiteX1" fmla="*/ 47625 w 124049"/>
                  <a:gd name="connsiteY1" fmla="*/ 145256 h 145256"/>
                  <a:gd name="connsiteX2" fmla="*/ 111919 w 124049"/>
                  <a:gd name="connsiteY2" fmla="*/ 92869 h 145256"/>
                  <a:gd name="connsiteX3" fmla="*/ 111919 w 124049"/>
                  <a:gd name="connsiteY3" fmla="*/ 28575 h 145256"/>
                  <a:gd name="connsiteX4" fmla="*/ 52387 w 124049"/>
                  <a:gd name="connsiteY4" fmla="*/ 0 h 145256"/>
                  <a:gd name="connsiteX5" fmla="*/ 4762 w 124049"/>
                  <a:gd name="connsiteY5" fmla="*/ 11906 h 145256"/>
                  <a:gd name="connsiteX6" fmla="*/ 0 w 124049"/>
                  <a:gd name="connsiteY6" fmla="*/ 45244 h 145256"/>
                  <a:gd name="connsiteX7" fmla="*/ 50006 w 124049"/>
                  <a:gd name="connsiteY7" fmla="*/ 64294 h 145256"/>
                  <a:gd name="connsiteX0" fmla="*/ 50006 w 123624"/>
                  <a:gd name="connsiteY0" fmla="*/ 64294 h 145256"/>
                  <a:gd name="connsiteX1" fmla="*/ 47625 w 123624"/>
                  <a:gd name="connsiteY1" fmla="*/ 145256 h 145256"/>
                  <a:gd name="connsiteX2" fmla="*/ 111919 w 123624"/>
                  <a:gd name="connsiteY2" fmla="*/ 92869 h 145256"/>
                  <a:gd name="connsiteX3" fmla="*/ 111919 w 123624"/>
                  <a:gd name="connsiteY3" fmla="*/ 28575 h 145256"/>
                  <a:gd name="connsiteX4" fmla="*/ 52387 w 123624"/>
                  <a:gd name="connsiteY4" fmla="*/ 0 h 145256"/>
                  <a:gd name="connsiteX5" fmla="*/ 4762 w 123624"/>
                  <a:gd name="connsiteY5" fmla="*/ 11906 h 145256"/>
                  <a:gd name="connsiteX6" fmla="*/ 0 w 123624"/>
                  <a:gd name="connsiteY6" fmla="*/ 45244 h 145256"/>
                  <a:gd name="connsiteX7" fmla="*/ 50006 w 123624"/>
                  <a:gd name="connsiteY7" fmla="*/ 64294 h 145256"/>
                  <a:gd name="connsiteX0" fmla="*/ 50006 w 123624"/>
                  <a:gd name="connsiteY0" fmla="*/ 67517 h 148479"/>
                  <a:gd name="connsiteX1" fmla="*/ 47625 w 123624"/>
                  <a:gd name="connsiteY1" fmla="*/ 148479 h 148479"/>
                  <a:gd name="connsiteX2" fmla="*/ 111919 w 123624"/>
                  <a:gd name="connsiteY2" fmla="*/ 96092 h 148479"/>
                  <a:gd name="connsiteX3" fmla="*/ 111919 w 123624"/>
                  <a:gd name="connsiteY3" fmla="*/ 31798 h 148479"/>
                  <a:gd name="connsiteX4" fmla="*/ 52387 w 123624"/>
                  <a:gd name="connsiteY4" fmla="*/ 3223 h 148479"/>
                  <a:gd name="connsiteX5" fmla="*/ 4762 w 123624"/>
                  <a:gd name="connsiteY5" fmla="*/ 15129 h 148479"/>
                  <a:gd name="connsiteX6" fmla="*/ 0 w 123624"/>
                  <a:gd name="connsiteY6" fmla="*/ 48467 h 148479"/>
                  <a:gd name="connsiteX7" fmla="*/ 50006 w 123624"/>
                  <a:gd name="connsiteY7" fmla="*/ 67517 h 148479"/>
                  <a:gd name="connsiteX0" fmla="*/ 50006 w 118952"/>
                  <a:gd name="connsiteY0" fmla="*/ 73868 h 154830"/>
                  <a:gd name="connsiteX1" fmla="*/ 47625 w 118952"/>
                  <a:gd name="connsiteY1" fmla="*/ 154830 h 154830"/>
                  <a:gd name="connsiteX2" fmla="*/ 111919 w 118952"/>
                  <a:gd name="connsiteY2" fmla="*/ 102443 h 154830"/>
                  <a:gd name="connsiteX3" fmla="*/ 111919 w 118952"/>
                  <a:gd name="connsiteY3" fmla="*/ 38149 h 154830"/>
                  <a:gd name="connsiteX4" fmla="*/ 64294 w 118952"/>
                  <a:gd name="connsiteY4" fmla="*/ 2430 h 154830"/>
                  <a:gd name="connsiteX5" fmla="*/ 4762 w 118952"/>
                  <a:gd name="connsiteY5" fmla="*/ 21480 h 154830"/>
                  <a:gd name="connsiteX6" fmla="*/ 0 w 118952"/>
                  <a:gd name="connsiteY6" fmla="*/ 54818 h 154830"/>
                  <a:gd name="connsiteX7" fmla="*/ 50006 w 118952"/>
                  <a:gd name="connsiteY7" fmla="*/ 73868 h 154830"/>
                  <a:gd name="connsiteX0" fmla="*/ 50006 w 118952"/>
                  <a:gd name="connsiteY0" fmla="*/ 71438 h 152400"/>
                  <a:gd name="connsiteX1" fmla="*/ 47625 w 118952"/>
                  <a:gd name="connsiteY1" fmla="*/ 152400 h 152400"/>
                  <a:gd name="connsiteX2" fmla="*/ 111919 w 118952"/>
                  <a:gd name="connsiteY2" fmla="*/ 100013 h 152400"/>
                  <a:gd name="connsiteX3" fmla="*/ 111919 w 118952"/>
                  <a:gd name="connsiteY3" fmla="*/ 35719 h 152400"/>
                  <a:gd name="connsiteX4" fmla="*/ 64294 w 118952"/>
                  <a:gd name="connsiteY4" fmla="*/ 0 h 152400"/>
                  <a:gd name="connsiteX5" fmla="*/ 0 w 118952"/>
                  <a:gd name="connsiteY5" fmla="*/ 52388 h 152400"/>
                  <a:gd name="connsiteX6" fmla="*/ 50006 w 118952"/>
                  <a:gd name="connsiteY6" fmla="*/ 71438 h 152400"/>
                  <a:gd name="connsiteX0" fmla="*/ 50006 w 118952"/>
                  <a:gd name="connsiteY0" fmla="*/ 71735 h 152697"/>
                  <a:gd name="connsiteX1" fmla="*/ 47625 w 118952"/>
                  <a:gd name="connsiteY1" fmla="*/ 152697 h 152697"/>
                  <a:gd name="connsiteX2" fmla="*/ 111919 w 118952"/>
                  <a:gd name="connsiteY2" fmla="*/ 100310 h 152697"/>
                  <a:gd name="connsiteX3" fmla="*/ 111919 w 118952"/>
                  <a:gd name="connsiteY3" fmla="*/ 36016 h 152697"/>
                  <a:gd name="connsiteX4" fmla="*/ 64294 w 118952"/>
                  <a:gd name="connsiteY4" fmla="*/ 297 h 152697"/>
                  <a:gd name="connsiteX5" fmla="*/ 0 w 118952"/>
                  <a:gd name="connsiteY5" fmla="*/ 52685 h 152697"/>
                  <a:gd name="connsiteX6" fmla="*/ 50006 w 118952"/>
                  <a:gd name="connsiteY6" fmla="*/ 71735 h 152697"/>
                  <a:gd name="connsiteX0" fmla="*/ 50006 w 118952"/>
                  <a:gd name="connsiteY0" fmla="*/ 71961 h 152923"/>
                  <a:gd name="connsiteX1" fmla="*/ 47625 w 118952"/>
                  <a:gd name="connsiteY1" fmla="*/ 152923 h 152923"/>
                  <a:gd name="connsiteX2" fmla="*/ 111919 w 118952"/>
                  <a:gd name="connsiteY2" fmla="*/ 100536 h 152923"/>
                  <a:gd name="connsiteX3" fmla="*/ 111919 w 118952"/>
                  <a:gd name="connsiteY3" fmla="*/ 36242 h 152923"/>
                  <a:gd name="connsiteX4" fmla="*/ 64294 w 118952"/>
                  <a:gd name="connsiteY4" fmla="*/ 523 h 152923"/>
                  <a:gd name="connsiteX5" fmla="*/ 0 w 118952"/>
                  <a:gd name="connsiteY5" fmla="*/ 52911 h 152923"/>
                  <a:gd name="connsiteX6" fmla="*/ 50006 w 118952"/>
                  <a:gd name="connsiteY6" fmla="*/ 71961 h 152923"/>
                  <a:gd name="connsiteX0" fmla="*/ 50006 w 118480"/>
                  <a:gd name="connsiteY0" fmla="*/ 71961 h 152923"/>
                  <a:gd name="connsiteX1" fmla="*/ 47625 w 118480"/>
                  <a:gd name="connsiteY1" fmla="*/ 152923 h 152923"/>
                  <a:gd name="connsiteX2" fmla="*/ 111919 w 118480"/>
                  <a:gd name="connsiteY2" fmla="*/ 100536 h 152923"/>
                  <a:gd name="connsiteX3" fmla="*/ 111919 w 118480"/>
                  <a:gd name="connsiteY3" fmla="*/ 36242 h 152923"/>
                  <a:gd name="connsiteX4" fmla="*/ 64294 w 118480"/>
                  <a:gd name="connsiteY4" fmla="*/ 523 h 152923"/>
                  <a:gd name="connsiteX5" fmla="*/ 0 w 118480"/>
                  <a:gd name="connsiteY5" fmla="*/ 52911 h 152923"/>
                  <a:gd name="connsiteX6" fmla="*/ 50006 w 118480"/>
                  <a:gd name="connsiteY6" fmla="*/ 71961 h 152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480" h="152923">
                    <a:moveTo>
                      <a:pt x="50006" y="71961"/>
                    </a:moveTo>
                    <a:cubicBezTo>
                      <a:pt x="49212" y="98948"/>
                      <a:pt x="48419" y="125936"/>
                      <a:pt x="47625" y="152923"/>
                    </a:cubicBezTo>
                    <a:cubicBezTo>
                      <a:pt x="69056" y="135461"/>
                      <a:pt x="102395" y="122761"/>
                      <a:pt x="111919" y="100536"/>
                    </a:cubicBezTo>
                    <a:cubicBezTo>
                      <a:pt x="121443" y="78311"/>
                      <a:pt x="119856" y="52911"/>
                      <a:pt x="111919" y="36242"/>
                    </a:cubicBezTo>
                    <a:cubicBezTo>
                      <a:pt x="103982" y="19573"/>
                      <a:pt x="94853" y="4888"/>
                      <a:pt x="64294" y="523"/>
                    </a:cubicBezTo>
                    <a:cubicBezTo>
                      <a:pt x="33735" y="-3842"/>
                      <a:pt x="0" y="19574"/>
                      <a:pt x="0" y="52911"/>
                    </a:cubicBezTo>
                    <a:lnTo>
                      <a:pt x="50006" y="71961"/>
                    </a:lnTo>
                    <a:close/>
                  </a:path>
                </a:pathLst>
              </a:cu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1" name="Rechthoek: afgeronde hoeken 50">
                <a:extLst>
                  <a:ext uri="{FF2B5EF4-FFF2-40B4-BE49-F238E27FC236}">
                    <a16:creationId xmlns:a16="http://schemas.microsoft.com/office/drawing/2014/main" id="{F8113084-4A1F-4E26-A466-B48A21D238CD}"/>
                  </a:ext>
                </a:extLst>
              </p:cNvPr>
              <p:cNvSpPr/>
              <p:nvPr userDrawn="1"/>
            </p:nvSpPr>
            <p:spPr>
              <a:xfrm rot="2770829">
                <a:off x="-3234197" y="1703273"/>
                <a:ext cx="57923" cy="72481"/>
              </a:xfrm>
              <a:prstGeom prst="roundRect">
                <a:avLst>
                  <a:gd name="adj" fmla="val 2911"/>
                </a:avLst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" name="Vrije vorm: vorm 51">
                <a:extLst>
                  <a:ext uri="{FF2B5EF4-FFF2-40B4-BE49-F238E27FC236}">
                    <a16:creationId xmlns:a16="http://schemas.microsoft.com/office/drawing/2014/main" id="{E0C07283-3AB4-4C2A-80BD-87481F4F7A1C}"/>
                  </a:ext>
                </a:extLst>
              </p:cNvPr>
              <p:cNvSpPr/>
              <p:nvPr userDrawn="1"/>
            </p:nvSpPr>
            <p:spPr>
              <a:xfrm>
                <a:off x="-3237180" y="1677339"/>
                <a:ext cx="42279" cy="55298"/>
              </a:xfrm>
              <a:custGeom>
                <a:avLst/>
                <a:gdLst>
                  <a:gd name="connsiteX0" fmla="*/ 76475 w 79906"/>
                  <a:gd name="connsiteY0" fmla="*/ 104510 h 104510"/>
                  <a:gd name="connsiteX1" fmla="*/ 71712 w 79906"/>
                  <a:gd name="connsiteY1" fmla="*/ 6879 h 104510"/>
                  <a:gd name="connsiteX2" fmla="*/ 5037 w 79906"/>
                  <a:gd name="connsiteY2" fmla="*/ 16404 h 104510"/>
                  <a:gd name="connsiteX3" fmla="*/ 9800 w 79906"/>
                  <a:gd name="connsiteY3" fmla="*/ 83079 h 104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906" h="104510">
                    <a:moveTo>
                      <a:pt x="76475" y="104510"/>
                    </a:moveTo>
                    <a:cubicBezTo>
                      <a:pt x="80046" y="63036"/>
                      <a:pt x="83618" y="21563"/>
                      <a:pt x="71712" y="6879"/>
                    </a:cubicBezTo>
                    <a:cubicBezTo>
                      <a:pt x="59806" y="-7805"/>
                      <a:pt x="15356" y="3704"/>
                      <a:pt x="5037" y="16404"/>
                    </a:cubicBezTo>
                    <a:cubicBezTo>
                      <a:pt x="-5282" y="29104"/>
                      <a:pt x="2259" y="56091"/>
                      <a:pt x="9800" y="83079"/>
                    </a:cubicBezTo>
                  </a:path>
                </a:pathLst>
              </a:custGeom>
              <a:noFill/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8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3" name="Vrije vorm: vorm 52">
                <a:extLst>
                  <a:ext uri="{FF2B5EF4-FFF2-40B4-BE49-F238E27FC236}">
                    <a16:creationId xmlns:a16="http://schemas.microsoft.com/office/drawing/2014/main" id="{CA694B9C-D149-4C26-89AA-1216654B1105}"/>
                  </a:ext>
                </a:extLst>
              </p:cNvPr>
              <p:cNvSpPr/>
              <p:nvPr userDrawn="1"/>
            </p:nvSpPr>
            <p:spPr>
              <a:xfrm>
                <a:off x="-3147647" y="1714096"/>
                <a:ext cx="57254" cy="77074"/>
              </a:xfrm>
              <a:custGeom>
                <a:avLst/>
                <a:gdLst>
                  <a:gd name="connsiteX0" fmla="*/ 0 w 61912"/>
                  <a:gd name="connsiteY0" fmla="*/ 80963 h 80963"/>
                  <a:gd name="connsiteX1" fmla="*/ 57150 w 61912"/>
                  <a:gd name="connsiteY1" fmla="*/ 0 h 80963"/>
                  <a:gd name="connsiteX2" fmla="*/ 61912 w 61912"/>
                  <a:gd name="connsiteY2" fmla="*/ 50006 h 80963"/>
                  <a:gd name="connsiteX3" fmla="*/ 0 w 61912"/>
                  <a:gd name="connsiteY3" fmla="*/ 80963 h 80963"/>
                  <a:gd name="connsiteX0" fmla="*/ 0 w 61912"/>
                  <a:gd name="connsiteY0" fmla="*/ 80963 h 83344"/>
                  <a:gd name="connsiteX1" fmla="*/ 57150 w 61912"/>
                  <a:gd name="connsiteY1" fmla="*/ 0 h 83344"/>
                  <a:gd name="connsiteX2" fmla="*/ 61912 w 61912"/>
                  <a:gd name="connsiteY2" fmla="*/ 50006 h 83344"/>
                  <a:gd name="connsiteX3" fmla="*/ 19050 w 61912"/>
                  <a:gd name="connsiteY3" fmla="*/ 83344 h 83344"/>
                  <a:gd name="connsiteX4" fmla="*/ 0 w 61912"/>
                  <a:gd name="connsiteY4" fmla="*/ 80963 h 83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912" h="83344">
                    <a:moveTo>
                      <a:pt x="0" y="80963"/>
                    </a:moveTo>
                    <a:lnTo>
                      <a:pt x="57150" y="0"/>
                    </a:lnTo>
                    <a:lnTo>
                      <a:pt x="61912" y="50006"/>
                    </a:lnTo>
                    <a:cubicBezTo>
                      <a:pt x="48418" y="56356"/>
                      <a:pt x="32544" y="76994"/>
                      <a:pt x="19050" y="83344"/>
                    </a:cubicBezTo>
                    <a:lnTo>
                      <a:pt x="0" y="80963"/>
                    </a:lnTo>
                    <a:close/>
                  </a:path>
                </a:pathLst>
              </a:cu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4" name="Ovaal 53">
                <a:extLst>
                  <a:ext uri="{FF2B5EF4-FFF2-40B4-BE49-F238E27FC236}">
                    <a16:creationId xmlns:a16="http://schemas.microsoft.com/office/drawing/2014/main" id="{36E6728E-A402-4A5E-A83E-8AEEFAFCBEBD}"/>
                  </a:ext>
                </a:extLst>
              </p:cNvPr>
              <p:cNvSpPr/>
              <p:nvPr userDrawn="1"/>
            </p:nvSpPr>
            <p:spPr>
              <a:xfrm rot="12332780">
                <a:off x="-3185085" y="1782358"/>
                <a:ext cx="50650" cy="57255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4D82B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5" name="Gelijkbenige driehoek 34">
                <a:extLst>
                  <a:ext uri="{FF2B5EF4-FFF2-40B4-BE49-F238E27FC236}">
                    <a16:creationId xmlns:a16="http://schemas.microsoft.com/office/drawing/2014/main" id="{ED2559E6-EDF4-4926-8F41-79578468666A}"/>
                  </a:ext>
                </a:extLst>
              </p:cNvPr>
              <p:cNvSpPr/>
              <p:nvPr userDrawn="1"/>
            </p:nvSpPr>
            <p:spPr>
              <a:xfrm rot="14772351">
                <a:off x="-3215597" y="1797313"/>
                <a:ext cx="52327" cy="57916"/>
              </a:xfrm>
              <a:custGeom>
                <a:avLst/>
                <a:gdLst>
                  <a:gd name="connsiteX0" fmla="*/ 0 w 56584"/>
                  <a:gd name="connsiteY0" fmla="*/ 55534 h 55534"/>
                  <a:gd name="connsiteX1" fmla="*/ 28292 w 56584"/>
                  <a:gd name="connsiteY1" fmla="*/ 0 h 55534"/>
                  <a:gd name="connsiteX2" fmla="*/ 56584 w 56584"/>
                  <a:gd name="connsiteY2" fmla="*/ 55534 h 55534"/>
                  <a:gd name="connsiteX3" fmla="*/ 0 w 56584"/>
                  <a:gd name="connsiteY3" fmla="*/ 55534 h 55534"/>
                  <a:gd name="connsiteX0" fmla="*/ 0 w 56584"/>
                  <a:gd name="connsiteY0" fmla="*/ 55534 h 60261"/>
                  <a:gd name="connsiteX1" fmla="*/ 28292 w 56584"/>
                  <a:gd name="connsiteY1" fmla="*/ 0 h 60261"/>
                  <a:gd name="connsiteX2" fmla="*/ 56584 w 56584"/>
                  <a:gd name="connsiteY2" fmla="*/ 55534 h 60261"/>
                  <a:gd name="connsiteX3" fmla="*/ 0 w 56584"/>
                  <a:gd name="connsiteY3" fmla="*/ 55534 h 60261"/>
                  <a:gd name="connsiteX0" fmla="*/ 0 w 56584"/>
                  <a:gd name="connsiteY0" fmla="*/ 55534 h 62627"/>
                  <a:gd name="connsiteX1" fmla="*/ 28292 w 56584"/>
                  <a:gd name="connsiteY1" fmla="*/ 0 h 62627"/>
                  <a:gd name="connsiteX2" fmla="*/ 56584 w 56584"/>
                  <a:gd name="connsiteY2" fmla="*/ 55534 h 62627"/>
                  <a:gd name="connsiteX3" fmla="*/ 0 w 56584"/>
                  <a:gd name="connsiteY3" fmla="*/ 55534 h 62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584" h="62627">
                    <a:moveTo>
                      <a:pt x="0" y="55534"/>
                    </a:moveTo>
                    <a:lnTo>
                      <a:pt x="28292" y="0"/>
                    </a:lnTo>
                    <a:lnTo>
                      <a:pt x="56584" y="55534"/>
                    </a:lnTo>
                    <a:cubicBezTo>
                      <a:pt x="44518" y="63735"/>
                      <a:pt x="19376" y="66171"/>
                      <a:pt x="0" y="55534"/>
                    </a:cubicBezTo>
                    <a:close/>
                  </a:path>
                </a:pathLst>
              </a:cu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F9F437A0-196A-4D13-8C6F-9F45A4734592}"/>
                </a:ext>
              </a:extLst>
            </p:cNvPr>
            <p:cNvGrpSpPr/>
            <p:nvPr userDrawn="1"/>
          </p:nvGrpSpPr>
          <p:grpSpPr>
            <a:xfrm>
              <a:off x="-3323231" y="3821749"/>
              <a:ext cx="2734765" cy="262633"/>
              <a:chOff x="5114260" y="1193211"/>
              <a:chExt cx="2516594" cy="241682"/>
            </a:xfrm>
          </p:grpSpPr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E03E3DFC-A268-4CF5-ADC4-FBAF148D9FBE}"/>
                  </a:ext>
                </a:extLst>
              </p:cNvPr>
              <p:cNvSpPr/>
              <p:nvPr userDrawn="1"/>
            </p:nvSpPr>
            <p:spPr>
              <a:xfrm>
                <a:off x="5114260" y="1193211"/>
                <a:ext cx="2516594" cy="241682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1" name="Tekstvak 30">
                <a:extLst>
                  <a:ext uri="{FF2B5EF4-FFF2-40B4-BE49-F238E27FC236}">
                    <a16:creationId xmlns:a16="http://schemas.microsoft.com/office/drawing/2014/main" id="{134255D9-3E5C-4871-9A0C-AB96F9C8AE82}"/>
                  </a:ext>
                </a:extLst>
              </p:cNvPr>
              <p:cNvSpPr txBox="1"/>
              <p:nvPr userDrawn="1"/>
            </p:nvSpPr>
            <p:spPr>
              <a:xfrm>
                <a:off x="5121009" y="1214216"/>
                <a:ext cx="1156604" cy="212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u="none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Transparency</a:t>
                </a:r>
              </a:p>
            </p:txBody>
          </p:sp>
          <p:cxnSp>
            <p:nvCxnSpPr>
              <p:cNvPr id="32" name="Rechte verbindingslijn 31">
                <a:extLst>
                  <a:ext uri="{FF2B5EF4-FFF2-40B4-BE49-F238E27FC236}">
                    <a16:creationId xmlns:a16="http://schemas.microsoft.com/office/drawing/2014/main" id="{FA2398B8-D891-4EBD-A4C4-3328BA69697E}"/>
                  </a:ext>
                </a:extLst>
              </p:cNvPr>
              <p:cNvCxnSpPr>
                <a:cxnSpLocks/>
                <a:endCxn id="36" idx="1"/>
              </p:cNvCxnSpPr>
              <p:nvPr userDrawn="1"/>
            </p:nvCxnSpPr>
            <p:spPr>
              <a:xfrm>
                <a:off x="5949074" y="1317963"/>
                <a:ext cx="958480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9D9FA1"/>
                </a:solidFill>
                <a:prstDash val="solid"/>
              </a:ln>
              <a:effectLst/>
            </p:spPr>
          </p:cxn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6F35623A-39A0-4A1E-9B6C-DE06A36296FF}"/>
                  </a:ext>
                </a:extLst>
              </p:cNvPr>
              <p:cNvSpPr/>
              <p:nvPr userDrawn="1"/>
            </p:nvSpPr>
            <p:spPr>
              <a:xfrm>
                <a:off x="7020991" y="1230251"/>
                <a:ext cx="570656" cy="15949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100%</a:t>
                </a:r>
              </a:p>
            </p:txBody>
          </p:sp>
          <p:sp>
            <p:nvSpPr>
              <p:cNvPr id="34" name="Gelijkbenige driehoek 33">
                <a:extLst>
                  <a:ext uri="{FF2B5EF4-FFF2-40B4-BE49-F238E27FC236}">
                    <a16:creationId xmlns:a16="http://schemas.microsoft.com/office/drawing/2014/main" id="{9E93634F-3870-46A2-8D7D-240183BD8A37}"/>
                  </a:ext>
                </a:extLst>
              </p:cNvPr>
              <p:cNvSpPr/>
              <p:nvPr userDrawn="1"/>
            </p:nvSpPr>
            <p:spPr>
              <a:xfrm>
                <a:off x="7508703" y="1255045"/>
                <a:ext cx="44712" cy="31855"/>
              </a:xfrm>
              <a:prstGeom prst="triangle">
                <a:avLst/>
              </a:prstGeom>
              <a:solidFill>
                <a:srgbClr val="6969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5" name="Gelijkbenige driehoek 34">
                <a:extLst>
                  <a:ext uri="{FF2B5EF4-FFF2-40B4-BE49-F238E27FC236}">
                    <a16:creationId xmlns:a16="http://schemas.microsoft.com/office/drawing/2014/main" id="{686CE12F-66BE-4E26-B6B8-012160FA7BAA}"/>
                  </a:ext>
                </a:extLst>
              </p:cNvPr>
              <p:cNvSpPr/>
              <p:nvPr userDrawn="1"/>
            </p:nvSpPr>
            <p:spPr>
              <a:xfrm flipV="1">
                <a:off x="7508703" y="1332327"/>
                <a:ext cx="44712" cy="31855"/>
              </a:xfrm>
              <a:prstGeom prst="triangle">
                <a:avLst/>
              </a:prstGeom>
              <a:solidFill>
                <a:srgbClr val="6969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4A34D2E3-709F-4F22-8877-C121F94BF2F4}"/>
                  </a:ext>
                </a:extLst>
              </p:cNvPr>
              <p:cNvSpPr/>
              <p:nvPr userDrawn="1"/>
            </p:nvSpPr>
            <p:spPr>
              <a:xfrm>
                <a:off x="6907553" y="1274066"/>
                <a:ext cx="28792" cy="87795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12C79CD3-3CEA-4289-A074-20966981EFB4}"/>
                </a:ext>
              </a:extLst>
            </p:cNvPr>
            <p:cNvSpPr/>
            <p:nvPr userDrawn="1"/>
          </p:nvSpPr>
          <p:spPr>
            <a:xfrm>
              <a:off x="-3603859" y="426602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5EEA6804-4F1B-4CA3-8C7A-42861C9E0C94}"/>
                </a:ext>
              </a:extLst>
            </p:cNvPr>
            <p:cNvSpPr/>
            <p:nvPr userDrawn="1"/>
          </p:nvSpPr>
          <p:spPr>
            <a:xfrm>
              <a:off x="-3319687" y="4266029"/>
              <a:ext cx="2944682" cy="79449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on the transparent shape and use the shortcut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Ctrl + K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add a hyperlink. At the left side of the window, click 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‘Place in this document’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select the preferred slide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in the list. Then click 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‘OK’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br>
                <a:rPr kumimoji="0" lang="en-GB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BB8A457B-75C3-43A2-BB53-50218687C734}"/>
                </a:ext>
              </a:extLst>
            </p:cNvPr>
            <p:cNvSpPr/>
            <p:nvPr userDrawn="1"/>
          </p:nvSpPr>
          <p:spPr>
            <a:xfrm>
              <a:off x="-3603859" y="524598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C68A2052-945D-4E2A-A109-FCBA77D3E0A1}"/>
                </a:ext>
              </a:extLst>
            </p:cNvPr>
            <p:cNvSpPr/>
            <p:nvPr userDrawn="1"/>
          </p:nvSpPr>
          <p:spPr>
            <a:xfrm>
              <a:off x="-3319687" y="5245987"/>
              <a:ext cx="2944682" cy="30721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Copy the transparent shape and repeat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step 4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Do this for all menu buttons.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415E7867-31BD-455A-8808-9DAE26F3718A}"/>
                </a:ext>
              </a:extLst>
            </p:cNvPr>
            <p:cNvSpPr/>
            <p:nvPr userDrawn="1"/>
          </p:nvSpPr>
          <p:spPr>
            <a:xfrm>
              <a:off x="-3786437" y="572127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7" name="ICOON_info">
              <a:extLst>
                <a:ext uri="{FF2B5EF4-FFF2-40B4-BE49-F238E27FC236}">
                  <a16:creationId xmlns:a16="http://schemas.microsoft.com/office/drawing/2014/main" id="{B1C503F8-E75E-420F-8309-512D71446D3B}"/>
                </a:ext>
              </a:extLst>
            </p:cNvPr>
            <p:cNvGrpSpPr/>
            <p:nvPr userDrawn="1"/>
          </p:nvGrpSpPr>
          <p:grpSpPr>
            <a:xfrm>
              <a:off x="-376736" y="5598297"/>
              <a:ext cx="283685" cy="283685"/>
              <a:chOff x="-510741" y="5913713"/>
              <a:chExt cx="267555" cy="267555"/>
            </a:xfrm>
          </p:grpSpPr>
          <p:sp>
            <p:nvSpPr>
              <p:cNvPr id="28" name="Ovaal 27">
                <a:extLst>
                  <a:ext uri="{FF2B5EF4-FFF2-40B4-BE49-F238E27FC236}">
                    <a16:creationId xmlns:a16="http://schemas.microsoft.com/office/drawing/2014/main" id="{D250CD85-AC44-42FA-90FC-8B759C28F2B6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9" name="Graphic 163" descr="Informatie">
                <a:extLst>
                  <a:ext uri="{FF2B5EF4-FFF2-40B4-BE49-F238E27FC236}">
                    <a16:creationId xmlns:a16="http://schemas.microsoft.com/office/drawing/2014/main" id="{729F1AB4-65BC-4A59-809E-91AB4F5ACC77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64" name="Tijdelijke aanduiding voor tekst 17">
            <a:extLst>
              <a:ext uri="{FF2B5EF4-FFF2-40B4-BE49-F238E27FC236}">
                <a16:creationId xmlns:a16="http://schemas.microsoft.com/office/drawing/2014/main" id="{D4D6944C-4356-49F5-96C8-6423D17069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299" y="6424534"/>
            <a:ext cx="306387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3140639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9137" y="1805650"/>
            <a:ext cx="5027612" cy="449513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 err="1">
                <a:solidFill>
                  <a:schemeClr val="accent3"/>
                </a:solidFill>
                <a:latin typeface="+mj-lt"/>
              </a:rPr>
              <a:t>TExT</a:t>
            </a:r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 + GRAPH</a:t>
            </a:r>
          </a:p>
        </p:txBody>
      </p:sp>
      <p:sp>
        <p:nvSpPr>
          <p:cNvPr id="196" name="Tijdelijke aanduiding voor grafiek 17">
            <a:extLst>
              <a:ext uri="{FF2B5EF4-FFF2-40B4-BE49-F238E27FC236}">
                <a16:creationId xmlns:a16="http://schemas.microsoft.com/office/drawing/2014/main" id="{25186992-A607-4E63-8AD2-7C7E6EDB1F4E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>
          <a:xfrm>
            <a:off x="6096001" y="1805650"/>
            <a:ext cx="5556250" cy="4495137"/>
          </a:xfrm>
          <a:noFill/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graph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EF62F7D-A662-4598-8EED-1A16C1C64C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381751" y="6424534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8" name="Tijdelijke aanduiding voor tekst 17">
            <a:extLst>
              <a:ext uri="{FF2B5EF4-FFF2-40B4-BE49-F238E27FC236}">
                <a16:creationId xmlns:a16="http://schemas.microsoft.com/office/drawing/2014/main" id="{573619C8-845F-46AD-8933-746217E90F9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660" y="6424534"/>
            <a:ext cx="3243707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99" name="Tijdelijke aanduiding voor tekst 17">
            <a:extLst>
              <a:ext uri="{FF2B5EF4-FFF2-40B4-BE49-F238E27FC236}">
                <a16:creationId xmlns:a16="http://schemas.microsoft.com/office/drawing/2014/main" id="{A4148B4D-AC03-48B8-9DF7-8AC7080B0F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96833" y="6424534"/>
            <a:ext cx="3596216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201" name="Tijdelijke aanduiding voor tekst 12">
            <a:extLst>
              <a:ext uri="{FF2B5EF4-FFF2-40B4-BE49-F238E27FC236}">
                <a16:creationId xmlns:a16="http://schemas.microsoft.com/office/drawing/2014/main" id="{22D8EE8F-B624-483F-BF87-381E5145129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ED52965-0B8F-48C5-A29C-619202119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grpSp>
        <p:nvGrpSpPr>
          <p:cNvPr id="202" name="INSTRUCTION">
            <a:extLst>
              <a:ext uri="{FF2B5EF4-FFF2-40B4-BE49-F238E27FC236}">
                <a16:creationId xmlns:a16="http://schemas.microsoft.com/office/drawing/2014/main" id="{895873BC-8D09-403F-B23A-8158DACECC59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203" name="Rechthoek 202">
              <a:extLst>
                <a:ext uri="{FF2B5EF4-FFF2-40B4-BE49-F238E27FC236}">
                  <a16:creationId xmlns:a16="http://schemas.microsoft.com/office/drawing/2014/main" id="{2B941431-590B-4EFA-AC70-C674A32877C4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204" name="Ovaal 203">
              <a:extLst>
                <a:ext uri="{FF2B5EF4-FFF2-40B4-BE49-F238E27FC236}">
                  <a16:creationId xmlns:a16="http://schemas.microsoft.com/office/drawing/2014/main" id="{23B2AC81-33D4-46AC-BE07-FC6C12099A0F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05" name="Rechthoek 204">
              <a:extLst>
                <a:ext uri="{FF2B5EF4-FFF2-40B4-BE49-F238E27FC236}">
                  <a16:creationId xmlns:a16="http://schemas.microsoft.com/office/drawing/2014/main" id="{54F30F3B-B7CC-4CCB-87AD-498023F02B25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206" name="Ovaal 205">
              <a:extLst>
                <a:ext uri="{FF2B5EF4-FFF2-40B4-BE49-F238E27FC236}">
                  <a16:creationId xmlns:a16="http://schemas.microsoft.com/office/drawing/2014/main" id="{66454BE8-A431-4766-B763-681302A32229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07" name="Rechthoek 206">
              <a:extLst>
                <a:ext uri="{FF2B5EF4-FFF2-40B4-BE49-F238E27FC236}">
                  <a16:creationId xmlns:a16="http://schemas.microsoft.com/office/drawing/2014/main" id="{18777F37-4FC8-496A-AB0B-AB9EAAECDA92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208" name="Ovaal 207">
              <a:extLst>
                <a:ext uri="{FF2B5EF4-FFF2-40B4-BE49-F238E27FC236}">
                  <a16:creationId xmlns:a16="http://schemas.microsoft.com/office/drawing/2014/main" id="{C38F9A28-CE02-47B2-8B71-305F49B74738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09" name="Ovaal 208">
              <a:extLst>
                <a:ext uri="{FF2B5EF4-FFF2-40B4-BE49-F238E27FC236}">
                  <a16:creationId xmlns:a16="http://schemas.microsoft.com/office/drawing/2014/main" id="{2516766E-C9D6-4AE3-9A85-6658389D02C8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0" name="Ovaal 209">
              <a:extLst>
                <a:ext uri="{FF2B5EF4-FFF2-40B4-BE49-F238E27FC236}">
                  <a16:creationId xmlns:a16="http://schemas.microsoft.com/office/drawing/2014/main" id="{32EFEA41-7C6F-4498-B736-BA9C5C59866F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11" name="Ovaal 210">
              <a:extLst>
                <a:ext uri="{FF2B5EF4-FFF2-40B4-BE49-F238E27FC236}">
                  <a16:creationId xmlns:a16="http://schemas.microsoft.com/office/drawing/2014/main" id="{34C7D903-ACA5-4E42-A2C1-4889CE9239E3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12" name="Ovaal 211">
              <a:extLst>
                <a:ext uri="{FF2B5EF4-FFF2-40B4-BE49-F238E27FC236}">
                  <a16:creationId xmlns:a16="http://schemas.microsoft.com/office/drawing/2014/main" id="{D10FF5AF-D35F-402D-89F3-C66AA4638FD5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13" name="Ovaal 212">
              <a:extLst>
                <a:ext uri="{FF2B5EF4-FFF2-40B4-BE49-F238E27FC236}">
                  <a16:creationId xmlns:a16="http://schemas.microsoft.com/office/drawing/2014/main" id="{9553D75A-1729-4D0E-89B0-91D2A7CA45CA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14" name="Ovaal 213">
              <a:extLst>
                <a:ext uri="{FF2B5EF4-FFF2-40B4-BE49-F238E27FC236}">
                  <a16:creationId xmlns:a16="http://schemas.microsoft.com/office/drawing/2014/main" id="{DD4DB6F1-9F7C-40AD-B396-AD8A7CAB09A8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15" name="Rechthoek 214">
              <a:extLst>
                <a:ext uri="{FF2B5EF4-FFF2-40B4-BE49-F238E27FC236}">
                  <a16:creationId xmlns:a16="http://schemas.microsoft.com/office/drawing/2014/main" id="{684EEDC3-D6DF-487D-866B-34418BA38A9C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16" name="ICOON_info">
              <a:extLst>
                <a:ext uri="{FF2B5EF4-FFF2-40B4-BE49-F238E27FC236}">
                  <a16:creationId xmlns:a16="http://schemas.microsoft.com/office/drawing/2014/main" id="{A2C0C061-F3CF-411B-AC1A-47048087BFCF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58" name="Ovaal 257">
                <a:extLst>
                  <a:ext uri="{FF2B5EF4-FFF2-40B4-BE49-F238E27FC236}">
                    <a16:creationId xmlns:a16="http://schemas.microsoft.com/office/drawing/2014/main" id="{F797957A-9874-499B-819C-08301F1250B6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9" name="Graphic 163" descr="Informatie">
                <a:extLst>
                  <a:ext uri="{FF2B5EF4-FFF2-40B4-BE49-F238E27FC236}">
                    <a16:creationId xmlns:a16="http://schemas.microsoft.com/office/drawing/2014/main" id="{37665297-BC05-464D-81AE-6C76B0AE116E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17" name="VOORBEELD">
              <a:extLst>
                <a:ext uri="{FF2B5EF4-FFF2-40B4-BE49-F238E27FC236}">
                  <a16:creationId xmlns:a16="http://schemas.microsoft.com/office/drawing/2014/main" id="{F6723246-671A-4F48-BE20-26BDF2E381C0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218" name="Rechthoek 217">
                <a:extLst>
                  <a:ext uri="{FF2B5EF4-FFF2-40B4-BE49-F238E27FC236}">
                    <a16:creationId xmlns:a16="http://schemas.microsoft.com/office/drawing/2014/main" id="{AB4C811D-08B2-40C9-A371-A6F205FE85DB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219" name="Rechthoek 218">
                <a:extLst>
                  <a:ext uri="{FF2B5EF4-FFF2-40B4-BE49-F238E27FC236}">
                    <a16:creationId xmlns:a16="http://schemas.microsoft.com/office/drawing/2014/main" id="{373D29CC-014D-4B96-91FF-B607216A9E0C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20" name="Groep 219">
                <a:extLst>
                  <a:ext uri="{FF2B5EF4-FFF2-40B4-BE49-F238E27FC236}">
                    <a16:creationId xmlns:a16="http://schemas.microsoft.com/office/drawing/2014/main" id="{ED3344C5-5D2C-4952-8E4C-CEBB1E6C2741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51" name="Groep 250">
                  <a:extLst>
                    <a:ext uri="{FF2B5EF4-FFF2-40B4-BE49-F238E27FC236}">
                      <a16:creationId xmlns:a16="http://schemas.microsoft.com/office/drawing/2014/main" id="{4DA68940-F06C-460A-9430-36A25764103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53" name="Rechte verbindingslijn 252">
                    <a:extLst>
                      <a:ext uri="{FF2B5EF4-FFF2-40B4-BE49-F238E27FC236}">
                        <a16:creationId xmlns:a16="http://schemas.microsoft.com/office/drawing/2014/main" id="{01593161-6F12-4009-88D2-0B7FC1E1C20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4" name="Rechte verbindingslijn 253">
                    <a:extLst>
                      <a:ext uri="{FF2B5EF4-FFF2-40B4-BE49-F238E27FC236}">
                        <a16:creationId xmlns:a16="http://schemas.microsoft.com/office/drawing/2014/main" id="{570FD033-A422-44D4-BB7E-57F76D95AF8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5" name="Rechte verbindingslijn 254">
                    <a:extLst>
                      <a:ext uri="{FF2B5EF4-FFF2-40B4-BE49-F238E27FC236}">
                        <a16:creationId xmlns:a16="http://schemas.microsoft.com/office/drawing/2014/main" id="{D81D48DE-D712-4633-9D55-56B0AEFEE5F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6" name="Rechte verbindingslijn 255">
                    <a:extLst>
                      <a:ext uri="{FF2B5EF4-FFF2-40B4-BE49-F238E27FC236}">
                        <a16:creationId xmlns:a16="http://schemas.microsoft.com/office/drawing/2014/main" id="{85BFC322-ABBC-4A4C-B174-8B98BC43C03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7" name="Rechte verbindingslijn 256">
                    <a:extLst>
                      <a:ext uri="{FF2B5EF4-FFF2-40B4-BE49-F238E27FC236}">
                        <a16:creationId xmlns:a16="http://schemas.microsoft.com/office/drawing/2014/main" id="{D04AA6B0-DFCD-43FE-874F-295C514530D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52" name="Pijl: rechts 251">
                  <a:extLst>
                    <a:ext uri="{FF2B5EF4-FFF2-40B4-BE49-F238E27FC236}">
                      <a16:creationId xmlns:a16="http://schemas.microsoft.com/office/drawing/2014/main" id="{30CD5557-4D78-4919-B4F3-B07A8E5F83D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21" name="Groep 220">
                <a:extLst>
                  <a:ext uri="{FF2B5EF4-FFF2-40B4-BE49-F238E27FC236}">
                    <a16:creationId xmlns:a16="http://schemas.microsoft.com/office/drawing/2014/main" id="{68F909B6-6D45-4864-9CC9-A8BB59A1FEE5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44" name="Groep 243">
                  <a:extLst>
                    <a:ext uri="{FF2B5EF4-FFF2-40B4-BE49-F238E27FC236}">
                      <a16:creationId xmlns:a16="http://schemas.microsoft.com/office/drawing/2014/main" id="{3ACE1C86-E295-4E1A-BBDF-EC910F4918E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46" name="Rechte verbindingslijn 245">
                    <a:extLst>
                      <a:ext uri="{FF2B5EF4-FFF2-40B4-BE49-F238E27FC236}">
                        <a16:creationId xmlns:a16="http://schemas.microsoft.com/office/drawing/2014/main" id="{D2033F93-9D35-4050-AB94-DA11258BA21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7" name="Rechte verbindingslijn 246">
                    <a:extLst>
                      <a:ext uri="{FF2B5EF4-FFF2-40B4-BE49-F238E27FC236}">
                        <a16:creationId xmlns:a16="http://schemas.microsoft.com/office/drawing/2014/main" id="{085489E9-1EA5-4E59-A3D4-66F9336E81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8" name="Rechte verbindingslijn 247">
                    <a:extLst>
                      <a:ext uri="{FF2B5EF4-FFF2-40B4-BE49-F238E27FC236}">
                        <a16:creationId xmlns:a16="http://schemas.microsoft.com/office/drawing/2014/main" id="{33071A9E-092F-45FC-8650-D8744967096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9" name="Rechte verbindingslijn 248">
                    <a:extLst>
                      <a:ext uri="{FF2B5EF4-FFF2-40B4-BE49-F238E27FC236}">
                        <a16:creationId xmlns:a16="http://schemas.microsoft.com/office/drawing/2014/main" id="{05761E61-4787-4F8A-B3C5-AA0554639A4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0" name="Rechte verbindingslijn 249">
                    <a:extLst>
                      <a:ext uri="{FF2B5EF4-FFF2-40B4-BE49-F238E27FC236}">
                        <a16:creationId xmlns:a16="http://schemas.microsoft.com/office/drawing/2014/main" id="{A9A07CCE-8FE3-4E3A-9B91-5D2E06BC825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45" name="Pijl: rechts 244">
                  <a:extLst>
                    <a:ext uri="{FF2B5EF4-FFF2-40B4-BE49-F238E27FC236}">
                      <a16:creationId xmlns:a16="http://schemas.microsoft.com/office/drawing/2014/main" id="{449B1713-E1A6-494E-AAAC-267B05E2114B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222" name="Rechte verbindingslijn 221">
                <a:extLst>
                  <a:ext uri="{FF2B5EF4-FFF2-40B4-BE49-F238E27FC236}">
                    <a16:creationId xmlns:a16="http://schemas.microsoft.com/office/drawing/2014/main" id="{A9D6E2FD-AAD3-42B4-877E-F7D956058EA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223" name="Rechte verbindingslijn 222">
                <a:extLst>
                  <a:ext uri="{FF2B5EF4-FFF2-40B4-BE49-F238E27FC236}">
                    <a16:creationId xmlns:a16="http://schemas.microsoft.com/office/drawing/2014/main" id="{FE71A791-411B-4B05-AF84-98598E09389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224" name="Rechthoek 223">
                <a:extLst>
                  <a:ext uri="{FF2B5EF4-FFF2-40B4-BE49-F238E27FC236}">
                    <a16:creationId xmlns:a16="http://schemas.microsoft.com/office/drawing/2014/main" id="{B517EAEC-25C7-4460-929C-3B330FCABC0F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225" name="Rechthoek 224">
                <a:extLst>
                  <a:ext uri="{FF2B5EF4-FFF2-40B4-BE49-F238E27FC236}">
                    <a16:creationId xmlns:a16="http://schemas.microsoft.com/office/drawing/2014/main" id="{2DDADD10-03EF-4B36-8F3E-0653940D79AF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226" name="Groep 225">
                <a:extLst>
                  <a:ext uri="{FF2B5EF4-FFF2-40B4-BE49-F238E27FC236}">
                    <a16:creationId xmlns:a16="http://schemas.microsoft.com/office/drawing/2014/main" id="{ED416AE3-BB1F-45EA-A984-C17F34E2158A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36" name="Rechthoek 235">
                  <a:extLst>
                    <a:ext uri="{FF2B5EF4-FFF2-40B4-BE49-F238E27FC236}">
                      <a16:creationId xmlns:a16="http://schemas.microsoft.com/office/drawing/2014/main" id="{F28A00D6-418C-4FDB-9990-EDA05B12B08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37" name="Groep 236">
                  <a:extLst>
                    <a:ext uri="{FF2B5EF4-FFF2-40B4-BE49-F238E27FC236}">
                      <a16:creationId xmlns:a16="http://schemas.microsoft.com/office/drawing/2014/main" id="{99D786D2-472C-4E3B-8BB1-F77DFEDAA65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39" name="Rechte verbindingslijn 238">
                    <a:extLst>
                      <a:ext uri="{FF2B5EF4-FFF2-40B4-BE49-F238E27FC236}">
                        <a16:creationId xmlns:a16="http://schemas.microsoft.com/office/drawing/2014/main" id="{D51D025B-2FFC-4C94-A419-6BE7B99B4FF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0" name="Rechte verbindingslijn 239">
                    <a:extLst>
                      <a:ext uri="{FF2B5EF4-FFF2-40B4-BE49-F238E27FC236}">
                        <a16:creationId xmlns:a16="http://schemas.microsoft.com/office/drawing/2014/main" id="{FCD63C54-26F3-403F-87F3-7F54A6CD12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1" name="Rechte verbindingslijn 240">
                    <a:extLst>
                      <a:ext uri="{FF2B5EF4-FFF2-40B4-BE49-F238E27FC236}">
                        <a16:creationId xmlns:a16="http://schemas.microsoft.com/office/drawing/2014/main" id="{296E0B55-4B4B-431B-899F-EB3165883A3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2" name="Rechte verbindingslijn 241">
                    <a:extLst>
                      <a:ext uri="{FF2B5EF4-FFF2-40B4-BE49-F238E27FC236}">
                        <a16:creationId xmlns:a16="http://schemas.microsoft.com/office/drawing/2014/main" id="{85A2C6D8-B1A3-4BC7-B22A-94917B983F8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3" name="Rechte verbindingslijn 242">
                    <a:extLst>
                      <a:ext uri="{FF2B5EF4-FFF2-40B4-BE49-F238E27FC236}">
                        <a16:creationId xmlns:a16="http://schemas.microsoft.com/office/drawing/2014/main" id="{A30F58BC-4717-4605-A31D-015C8BB50DC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8" name="Pijl: rechts 237">
                  <a:extLst>
                    <a:ext uri="{FF2B5EF4-FFF2-40B4-BE49-F238E27FC236}">
                      <a16:creationId xmlns:a16="http://schemas.microsoft.com/office/drawing/2014/main" id="{9525D64F-EBCF-4CE9-81AE-99286FF6CFB7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27" name="Groep 226">
                <a:extLst>
                  <a:ext uri="{FF2B5EF4-FFF2-40B4-BE49-F238E27FC236}">
                    <a16:creationId xmlns:a16="http://schemas.microsoft.com/office/drawing/2014/main" id="{546B0ADD-AC32-4B64-980F-05554592FE5E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228" name="Rechthoek 227">
                  <a:extLst>
                    <a:ext uri="{FF2B5EF4-FFF2-40B4-BE49-F238E27FC236}">
                      <a16:creationId xmlns:a16="http://schemas.microsoft.com/office/drawing/2014/main" id="{95328472-2B47-4B37-A01E-50B2A3B6943B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29" name="Groep 228">
                  <a:extLst>
                    <a:ext uri="{FF2B5EF4-FFF2-40B4-BE49-F238E27FC236}">
                      <a16:creationId xmlns:a16="http://schemas.microsoft.com/office/drawing/2014/main" id="{B3114ABE-5E0E-415E-96F7-0005F7B73BD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31" name="Rechte verbindingslijn 230">
                    <a:extLst>
                      <a:ext uri="{FF2B5EF4-FFF2-40B4-BE49-F238E27FC236}">
                        <a16:creationId xmlns:a16="http://schemas.microsoft.com/office/drawing/2014/main" id="{52AB9C1B-9181-4F8F-B79E-12DCCBF42D8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2" name="Rechte verbindingslijn 231">
                    <a:extLst>
                      <a:ext uri="{FF2B5EF4-FFF2-40B4-BE49-F238E27FC236}">
                        <a16:creationId xmlns:a16="http://schemas.microsoft.com/office/drawing/2014/main" id="{0EFC24BA-C9F5-4E8B-BC70-B1F63208677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3" name="Rechte verbindingslijn 232">
                    <a:extLst>
                      <a:ext uri="{FF2B5EF4-FFF2-40B4-BE49-F238E27FC236}">
                        <a16:creationId xmlns:a16="http://schemas.microsoft.com/office/drawing/2014/main" id="{5148F153-9041-4FAB-A626-4735CAC0FFD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4" name="Rechte verbindingslijn 233">
                    <a:extLst>
                      <a:ext uri="{FF2B5EF4-FFF2-40B4-BE49-F238E27FC236}">
                        <a16:creationId xmlns:a16="http://schemas.microsoft.com/office/drawing/2014/main" id="{D3BB0899-B17F-4EDE-80B3-24AAD466EC7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5" name="Rechte verbindingslijn 234">
                    <a:extLst>
                      <a:ext uri="{FF2B5EF4-FFF2-40B4-BE49-F238E27FC236}">
                        <a16:creationId xmlns:a16="http://schemas.microsoft.com/office/drawing/2014/main" id="{1BCD0FE4-1F29-4A7E-9FFA-E94DA3F5148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0" name="Pijl: rechts 229">
                  <a:extLst>
                    <a:ext uri="{FF2B5EF4-FFF2-40B4-BE49-F238E27FC236}">
                      <a16:creationId xmlns:a16="http://schemas.microsoft.com/office/drawing/2014/main" id="{B54175F0-838E-49C9-9C15-A48A6AB2575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260" name="Tekstvak 259">
            <a:extLst>
              <a:ext uri="{FF2B5EF4-FFF2-40B4-BE49-F238E27FC236}">
                <a16:creationId xmlns:a16="http://schemas.microsoft.com/office/drawing/2014/main" id="{6341E39D-C038-4A52-BCF1-038DDD191E78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123" name="INSTRUCTION">
            <a:extLst>
              <a:ext uri="{FF2B5EF4-FFF2-40B4-BE49-F238E27FC236}">
                <a16:creationId xmlns:a16="http://schemas.microsoft.com/office/drawing/2014/main" id="{DC0AAB13-8E00-4D45-9ED4-AA2308BE0DED}"/>
              </a:ext>
            </a:extLst>
          </p:cNvPr>
          <p:cNvGrpSpPr/>
          <p:nvPr userDrawn="1"/>
        </p:nvGrpSpPr>
        <p:grpSpPr>
          <a:xfrm>
            <a:off x="12377867" y="1"/>
            <a:ext cx="3693386" cy="5855257"/>
            <a:chOff x="-3786437" y="1"/>
            <a:chExt cx="3693386" cy="5855257"/>
          </a:xfrm>
        </p:grpSpPr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B4FD179E-A616-416D-893D-D0086305E2D5}"/>
                </a:ext>
              </a:extLst>
            </p:cNvPr>
            <p:cNvSpPr/>
            <p:nvPr userDrawn="1"/>
          </p:nvSpPr>
          <p:spPr>
            <a:xfrm>
              <a:off x="-3786165" y="3370798"/>
              <a:ext cx="3593091" cy="17607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Edit chart data</a:t>
              </a:r>
            </a:p>
          </p:txBody>
        </p:sp>
        <p:sp>
          <p:nvSpPr>
            <p:cNvPr id="125" name="Ovaal 124">
              <a:extLst>
                <a:ext uri="{FF2B5EF4-FFF2-40B4-BE49-F238E27FC236}">
                  <a16:creationId xmlns:a16="http://schemas.microsoft.com/office/drawing/2014/main" id="{A7DB6E0A-89FE-4665-A356-F4AAAF5743C6}"/>
                </a:ext>
              </a:extLst>
            </p:cNvPr>
            <p:cNvSpPr/>
            <p:nvPr userDrawn="1"/>
          </p:nvSpPr>
          <p:spPr>
            <a:xfrm>
              <a:off x="-3603587" y="383539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6" name="Rechthoek 125">
              <a:extLst>
                <a:ext uri="{FF2B5EF4-FFF2-40B4-BE49-F238E27FC236}">
                  <a16:creationId xmlns:a16="http://schemas.microsoft.com/office/drawing/2014/main" id="{B958CE04-2317-4195-9466-AAB012865547}"/>
                </a:ext>
              </a:extLst>
            </p:cNvPr>
            <p:cNvSpPr/>
            <p:nvPr userDrawn="1"/>
          </p:nvSpPr>
          <p:spPr>
            <a:xfrm>
              <a:off x="-3319415" y="3835398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‘Edit data’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7" name="Groep 126">
              <a:extLst>
                <a:ext uri="{FF2B5EF4-FFF2-40B4-BE49-F238E27FC236}">
                  <a16:creationId xmlns:a16="http://schemas.microsoft.com/office/drawing/2014/main" id="{DF2C04CE-EAB5-4624-94FF-D2C94E9BB3B3}"/>
                </a:ext>
              </a:extLst>
            </p:cNvPr>
            <p:cNvGrpSpPr/>
            <p:nvPr userDrawn="1"/>
          </p:nvGrpSpPr>
          <p:grpSpPr>
            <a:xfrm>
              <a:off x="-3314821" y="4275190"/>
              <a:ext cx="1495189" cy="563933"/>
              <a:chOff x="-3314821" y="3310415"/>
              <a:chExt cx="1495189" cy="563933"/>
            </a:xfrm>
          </p:grpSpPr>
          <p:sp>
            <p:nvSpPr>
              <p:cNvPr id="261" name="Rechthoek 260">
                <a:extLst>
                  <a:ext uri="{FF2B5EF4-FFF2-40B4-BE49-F238E27FC236}">
                    <a16:creationId xmlns:a16="http://schemas.microsoft.com/office/drawing/2014/main" id="{449A77E5-36F5-4000-8B42-F6D9CF346D40}"/>
                  </a:ext>
                </a:extLst>
              </p:cNvPr>
              <p:cNvSpPr/>
              <p:nvPr userDrawn="1"/>
            </p:nvSpPr>
            <p:spPr>
              <a:xfrm>
                <a:off x="-3314821" y="3310415"/>
                <a:ext cx="1403797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62" name="Rechthoek 261">
                <a:extLst>
                  <a:ext uri="{FF2B5EF4-FFF2-40B4-BE49-F238E27FC236}">
                    <a16:creationId xmlns:a16="http://schemas.microsoft.com/office/drawing/2014/main" id="{1A996F0C-EFBB-47F2-A5D9-C0256AEA6F89}"/>
                  </a:ext>
                </a:extLst>
              </p:cNvPr>
              <p:cNvSpPr/>
              <p:nvPr userDrawn="1"/>
            </p:nvSpPr>
            <p:spPr>
              <a:xfrm>
                <a:off x="-3304719" y="3564140"/>
                <a:ext cx="13878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63" name="Tekstvak 262">
                <a:extLst>
                  <a:ext uri="{FF2B5EF4-FFF2-40B4-BE49-F238E27FC236}">
                    <a16:creationId xmlns:a16="http://schemas.microsoft.com/office/drawing/2014/main" id="{EC9D6A34-09F5-4840-901A-B24E9F9713ED}"/>
                  </a:ext>
                </a:extLst>
              </p:cNvPr>
              <p:cNvSpPr txBox="1"/>
              <p:nvPr userDrawn="1"/>
            </p:nvSpPr>
            <p:spPr>
              <a:xfrm>
                <a:off x="-3122115" y="3369117"/>
                <a:ext cx="1258624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Change chart type</a:t>
                </a:r>
              </a:p>
            </p:txBody>
          </p:sp>
          <p:sp>
            <p:nvSpPr>
              <p:cNvPr id="264" name="Tekstvak 263">
                <a:extLst>
                  <a:ext uri="{FF2B5EF4-FFF2-40B4-BE49-F238E27FC236}">
                    <a16:creationId xmlns:a16="http://schemas.microsoft.com/office/drawing/2014/main" id="{D30A393A-49AD-4D10-B8BB-08CAD695C9B4}"/>
                  </a:ext>
                </a:extLst>
              </p:cNvPr>
              <p:cNvSpPr txBox="1"/>
              <p:nvPr userDrawn="1"/>
            </p:nvSpPr>
            <p:spPr>
              <a:xfrm>
                <a:off x="-3115840" y="3624236"/>
                <a:ext cx="1296208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Edit data</a:t>
                </a:r>
              </a:p>
            </p:txBody>
          </p:sp>
          <p:sp>
            <p:nvSpPr>
              <p:cNvPr id="265" name="Vrije vorm: vorm 264">
                <a:extLst>
                  <a:ext uri="{FF2B5EF4-FFF2-40B4-BE49-F238E27FC236}">
                    <a16:creationId xmlns:a16="http://schemas.microsoft.com/office/drawing/2014/main" id="{8F462C55-E5B2-4C51-B5D1-EC5AD5889664}"/>
                  </a:ext>
                </a:extLst>
              </p:cNvPr>
              <p:cNvSpPr/>
              <p:nvPr userDrawn="1"/>
            </p:nvSpPr>
            <p:spPr>
              <a:xfrm>
                <a:off x="-1959834" y="3694348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66" name="Groep 265">
                <a:extLst>
                  <a:ext uri="{FF2B5EF4-FFF2-40B4-BE49-F238E27FC236}">
                    <a16:creationId xmlns:a16="http://schemas.microsoft.com/office/drawing/2014/main" id="{665DC5B5-EC59-4B65-BCA7-69219CF5CB99}"/>
                  </a:ext>
                </a:extLst>
              </p:cNvPr>
              <p:cNvGrpSpPr/>
              <p:nvPr userDrawn="1"/>
            </p:nvGrpSpPr>
            <p:grpSpPr>
              <a:xfrm>
                <a:off x="-3261976" y="3361742"/>
                <a:ext cx="139861" cy="152244"/>
                <a:chOff x="12574450" y="6053892"/>
                <a:chExt cx="169232" cy="184215"/>
              </a:xfrm>
            </p:grpSpPr>
            <p:sp>
              <p:nvSpPr>
                <p:cNvPr id="286" name="Rechthoek 285">
                  <a:extLst>
                    <a:ext uri="{FF2B5EF4-FFF2-40B4-BE49-F238E27FC236}">
                      <a16:creationId xmlns:a16="http://schemas.microsoft.com/office/drawing/2014/main" id="{8DF9DCBA-DC1B-4F86-9E5C-21BACA55A06B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87" name="Rechthoek 286">
                  <a:extLst>
                    <a:ext uri="{FF2B5EF4-FFF2-40B4-BE49-F238E27FC236}">
                      <a16:creationId xmlns:a16="http://schemas.microsoft.com/office/drawing/2014/main" id="{D3FE0752-F7D0-4497-98BE-415EF609DAFC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88" name="Rechthoek 287">
                  <a:extLst>
                    <a:ext uri="{FF2B5EF4-FFF2-40B4-BE49-F238E27FC236}">
                      <a16:creationId xmlns:a16="http://schemas.microsoft.com/office/drawing/2014/main" id="{268D413F-4028-4AE5-8BE4-BA327328F6B9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67" name="Groep 266">
                <a:extLst>
                  <a:ext uri="{FF2B5EF4-FFF2-40B4-BE49-F238E27FC236}">
                    <a16:creationId xmlns:a16="http://schemas.microsoft.com/office/drawing/2014/main" id="{DAD19A46-6911-4002-A165-AA6137BD527F}"/>
                  </a:ext>
                </a:extLst>
              </p:cNvPr>
              <p:cNvGrpSpPr/>
              <p:nvPr userDrawn="1"/>
            </p:nvGrpSpPr>
            <p:grpSpPr>
              <a:xfrm>
                <a:off x="-3261070" y="3635199"/>
                <a:ext cx="168905" cy="104490"/>
                <a:chOff x="-3261070" y="3620931"/>
                <a:chExt cx="193920" cy="119965"/>
              </a:xfrm>
            </p:grpSpPr>
            <p:sp>
              <p:nvSpPr>
                <p:cNvPr id="268" name="Rechthoek 267">
                  <a:extLst>
                    <a:ext uri="{FF2B5EF4-FFF2-40B4-BE49-F238E27FC236}">
                      <a16:creationId xmlns:a16="http://schemas.microsoft.com/office/drawing/2014/main" id="{424D29A2-CEAC-4C90-ABB7-B8DA992E8D41}"/>
                    </a:ext>
                  </a:extLst>
                </p:cNvPr>
                <p:cNvSpPr/>
                <p:nvPr userDrawn="1"/>
              </p:nvSpPr>
              <p:spPr>
                <a:xfrm>
                  <a:off x="-3261070" y="3643881"/>
                  <a:ext cx="142985" cy="952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69" name="Groep 268">
                  <a:extLst>
                    <a:ext uri="{FF2B5EF4-FFF2-40B4-BE49-F238E27FC236}">
                      <a16:creationId xmlns:a16="http://schemas.microsoft.com/office/drawing/2014/main" id="{0FD76210-F770-45D3-BB4F-F9E29149A4F1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22063"/>
                  <a:ext cx="141113" cy="117345"/>
                  <a:chOff x="1094874" y="-878306"/>
                  <a:chExt cx="867364" cy="613611"/>
                </a:xfrm>
              </p:grpSpPr>
              <p:cxnSp>
                <p:nvCxnSpPr>
                  <p:cNvPr id="279" name="Rechte verbindingslijn 278">
                    <a:extLst>
                      <a:ext uri="{FF2B5EF4-FFF2-40B4-BE49-F238E27FC236}">
                        <a16:creationId xmlns:a16="http://schemas.microsoft.com/office/drawing/2014/main" id="{2327A3D9-87B4-4FD1-BFD2-324A610F7337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094874" y="-878305"/>
                    <a:ext cx="0" cy="613610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0" name="Rechte verbindingslijn 279">
                    <a:extLst>
                      <a:ext uri="{FF2B5EF4-FFF2-40B4-BE49-F238E27FC236}">
                        <a16:creationId xmlns:a16="http://schemas.microsoft.com/office/drawing/2014/main" id="{ACC9AE50-B9D6-43D9-93B6-EBAE60C3DEB0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962238" y="-878306"/>
                    <a:ext cx="0" cy="613611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81" name="Groep 280">
                    <a:extLst>
                      <a:ext uri="{FF2B5EF4-FFF2-40B4-BE49-F238E27FC236}">
                        <a16:creationId xmlns:a16="http://schemas.microsoft.com/office/drawing/2014/main" id="{952F6A17-28AE-40E4-9F87-35B74685392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0535" y="-878306"/>
                    <a:ext cx="526983" cy="613611"/>
                    <a:chOff x="1270535" y="-745959"/>
                    <a:chExt cx="526983" cy="481264"/>
                  </a:xfrm>
                </p:grpSpPr>
                <p:cxnSp>
                  <p:nvCxnSpPr>
                    <p:cNvPr id="282" name="Rechte verbindingslijn 281">
                      <a:extLst>
                        <a:ext uri="{FF2B5EF4-FFF2-40B4-BE49-F238E27FC236}">
                          <a16:creationId xmlns:a16="http://schemas.microsoft.com/office/drawing/2014/main" id="{E84C5178-351D-4C5E-ACEE-04F38C41C25F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446196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3" name="Rechte verbindingslijn 282">
                      <a:extLst>
                        <a:ext uri="{FF2B5EF4-FFF2-40B4-BE49-F238E27FC236}">
                          <a16:creationId xmlns:a16="http://schemas.microsoft.com/office/drawing/2014/main" id="{35B5AEE4-3B45-4A4B-9F5B-9F6AB96E6CB8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270535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4" name="Rechte verbindingslijn 283">
                      <a:extLst>
                        <a:ext uri="{FF2B5EF4-FFF2-40B4-BE49-F238E27FC236}">
                          <a16:creationId xmlns:a16="http://schemas.microsoft.com/office/drawing/2014/main" id="{B1AAF4A1-691F-438E-ACEA-F0152C9A8CC1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621857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5" name="Rechte verbindingslijn 284">
                      <a:extLst>
                        <a:ext uri="{FF2B5EF4-FFF2-40B4-BE49-F238E27FC236}">
                          <a16:creationId xmlns:a16="http://schemas.microsoft.com/office/drawing/2014/main" id="{64C2B648-B7DC-4C35-91AC-DEA13150ED4A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797518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70" name="Rechte verbindingslijn 269">
                  <a:extLst>
                    <a:ext uri="{FF2B5EF4-FFF2-40B4-BE49-F238E27FC236}">
                      <a16:creationId xmlns:a16="http://schemas.microsoft.com/office/drawing/2014/main" id="{91B4E0EF-7ED3-491C-9A2C-863F299EC42D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0471" y="3739408"/>
                  <a:ext cx="143329" cy="0"/>
                </a:xfrm>
                <a:prstGeom prst="line">
                  <a:avLst/>
                </a:prstGeom>
                <a:ln w="6350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Rechte verbindingslijn 270">
                  <a:extLst>
                    <a:ext uri="{FF2B5EF4-FFF2-40B4-BE49-F238E27FC236}">
                      <a16:creationId xmlns:a16="http://schemas.microsoft.com/office/drawing/2014/main" id="{E22B8215-A5AD-4F4C-9E42-65960978C86F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713352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Rechte verbindingslijn 271">
                  <a:extLst>
                    <a:ext uri="{FF2B5EF4-FFF2-40B4-BE49-F238E27FC236}">
                      <a16:creationId xmlns:a16="http://schemas.microsoft.com/office/drawing/2014/main" id="{9B0DDC89-B82E-4BF7-8A1E-BA35FA44F433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89677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Rechte verbindingslijn 272">
                  <a:extLst>
                    <a:ext uri="{FF2B5EF4-FFF2-40B4-BE49-F238E27FC236}">
                      <a16:creationId xmlns:a16="http://schemas.microsoft.com/office/drawing/2014/main" id="{2F45F933-437F-4EC2-9D61-0AC3D0A21770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63621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4" name="Rechthoek 273">
                  <a:extLst>
                    <a:ext uri="{FF2B5EF4-FFF2-40B4-BE49-F238E27FC236}">
                      <a16:creationId xmlns:a16="http://schemas.microsoft.com/office/drawing/2014/main" id="{29551897-D76E-4690-8989-6BA39545EA28}"/>
                    </a:ext>
                  </a:extLst>
                </p:cNvPr>
                <p:cNvSpPr/>
                <p:nvPr userDrawn="1"/>
              </p:nvSpPr>
              <p:spPr>
                <a:xfrm>
                  <a:off x="-3261070" y="3620931"/>
                  <a:ext cx="142893" cy="24910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75" name="Groep 274">
                  <a:extLst>
                    <a:ext uri="{FF2B5EF4-FFF2-40B4-BE49-F238E27FC236}">
                      <a16:creationId xmlns:a16="http://schemas.microsoft.com/office/drawing/2014/main" id="{03B8DF22-5A6B-4CEA-942C-4F80C0082BD0}"/>
                    </a:ext>
                  </a:extLst>
                </p:cNvPr>
                <p:cNvGrpSpPr/>
                <p:nvPr userDrawn="1"/>
              </p:nvGrpSpPr>
              <p:grpSpPr>
                <a:xfrm rot="2700000">
                  <a:off x="-3158000" y="3650045"/>
                  <a:ext cx="34350" cy="147351"/>
                  <a:chOff x="3148392" y="-836646"/>
                  <a:chExt cx="132124" cy="596095"/>
                </a:xfrm>
                <a:solidFill>
                  <a:srgbClr val="3399FF"/>
                </a:solidFill>
              </p:grpSpPr>
              <p:sp>
                <p:nvSpPr>
                  <p:cNvPr id="276" name="Rechthoek 275">
                    <a:extLst>
                      <a:ext uri="{FF2B5EF4-FFF2-40B4-BE49-F238E27FC236}">
                        <a16:creationId xmlns:a16="http://schemas.microsoft.com/office/drawing/2014/main" id="{9E0DE413-4F77-477B-931F-590FE3E7FB1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632" y="-725510"/>
                    <a:ext cx="131884" cy="281356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77" name="Rechthoek: afgeronde bovenhoeken 276">
                    <a:extLst>
                      <a:ext uri="{FF2B5EF4-FFF2-40B4-BE49-F238E27FC236}">
                        <a16:creationId xmlns:a16="http://schemas.microsoft.com/office/drawing/2014/main" id="{6DFF9D9E-7FC2-4742-9593-286DF61C45A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556" y="-836646"/>
                    <a:ext cx="131882" cy="87614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78" name="Gelijkbenige driehoek 277">
                    <a:extLst>
                      <a:ext uri="{FF2B5EF4-FFF2-40B4-BE49-F238E27FC236}">
                        <a16:creationId xmlns:a16="http://schemas.microsoft.com/office/drawing/2014/main" id="{9C8BFE25-603E-4ED2-81FA-11270BB77E7D}"/>
                      </a:ext>
                    </a:extLst>
                  </p:cNvPr>
                  <p:cNvSpPr/>
                  <p:nvPr userDrawn="1"/>
                </p:nvSpPr>
                <p:spPr>
                  <a:xfrm rot="10800000">
                    <a:off x="3148392" y="-420304"/>
                    <a:ext cx="131887" cy="179753"/>
                  </a:xfrm>
                  <a:prstGeom prst="triangle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  <p:sp>
          <p:nvSpPr>
            <p:cNvPr id="128" name="Rechthoek 127">
              <a:extLst>
                <a:ext uri="{FF2B5EF4-FFF2-40B4-BE49-F238E27FC236}">
                  <a16:creationId xmlns:a16="http://schemas.microsoft.com/office/drawing/2014/main" id="{745FE322-9690-4BC6-A94E-CF2D5A6DE95F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318710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Chart</a:t>
              </a:r>
            </a:p>
          </p:txBody>
        </p:sp>
        <p:sp>
          <p:nvSpPr>
            <p:cNvPr id="129" name="Ovaal 128">
              <a:extLst>
                <a:ext uri="{FF2B5EF4-FFF2-40B4-BE49-F238E27FC236}">
                  <a16:creationId xmlns:a16="http://schemas.microsoft.com/office/drawing/2014/main" id="{67295781-3EBC-444E-9CEE-F469A3C7E0C1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30" name="Rechthoek 129">
              <a:extLst>
                <a:ext uri="{FF2B5EF4-FFF2-40B4-BE49-F238E27FC236}">
                  <a16:creationId xmlns:a16="http://schemas.microsoft.com/office/drawing/2014/main" id="{62989ADF-84A4-4ACB-B202-B1907F85953D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31" name="Ovaal 130">
              <a:extLst>
                <a:ext uri="{FF2B5EF4-FFF2-40B4-BE49-F238E27FC236}">
                  <a16:creationId xmlns:a16="http://schemas.microsoft.com/office/drawing/2014/main" id="{43D5D100-48B3-495F-8318-21148C0AAF5C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2" name="Rechthoek 131">
              <a:extLst>
                <a:ext uri="{FF2B5EF4-FFF2-40B4-BE49-F238E27FC236}">
                  <a16:creationId xmlns:a16="http://schemas.microsoft.com/office/drawing/2014/main" id="{3E41738C-6F3F-474D-9DC6-D3C6B14A2821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33" name="Groep 132">
              <a:extLst>
                <a:ext uri="{FF2B5EF4-FFF2-40B4-BE49-F238E27FC236}">
                  <a16:creationId xmlns:a16="http://schemas.microsoft.com/office/drawing/2014/main" id="{E83C8EC5-CA63-45AF-9A86-40AA60E670E7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48" name="Rechthoek 147">
                <a:extLst>
                  <a:ext uri="{FF2B5EF4-FFF2-40B4-BE49-F238E27FC236}">
                    <a16:creationId xmlns:a16="http://schemas.microsoft.com/office/drawing/2014/main" id="{6EC95675-162C-49CF-B916-0DE03A9D5C9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97" name="Rechte verbindingslijn 196">
                <a:extLst>
                  <a:ext uri="{FF2B5EF4-FFF2-40B4-BE49-F238E27FC236}">
                    <a16:creationId xmlns:a16="http://schemas.microsoft.com/office/drawing/2014/main" id="{55E37E4F-625C-4A1D-B1BF-DF59BFD5045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200" name="Gelijkbenige driehoek 199">
                <a:extLst>
                  <a:ext uri="{FF2B5EF4-FFF2-40B4-BE49-F238E27FC236}">
                    <a16:creationId xmlns:a16="http://schemas.microsoft.com/office/drawing/2014/main" id="{F5AB1D70-477A-449D-9F6E-4F38F170ECC3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4" name="Groep 133">
              <a:extLst>
                <a:ext uri="{FF2B5EF4-FFF2-40B4-BE49-F238E27FC236}">
                  <a16:creationId xmlns:a16="http://schemas.microsoft.com/office/drawing/2014/main" id="{C171E20A-8A4D-4126-AA50-5BF6E6C7AF5E}"/>
                </a:ext>
              </a:extLst>
            </p:cNvPr>
            <p:cNvGrpSpPr/>
            <p:nvPr userDrawn="1"/>
          </p:nvGrpSpPr>
          <p:grpSpPr>
            <a:xfrm>
              <a:off x="-3316599" y="1232480"/>
              <a:ext cx="289372" cy="314992"/>
              <a:chOff x="7322769" y="-310267"/>
              <a:chExt cx="289372" cy="314992"/>
            </a:xfrm>
          </p:grpSpPr>
          <p:sp>
            <p:nvSpPr>
              <p:cNvPr id="141" name="Rechthoek 140">
                <a:extLst>
                  <a:ext uri="{FF2B5EF4-FFF2-40B4-BE49-F238E27FC236}">
                    <a16:creationId xmlns:a16="http://schemas.microsoft.com/office/drawing/2014/main" id="{4648CFB7-CEEE-421A-93D2-8FE7F97D1B10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5B1CC9FE-DB96-4703-8965-F0EE0DAD6689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EDDE67A3-5F7F-4901-8AE1-D98F7F2AACA7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35" name="Ovaal 134">
              <a:extLst>
                <a:ext uri="{FF2B5EF4-FFF2-40B4-BE49-F238E27FC236}">
                  <a16:creationId xmlns:a16="http://schemas.microsoft.com/office/drawing/2014/main" id="{A42D8172-24A4-4DA6-AE8C-856C73093C63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3A07ED26-F757-4815-8395-28921B0AE3A6}"/>
                </a:ext>
              </a:extLst>
            </p:cNvPr>
            <p:cNvSpPr/>
            <p:nvPr userDrawn="1"/>
          </p:nvSpPr>
          <p:spPr>
            <a:xfrm>
              <a:off x="-3319415" y="2555610"/>
              <a:ext cx="2944682" cy="46054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chart by clicking on various parts of the chart and using the various options 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‘Chart Tools’ - ‘Format’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sp>
          <p:nvSpPr>
            <p:cNvPr id="137" name="Rechthoek 136">
              <a:extLst>
                <a:ext uri="{FF2B5EF4-FFF2-40B4-BE49-F238E27FC236}">
                  <a16:creationId xmlns:a16="http://schemas.microsoft.com/office/drawing/2014/main" id="{50DE2669-B54C-4ACF-9B69-32FBC98735C0}"/>
                </a:ext>
              </a:extLst>
            </p:cNvPr>
            <p:cNvSpPr/>
            <p:nvPr userDrawn="1"/>
          </p:nvSpPr>
          <p:spPr>
            <a:xfrm>
              <a:off x="-3786437" y="502725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138" name="ICOON_info">
              <a:extLst>
                <a:ext uri="{FF2B5EF4-FFF2-40B4-BE49-F238E27FC236}">
                  <a16:creationId xmlns:a16="http://schemas.microsoft.com/office/drawing/2014/main" id="{F51B2934-4ECC-45C7-98FA-75460A949701}"/>
                </a:ext>
              </a:extLst>
            </p:cNvPr>
            <p:cNvGrpSpPr/>
            <p:nvPr userDrawn="1"/>
          </p:nvGrpSpPr>
          <p:grpSpPr>
            <a:xfrm>
              <a:off x="-376736" y="4856209"/>
              <a:ext cx="283685" cy="283685"/>
              <a:chOff x="-376736" y="5583395"/>
              <a:chExt cx="283685" cy="283685"/>
            </a:xfrm>
          </p:grpSpPr>
          <p:sp>
            <p:nvSpPr>
              <p:cNvPr id="139" name="Ovaal 138">
                <a:extLst>
                  <a:ext uri="{FF2B5EF4-FFF2-40B4-BE49-F238E27FC236}">
                    <a16:creationId xmlns:a16="http://schemas.microsoft.com/office/drawing/2014/main" id="{99CB33DA-3039-471B-9BC2-B551125C121A}"/>
                  </a:ext>
                </a:extLst>
              </p:cNvPr>
              <p:cNvSpPr/>
              <p:nvPr userDrawn="1"/>
            </p:nvSpPr>
            <p:spPr>
              <a:xfrm>
                <a:off x="-356709" y="5602861"/>
                <a:ext cx="244751" cy="244751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0" name="Graphic 163" descr="Informatie">
                <a:extLst>
                  <a:ext uri="{FF2B5EF4-FFF2-40B4-BE49-F238E27FC236}">
                    <a16:creationId xmlns:a16="http://schemas.microsoft.com/office/drawing/2014/main" id="{9E29AB36-6259-4A5E-B61D-BB500A56D195}"/>
                  </a:ext>
                </a:extLst>
              </p:cNvPr>
              <p:cNvSpPr/>
              <p:nvPr userDrawn="1"/>
            </p:nvSpPr>
            <p:spPr>
              <a:xfrm>
                <a:off x="-376736" y="5583395"/>
                <a:ext cx="283685" cy="28368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42" name="Tijdelijke aanduiding voor tekst 17">
            <a:extLst>
              <a:ext uri="{FF2B5EF4-FFF2-40B4-BE49-F238E27FC236}">
                <a16:creationId xmlns:a16="http://schemas.microsoft.com/office/drawing/2014/main" id="{4E156748-440B-477A-ABE4-13920EC49E3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3833" y="6424534"/>
            <a:ext cx="3072342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1954087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GRAPH</a:t>
            </a:r>
          </a:p>
        </p:txBody>
      </p:sp>
      <p:sp>
        <p:nvSpPr>
          <p:cNvPr id="196" name="Tijdelijke aanduiding voor grafiek 17">
            <a:extLst>
              <a:ext uri="{FF2B5EF4-FFF2-40B4-BE49-F238E27FC236}">
                <a16:creationId xmlns:a16="http://schemas.microsoft.com/office/drawing/2014/main" id="{25186992-A607-4E63-8AD2-7C7E6EDB1F4E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>
          <a:xfrm>
            <a:off x="535065" y="1460258"/>
            <a:ext cx="11117186" cy="4840530"/>
          </a:xfrm>
          <a:noFill/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graph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197" name="Tijdelijke aanduiding voor tekst 17">
            <a:extLst>
              <a:ext uri="{FF2B5EF4-FFF2-40B4-BE49-F238E27FC236}">
                <a16:creationId xmlns:a16="http://schemas.microsoft.com/office/drawing/2014/main" id="{71B5F23C-85A4-461D-8F4C-A242AA8FA0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661" y="6424534"/>
            <a:ext cx="3241590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99" name="Tijdelijke aanduiding voor tekst 17">
            <a:extLst>
              <a:ext uri="{FF2B5EF4-FFF2-40B4-BE49-F238E27FC236}">
                <a16:creationId xmlns:a16="http://schemas.microsoft.com/office/drawing/2014/main" id="{216A27CE-573A-4763-9D25-1A7CFC6526E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98949" y="6424534"/>
            <a:ext cx="3589867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D5ECFC1D-4B52-4857-B8FE-37DDC5B9F8A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1381751" y="6424534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2" name="Tijdelijke aanduiding voor tekst 12">
            <a:extLst>
              <a:ext uri="{FF2B5EF4-FFF2-40B4-BE49-F238E27FC236}">
                <a16:creationId xmlns:a16="http://schemas.microsoft.com/office/drawing/2014/main" id="{55A52DCD-4440-44C9-826A-9C1DF177050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F4288332-047E-4FC9-852A-B43A6DCC16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sp>
        <p:nvSpPr>
          <p:cNvPr id="203" name="Tekstvak 202">
            <a:extLst>
              <a:ext uri="{FF2B5EF4-FFF2-40B4-BE49-F238E27FC236}">
                <a16:creationId xmlns:a16="http://schemas.microsoft.com/office/drawing/2014/main" id="{2EB9E9BD-72D1-43FE-9A22-F8D9D5D34691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198" name="INSTRUCTION">
            <a:extLst>
              <a:ext uri="{FF2B5EF4-FFF2-40B4-BE49-F238E27FC236}">
                <a16:creationId xmlns:a16="http://schemas.microsoft.com/office/drawing/2014/main" id="{953B3CC4-B72C-4DBB-A098-82BF00AF1248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200" name="Rechthoek 199">
              <a:extLst>
                <a:ext uri="{FF2B5EF4-FFF2-40B4-BE49-F238E27FC236}">
                  <a16:creationId xmlns:a16="http://schemas.microsoft.com/office/drawing/2014/main" id="{EC410B25-AC9A-49B1-BF3D-EF497C6D4524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201" name="Ovaal 200">
              <a:extLst>
                <a:ext uri="{FF2B5EF4-FFF2-40B4-BE49-F238E27FC236}">
                  <a16:creationId xmlns:a16="http://schemas.microsoft.com/office/drawing/2014/main" id="{78B12C55-D95D-4419-9569-09E12AEE60A3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04" name="Rechthoek 203">
              <a:extLst>
                <a:ext uri="{FF2B5EF4-FFF2-40B4-BE49-F238E27FC236}">
                  <a16:creationId xmlns:a16="http://schemas.microsoft.com/office/drawing/2014/main" id="{7E29A3C4-128C-468B-B24C-2EED4B7AF0E6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205" name="Ovaal 204">
              <a:extLst>
                <a:ext uri="{FF2B5EF4-FFF2-40B4-BE49-F238E27FC236}">
                  <a16:creationId xmlns:a16="http://schemas.microsoft.com/office/drawing/2014/main" id="{55EAFF22-19CB-4C05-BE56-07DE0E45C6CE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06" name="Rechthoek 205">
              <a:extLst>
                <a:ext uri="{FF2B5EF4-FFF2-40B4-BE49-F238E27FC236}">
                  <a16:creationId xmlns:a16="http://schemas.microsoft.com/office/drawing/2014/main" id="{EF62971A-4FBF-4747-B8C8-8E2140EF4383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207" name="Ovaal 206">
              <a:extLst>
                <a:ext uri="{FF2B5EF4-FFF2-40B4-BE49-F238E27FC236}">
                  <a16:creationId xmlns:a16="http://schemas.microsoft.com/office/drawing/2014/main" id="{4F90F184-A707-4933-8F92-6D3D03A36D4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08" name="Ovaal 207">
              <a:extLst>
                <a:ext uri="{FF2B5EF4-FFF2-40B4-BE49-F238E27FC236}">
                  <a16:creationId xmlns:a16="http://schemas.microsoft.com/office/drawing/2014/main" id="{4AE7698C-CADD-4263-9803-7DE289241DBF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09" name="Ovaal 208">
              <a:extLst>
                <a:ext uri="{FF2B5EF4-FFF2-40B4-BE49-F238E27FC236}">
                  <a16:creationId xmlns:a16="http://schemas.microsoft.com/office/drawing/2014/main" id="{C0EF69F9-F1A8-4F7B-850E-A58FA72FC7EF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10" name="Ovaal 209">
              <a:extLst>
                <a:ext uri="{FF2B5EF4-FFF2-40B4-BE49-F238E27FC236}">
                  <a16:creationId xmlns:a16="http://schemas.microsoft.com/office/drawing/2014/main" id="{D3ABB95D-2D41-4800-83F1-6A336B15F2F7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11" name="Ovaal 210">
              <a:extLst>
                <a:ext uri="{FF2B5EF4-FFF2-40B4-BE49-F238E27FC236}">
                  <a16:creationId xmlns:a16="http://schemas.microsoft.com/office/drawing/2014/main" id="{D3B7A55C-B7F1-4C5F-8247-725965A57481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12" name="Ovaal 211">
              <a:extLst>
                <a:ext uri="{FF2B5EF4-FFF2-40B4-BE49-F238E27FC236}">
                  <a16:creationId xmlns:a16="http://schemas.microsoft.com/office/drawing/2014/main" id="{58C31759-FA3A-412D-B6CB-FDEE39BFE29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13" name="Ovaal 212">
              <a:extLst>
                <a:ext uri="{FF2B5EF4-FFF2-40B4-BE49-F238E27FC236}">
                  <a16:creationId xmlns:a16="http://schemas.microsoft.com/office/drawing/2014/main" id="{185CF135-45AB-47FC-9AE7-D2B32B07A812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14" name="Rechthoek 213">
              <a:extLst>
                <a:ext uri="{FF2B5EF4-FFF2-40B4-BE49-F238E27FC236}">
                  <a16:creationId xmlns:a16="http://schemas.microsoft.com/office/drawing/2014/main" id="{2D1D263D-D184-434A-922D-A1E4BC7A852F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15" name="ICOON_info">
              <a:extLst>
                <a:ext uri="{FF2B5EF4-FFF2-40B4-BE49-F238E27FC236}">
                  <a16:creationId xmlns:a16="http://schemas.microsoft.com/office/drawing/2014/main" id="{75AE2697-FB11-4527-84BE-9406B8FB48E4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57" name="Ovaal 256">
                <a:extLst>
                  <a:ext uri="{FF2B5EF4-FFF2-40B4-BE49-F238E27FC236}">
                    <a16:creationId xmlns:a16="http://schemas.microsoft.com/office/drawing/2014/main" id="{3FD4E289-F346-49E1-9828-1434C40BCCB8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8" name="Graphic 163" descr="Informatie">
                <a:extLst>
                  <a:ext uri="{FF2B5EF4-FFF2-40B4-BE49-F238E27FC236}">
                    <a16:creationId xmlns:a16="http://schemas.microsoft.com/office/drawing/2014/main" id="{66D4AF8B-ECF7-4622-8478-FD88D1AE8F87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16" name="VOORBEELD">
              <a:extLst>
                <a:ext uri="{FF2B5EF4-FFF2-40B4-BE49-F238E27FC236}">
                  <a16:creationId xmlns:a16="http://schemas.microsoft.com/office/drawing/2014/main" id="{E5BCF053-67FB-44CA-8632-C5B76C4E881E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217" name="Rechthoek 216">
                <a:extLst>
                  <a:ext uri="{FF2B5EF4-FFF2-40B4-BE49-F238E27FC236}">
                    <a16:creationId xmlns:a16="http://schemas.microsoft.com/office/drawing/2014/main" id="{2BFE3635-5D18-4825-A642-B4EFB2AA0AE6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218" name="Rechthoek 217">
                <a:extLst>
                  <a:ext uri="{FF2B5EF4-FFF2-40B4-BE49-F238E27FC236}">
                    <a16:creationId xmlns:a16="http://schemas.microsoft.com/office/drawing/2014/main" id="{2D6FAC48-AC1C-482A-B52A-F2586FC7F975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19" name="Groep 218">
                <a:extLst>
                  <a:ext uri="{FF2B5EF4-FFF2-40B4-BE49-F238E27FC236}">
                    <a16:creationId xmlns:a16="http://schemas.microsoft.com/office/drawing/2014/main" id="{2D579A26-7BDE-4851-BF1D-21599562A1CF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50" name="Groep 249">
                  <a:extLst>
                    <a:ext uri="{FF2B5EF4-FFF2-40B4-BE49-F238E27FC236}">
                      <a16:creationId xmlns:a16="http://schemas.microsoft.com/office/drawing/2014/main" id="{6266A2C2-038D-47F6-B5DC-3A22AD99AC6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52" name="Rechte verbindingslijn 251">
                    <a:extLst>
                      <a:ext uri="{FF2B5EF4-FFF2-40B4-BE49-F238E27FC236}">
                        <a16:creationId xmlns:a16="http://schemas.microsoft.com/office/drawing/2014/main" id="{13F5243A-CA17-4B1B-A58C-3368AE817A7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3" name="Rechte verbindingslijn 252">
                    <a:extLst>
                      <a:ext uri="{FF2B5EF4-FFF2-40B4-BE49-F238E27FC236}">
                        <a16:creationId xmlns:a16="http://schemas.microsoft.com/office/drawing/2014/main" id="{30B2DBAD-3D16-4DED-B82F-BD7C0E05650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4" name="Rechte verbindingslijn 253">
                    <a:extLst>
                      <a:ext uri="{FF2B5EF4-FFF2-40B4-BE49-F238E27FC236}">
                        <a16:creationId xmlns:a16="http://schemas.microsoft.com/office/drawing/2014/main" id="{B66B1A7B-2768-4E50-8F63-ADD5EA2F32E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5" name="Rechte verbindingslijn 254">
                    <a:extLst>
                      <a:ext uri="{FF2B5EF4-FFF2-40B4-BE49-F238E27FC236}">
                        <a16:creationId xmlns:a16="http://schemas.microsoft.com/office/drawing/2014/main" id="{0E1B30E5-B599-45EB-96B4-C52C899510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6" name="Rechte verbindingslijn 255">
                    <a:extLst>
                      <a:ext uri="{FF2B5EF4-FFF2-40B4-BE49-F238E27FC236}">
                        <a16:creationId xmlns:a16="http://schemas.microsoft.com/office/drawing/2014/main" id="{CE8ABFF0-0101-4C93-9888-4EE56EAD12A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51" name="Pijl: rechts 250">
                  <a:extLst>
                    <a:ext uri="{FF2B5EF4-FFF2-40B4-BE49-F238E27FC236}">
                      <a16:creationId xmlns:a16="http://schemas.microsoft.com/office/drawing/2014/main" id="{2F3C97AC-3369-4906-A0A3-E5703703E037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20" name="Groep 219">
                <a:extLst>
                  <a:ext uri="{FF2B5EF4-FFF2-40B4-BE49-F238E27FC236}">
                    <a16:creationId xmlns:a16="http://schemas.microsoft.com/office/drawing/2014/main" id="{37ECA518-A03D-48B8-AD0B-DE32B66710DA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43" name="Groep 242">
                  <a:extLst>
                    <a:ext uri="{FF2B5EF4-FFF2-40B4-BE49-F238E27FC236}">
                      <a16:creationId xmlns:a16="http://schemas.microsoft.com/office/drawing/2014/main" id="{00D33A22-53AE-41D4-8C23-040C1D596D0F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45" name="Rechte verbindingslijn 244">
                    <a:extLst>
                      <a:ext uri="{FF2B5EF4-FFF2-40B4-BE49-F238E27FC236}">
                        <a16:creationId xmlns:a16="http://schemas.microsoft.com/office/drawing/2014/main" id="{5AE5CE33-A7C3-46AA-9D6B-357A230E6D7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6" name="Rechte verbindingslijn 245">
                    <a:extLst>
                      <a:ext uri="{FF2B5EF4-FFF2-40B4-BE49-F238E27FC236}">
                        <a16:creationId xmlns:a16="http://schemas.microsoft.com/office/drawing/2014/main" id="{D567017B-1089-473E-B297-3EC1735274B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7" name="Rechte verbindingslijn 246">
                    <a:extLst>
                      <a:ext uri="{FF2B5EF4-FFF2-40B4-BE49-F238E27FC236}">
                        <a16:creationId xmlns:a16="http://schemas.microsoft.com/office/drawing/2014/main" id="{AA44C013-008A-4C6F-9450-49F9F45B54A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8" name="Rechte verbindingslijn 247">
                    <a:extLst>
                      <a:ext uri="{FF2B5EF4-FFF2-40B4-BE49-F238E27FC236}">
                        <a16:creationId xmlns:a16="http://schemas.microsoft.com/office/drawing/2014/main" id="{2825B215-CFC1-4B27-8574-EF8A2EE1131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9" name="Rechte verbindingslijn 248">
                    <a:extLst>
                      <a:ext uri="{FF2B5EF4-FFF2-40B4-BE49-F238E27FC236}">
                        <a16:creationId xmlns:a16="http://schemas.microsoft.com/office/drawing/2014/main" id="{348D5EE3-2F4A-4413-9B02-F5119CD937B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44" name="Pijl: rechts 243">
                  <a:extLst>
                    <a:ext uri="{FF2B5EF4-FFF2-40B4-BE49-F238E27FC236}">
                      <a16:creationId xmlns:a16="http://schemas.microsoft.com/office/drawing/2014/main" id="{2F626C11-C6BA-482F-A3AC-6C111322FB6D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221" name="Rechte verbindingslijn 220">
                <a:extLst>
                  <a:ext uri="{FF2B5EF4-FFF2-40B4-BE49-F238E27FC236}">
                    <a16:creationId xmlns:a16="http://schemas.microsoft.com/office/drawing/2014/main" id="{D7A0A61A-5839-430E-B5EB-2C7728739DC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222" name="Rechte verbindingslijn 221">
                <a:extLst>
                  <a:ext uri="{FF2B5EF4-FFF2-40B4-BE49-F238E27FC236}">
                    <a16:creationId xmlns:a16="http://schemas.microsoft.com/office/drawing/2014/main" id="{C2A0FB62-525A-46FC-9B35-DDB2D8CB429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223" name="Rechthoek 222">
                <a:extLst>
                  <a:ext uri="{FF2B5EF4-FFF2-40B4-BE49-F238E27FC236}">
                    <a16:creationId xmlns:a16="http://schemas.microsoft.com/office/drawing/2014/main" id="{917BEC65-0593-4DE1-A0C3-8E1A8506C46C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224" name="Rechthoek 223">
                <a:extLst>
                  <a:ext uri="{FF2B5EF4-FFF2-40B4-BE49-F238E27FC236}">
                    <a16:creationId xmlns:a16="http://schemas.microsoft.com/office/drawing/2014/main" id="{B4C11F69-4C82-4AB0-8D92-B174E8A3294F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225" name="Groep 224">
                <a:extLst>
                  <a:ext uri="{FF2B5EF4-FFF2-40B4-BE49-F238E27FC236}">
                    <a16:creationId xmlns:a16="http://schemas.microsoft.com/office/drawing/2014/main" id="{D7CE5305-1765-47AE-9740-9816C28DD084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35" name="Rechthoek 234">
                  <a:extLst>
                    <a:ext uri="{FF2B5EF4-FFF2-40B4-BE49-F238E27FC236}">
                      <a16:creationId xmlns:a16="http://schemas.microsoft.com/office/drawing/2014/main" id="{30378203-D96A-4F62-9162-C98A4F31BE3A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36" name="Groep 235">
                  <a:extLst>
                    <a:ext uri="{FF2B5EF4-FFF2-40B4-BE49-F238E27FC236}">
                      <a16:creationId xmlns:a16="http://schemas.microsoft.com/office/drawing/2014/main" id="{B36DFF04-9F37-4978-8E43-5E0DABE183A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38" name="Rechte verbindingslijn 237">
                    <a:extLst>
                      <a:ext uri="{FF2B5EF4-FFF2-40B4-BE49-F238E27FC236}">
                        <a16:creationId xmlns:a16="http://schemas.microsoft.com/office/drawing/2014/main" id="{1DCDAF94-99D1-4412-935B-341A8341F08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9" name="Rechte verbindingslijn 238">
                    <a:extLst>
                      <a:ext uri="{FF2B5EF4-FFF2-40B4-BE49-F238E27FC236}">
                        <a16:creationId xmlns:a16="http://schemas.microsoft.com/office/drawing/2014/main" id="{EB25599A-F9D9-4798-A751-64243D9BC29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0" name="Rechte verbindingslijn 239">
                    <a:extLst>
                      <a:ext uri="{FF2B5EF4-FFF2-40B4-BE49-F238E27FC236}">
                        <a16:creationId xmlns:a16="http://schemas.microsoft.com/office/drawing/2014/main" id="{4DC29C78-CA57-49D5-A9BC-1D8569E0814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1" name="Rechte verbindingslijn 240">
                    <a:extLst>
                      <a:ext uri="{FF2B5EF4-FFF2-40B4-BE49-F238E27FC236}">
                        <a16:creationId xmlns:a16="http://schemas.microsoft.com/office/drawing/2014/main" id="{5BF9F22D-4608-4E83-A7B2-32989A9BE0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2" name="Rechte verbindingslijn 241">
                    <a:extLst>
                      <a:ext uri="{FF2B5EF4-FFF2-40B4-BE49-F238E27FC236}">
                        <a16:creationId xmlns:a16="http://schemas.microsoft.com/office/drawing/2014/main" id="{538C2C0F-CF1B-4557-A07D-9778F3FC3BB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7" name="Pijl: rechts 236">
                  <a:extLst>
                    <a:ext uri="{FF2B5EF4-FFF2-40B4-BE49-F238E27FC236}">
                      <a16:creationId xmlns:a16="http://schemas.microsoft.com/office/drawing/2014/main" id="{2377E6CA-162E-48E0-94C8-E27457F74BD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26" name="Groep 225">
                <a:extLst>
                  <a:ext uri="{FF2B5EF4-FFF2-40B4-BE49-F238E27FC236}">
                    <a16:creationId xmlns:a16="http://schemas.microsoft.com/office/drawing/2014/main" id="{11A6B0A6-7104-4A81-BF62-E0D2AE109CD5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227" name="Rechthoek 226">
                  <a:extLst>
                    <a:ext uri="{FF2B5EF4-FFF2-40B4-BE49-F238E27FC236}">
                      <a16:creationId xmlns:a16="http://schemas.microsoft.com/office/drawing/2014/main" id="{45C70329-B8C4-4681-821E-1FEFD8CD191C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28" name="Groep 227">
                  <a:extLst>
                    <a:ext uri="{FF2B5EF4-FFF2-40B4-BE49-F238E27FC236}">
                      <a16:creationId xmlns:a16="http://schemas.microsoft.com/office/drawing/2014/main" id="{8A1ADB92-86F3-40FD-9E6D-99811BDE758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30" name="Rechte verbindingslijn 229">
                    <a:extLst>
                      <a:ext uri="{FF2B5EF4-FFF2-40B4-BE49-F238E27FC236}">
                        <a16:creationId xmlns:a16="http://schemas.microsoft.com/office/drawing/2014/main" id="{6A367BA1-B61F-43A3-874D-81AF853C0E9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1" name="Rechte verbindingslijn 230">
                    <a:extLst>
                      <a:ext uri="{FF2B5EF4-FFF2-40B4-BE49-F238E27FC236}">
                        <a16:creationId xmlns:a16="http://schemas.microsoft.com/office/drawing/2014/main" id="{91D257F8-8CCE-4AE5-9659-689AD8D185A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2" name="Rechte verbindingslijn 231">
                    <a:extLst>
                      <a:ext uri="{FF2B5EF4-FFF2-40B4-BE49-F238E27FC236}">
                        <a16:creationId xmlns:a16="http://schemas.microsoft.com/office/drawing/2014/main" id="{A2CDB025-7CBD-4D15-9312-8B1C8045CD5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3" name="Rechte verbindingslijn 232">
                    <a:extLst>
                      <a:ext uri="{FF2B5EF4-FFF2-40B4-BE49-F238E27FC236}">
                        <a16:creationId xmlns:a16="http://schemas.microsoft.com/office/drawing/2014/main" id="{8AF339B9-085B-4467-95F9-AD8E197EDA6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4" name="Rechte verbindingslijn 233">
                    <a:extLst>
                      <a:ext uri="{FF2B5EF4-FFF2-40B4-BE49-F238E27FC236}">
                        <a16:creationId xmlns:a16="http://schemas.microsoft.com/office/drawing/2014/main" id="{770F1E5B-0AC8-4208-A08B-790556C588D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29" name="Pijl: rechts 228">
                  <a:extLst>
                    <a:ext uri="{FF2B5EF4-FFF2-40B4-BE49-F238E27FC236}">
                      <a16:creationId xmlns:a16="http://schemas.microsoft.com/office/drawing/2014/main" id="{76F83C2D-6121-48DB-BBD4-C7C46D905EF4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259" name="INSTRUCTION">
            <a:extLst>
              <a:ext uri="{FF2B5EF4-FFF2-40B4-BE49-F238E27FC236}">
                <a16:creationId xmlns:a16="http://schemas.microsoft.com/office/drawing/2014/main" id="{C7F37311-3112-44B3-9E14-338EDF1D504D}"/>
              </a:ext>
            </a:extLst>
          </p:cNvPr>
          <p:cNvGrpSpPr/>
          <p:nvPr userDrawn="1"/>
        </p:nvGrpSpPr>
        <p:grpSpPr>
          <a:xfrm>
            <a:off x="12377867" y="1"/>
            <a:ext cx="3693386" cy="5855257"/>
            <a:chOff x="-3786437" y="1"/>
            <a:chExt cx="3693386" cy="5855257"/>
          </a:xfrm>
        </p:grpSpPr>
        <p:sp>
          <p:nvSpPr>
            <p:cNvPr id="260" name="Rechthoek 259">
              <a:extLst>
                <a:ext uri="{FF2B5EF4-FFF2-40B4-BE49-F238E27FC236}">
                  <a16:creationId xmlns:a16="http://schemas.microsoft.com/office/drawing/2014/main" id="{09583533-2195-41EE-B00F-039A392E0030}"/>
                </a:ext>
              </a:extLst>
            </p:cNvPr>
            <p:cNvSpPr/>
            <p:nvPr userDrawn="1"/>
          </p:nvSpPr>
          <p:spPr>
            <a:xfrm>
              <a:off x="-3786165" y="3370798"/>
              <a:ext cx="3593091" cy="17607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Edit chart data</a:t>
              </a:r>
            </a:p>
          </p:txBody>
        </p:sp>
        <p:sp>
          <p:nvSpPr>
            <p:cNvPr id="261" name="Ovaal 260">
              <a:extLst>
                <a:ext uri="{FF2B5EF4-FFF2-40B4-BE49-F238E27FC236}">
                  <a16:creationId xmlns:a16="http://schemas.microsoft.com/office/drawing/2014/main" id="{5173DA4F-55A4-4A6E-BE17-08F960B3E17A}"/>
                </a:ext>
              </a:extLst>
            </p:cNvPr>
            <p:cNvSpPr/>
            <p:nvPr userDrawn="1"/>
          </p:nvSpPr>
          <p:spPr>
            <a:xfrm>
              <a:off x="-3603587" y="383539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62" name="Rechthoek 261">
              <a:extLst>
                <a:ext uri="{FF2B5EF4-FFF2-40B4-BE49-F238E27FC236}">
                  <a16:creationId xmlns:a16="http://schemas.microsoft.com/office/drawing/2014/main" id="{87326CF2-463A-419C-9731-0D87742A07F0}"/>
                </a:ext>
              </a:extLst>
            </p:cNvPr>
            <p:cNvSpPr/>
            <p:nvPr userDrawn="1"/>
          </p:nvSpPr>
          <p:spPr>
            <a:xfrm>
              <a:off x="-3319415" y="3835398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‘Edit data’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63" name="Groep 262">
              <a:extLst>
                <a:ext uri="{FF2B5EF4-FFF2-40B4-BE49-F238E27FC236}">
                  <a16:creationId xmlns:a16="http://schemas.microsoft.com/office/drawing/2014/main" id="{8455338D-A21E-4781-9EED-974D2A57A4CE}"/>
                </a:ext>
              </a:extLst>
            </p:cNvPr>
            <p:cNvGrpSpPr/>
            <p:nvPr userDrawn="1"/>
          </p:nvGrpSpPr>
          <p:grpSpPr>
            <a:xfrm>
              <a:off x="-3314821" y="4275190"/>
              <a:ext cx="1495189" cy="563933"/>
              <a:chOff x="-3314821" y="3310415"/>
              <a:chExt cx="1495189" cy="563933"/>
            </a:xfrm>
          </p:grpSpPr>
          <p:sp>
            <p:nvSpPr>
              <p:cNvPr id="283" name="Rechthoek 282">
                <a:extLst>
                  <a:ext uri="{FF2B5EF4-FFF2-40B4-BE49-F238E27FC236}">
                    <a16:creationId xmlns:a16="http://schemas.microsoft.com/office/drawing/2014/main" id="{DB7A67B0-6030-4854-8DB6-2DD68615293B}"/>
                  </a:ext>
                </a:extLst>
              </p:cNvPr>
              <p:cNvSpPr/>
              <p:nvPr userDrawn="1"/>
            </p:nvSpPr>
            <p:spPr>
              <a:xfrm>
                <a:off x="-3314821" y="3310415"/>
                <a:ext cx="1403797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84" name="Rechthoek 283">
                <a:extLst>
                  <a:ext uri="{FF2B5EF4-FFF2-40B4-BE49-F238E27FC236}">
                    <a16:creationId xmlns:a16="http://schemas.microsoft.com/office/drawing/2014/main" id="{82B1D6AC-82DF-4F62-94E6-A35241FDB806}"/>
                  </a:ext>
                </a:extLst>
              </p:cNvPr>
              <p:cNvSpPr/>
              <p:nvPr userDrawn="1"/>
            </p:nvSpPr>
            <p:spPr>
              <a:xfrm>
                <a:off x="-3304719" y="3564140"/>
                <a:ext cx="13878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85" name="Tekstvak 284">
                <a:extLst>
                  <a:ext uri="{FF2B5EF4-FFF2-40B4-BE49-F238E27FC236}">
                    <a16:creationId xmlns:a16="http://schemas.microsoft.com/office/drawing/2014/main" id="{83B12A22-88DB-4E34-8CFE-092C9CD60AEF}"/>
                  </a:ext>
                </a:extLst>
              </p:cNvPr>
              <p:cNvSpPr txBox="1"/>
              <p:nvPr userDrawn="1"/>
            </p:nvSpPr>
            <p:spPr>
              <a:xfrm>
                <a:off x="-3122115" y="3369117"/>
                <a:ext cx="1258624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Change chart type</a:t>
                </a:r>
              </a:p>
            </p:txBody>
          </p:sp>
          <p:sp>
            <p:nvSpPr>
              <p:cNvPr id="286" name="Tekstvak 285">
                <a:extLst>
                  <a:ext uri="{FF2B5EF4-FFF2-40B4-BE49-F238E27FC236}">
                    <a16:creationId xmlns:a16="http://schemas.microsoft.com/office/drawing/2014/main" id="{0DEF348D-079D-4BA3-ACC7-16FD0BF82BDC}"/>
                  </a:ext>
                </a:extLst>
              </p:cNvPr>
              <p:cNvSpPr txBox="1"/>
              <p:nvPr userDrawn="1"/>
            </p:nvSpPr>
            <p:spPr>
              <a:xfrm>
                <a:off x="-3115840" y="3624236"/>
                <a:ext cx="1296208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Edit data</a:t>
                </a:r>
              </a:p>
            </p:txBody>
          </p:sp>
          <p:sp>
            <p:nvSpPr>
              <p:cNvPr id="287" name="Vrije vorm: vorm 286">
                <a:extLst>
                  <a:ext uri="{FF2B5EF4-FFF2-40B4-BE49-F238E27FC236}">
                    <a16:creationId xmlns:a16="http://schemas.microsoft.com/office/drawing/2014/main" id="{3E74BC95-A124-449A-AEC4-5BF2F33A673C}"/>
                  </a:ext>
                </a:extLst>
              </p:cNvPr>
              <p:cNvSpPr/>
              <p:nvPr userDrawn="1"/>
            </p:nvSpPr>
            <p:spPr>
              <a:xfrm>
                <a:off x="-1959834" y="3694348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88" name="Groep 287">
                <a:extLst>
                  <a:ext uri="{FF2B5EF4-FFF2-40B4-BE49-F238E27FC236}">
                    <a16:creationId xmlns:a16="http://schemas.microsoft.com/office/drawing/2014/main" id="{28C4BD44-EB22-41E2-B3A6-6E2E10AC3803}"/>
                  </a:ext>
                </a:extLst>
              </p:cNvPr>
              <p:cNvGrpSpPr/>
              <p:nvPr userDrawn="1"/>
            </p:nvGrpSpPr>
            <p:grpSpPr>
              <a:xfrm>
                <a:off x="-3261976" y="3361742"/>
                <a:ext cx="139861" cy="152244"/>
                <a:chOff x="12574450" y="6053892"/>
                <a:chExt cx="169232" cy="184215"/>
              </a:xfrm>
            </p:grpSpPr>
            <p:sp>
              <p:nvSpPr>
                <p:cNvPr id="308" name="Rechthoek 307">
                  <a:extLst>
                    <a:ext uri="{FF2B5EF4-FFF2-40B4-BE49-F238E27FC236}">
                      <a16:creationId xmlns:a16="http://schemas.microsoft.com/office/drawing/2014/main" id="{204FD9AC-D477-40A4-8084-08DD91815743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09" name="Rechthoek 308">
                  <a:extLst>
                    <a:ext uri="{FF2B5EF4-FFF2-40B4-BE49-F238E27FC236}">
                      <a16:creationId xmlns:a16="http://schemas.microsoft.com/office/drawing/2014/main" id="{978AC31D-AC96-48E2-9A84-254B9F6B9963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10" name="Rechthoek 309">
                  <a:extLst>
                    <a:ext uri="{FF2B5EF4-FFF2-40B4-BE49-F238E27FC236}">
                      <a16:creationId xmlns:a16="http://schemas.microsoft.com/office/drawing/2014/main" id="{2FA16EE0-C582-4A56-A0BC-1324A5BBE433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89" name="Groep 288">
                <a:extLst>
                  <a:ext uri="{FF2B5EF4-FFF2-40B4-BE49-F238E27FC236}">
                    <a16:creationId xmlns:a16="http://schemas.microsoft.com/office/drawing/2014/main" id="{827047BA-D06F-42B9-B431-07CCCDC3DDC4}"/>
                  </a:ext>
                </a:extLst>
              </p:cNvPr>
              <p:cNvGrpSpPr/>
              <p:nvPr userDrawn="1"/>
            </p:nvGrpSpPr>
            <p:grpSpPr>
              <a:xfrm>
                <a:off x="-3261070" y="3635199"/>
                <a:ext cx="168905" cy="104490"/>
                <a:chOff x="-3261070" y="3620931"/>
                <a:chExt cx="193920" cy="119965"/>
              </a:xfrm>
            </p:grpSpPr>
            <p:sp>
              <p:nvSpPr>
                <p:cNvPr id="290" name="Rechthoek 289">
                  <a:extLst>
                    <a:ext uri="{FF2B5EF4-FFF2-40B4-BE49-F238E27FC236}">
                      <a16:creationId xmlns:a16="http://schemas.microsoft.com/office/drawing/2014/main" id="{DF099170-C8F6-4EC7-B4CD-8A081302EEE6}"/>
                    </a:ext>
                  </a:extLst>
                </p:cNvPr>
                <p:cNvSpPr/>
                <p:nvPr userDrawn="1"/>
              </p:nvSpPr>
              <p:spPr>
                <a:xfrm>
                  <a:off x="-3261070" y="3643881"/>
                  <a:ext cx="142985" cy="952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91" name="Groep 290">
                  <a:extLst>
                    <a:ext uri="{FF2B5EF4-FFF2-40B4-BE49-F238E27FC236}">
                      <a16:creationId xmlns:a16="http://schemas.microsoft.com/office/drawing/2014/main" id="{859C0B57-2649-410C-A5C7-EA858C7843C0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22063"/>
                  <a:ext cx="141113" cy="117345"/>
                  <a:chOff x="1094874" y="-878306"/>
                  <a:chExt cx="867364" cy="613611"/>
                </a:xfrm>
              </p:grpSpPr>
              <p:cxnSp>
                <p:nvCxnSpPr>
                  <p:cNvPr id="301" name="Rechte verbindingslijn 300">
                    <a:extLst>
                      <a:ext uri="{FF2B5EF4-FFF2-40B4-BE49-F238E27FC236}">
                        <a16:creationId xmlns:a16="http://schemas.microsoft.com/office/drawing/2014/main" id="{E30C1A5A-F655-45CB-99CD-4335DDB0E1A4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094874" y="-878305"/>
                    <a:ext cx="0" cy="613610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2" name="Rechte verbindingslijn 301">
                    <a:extLst>
                      <a:ext uri="{FF2B5EF4-FFF2-40B4-BE49-F238E27FC236}">
                        <a16:creationId xmlns:a16="http://schemas.microsoft.com/office/drawing/2014/main" id="{D0190EC8-99F3-4B1B-95F7-43D2CCC3B75A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962238" y="-878306"/>
                    <a:ext cx="0" cy="613611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303" name="Groep 302">
                    <a:extLst>
                      <a:ext uri="{FF2B5EF4-FFF2-40B4-BE49-F238E27FC236}">
                        <a16:creationId xmlns:a16="http://schemas.microsoft.com/office/drawing/2014/main" id="{0348CB54-49E0-4869-932D-E78613DA76B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0535" y="-878306"/>
                    <a:ext cx="526983" cy="613611"/>
                    <a:chOff x="1270535" y="-745959"/>
                    <a:chExt cx="526983" cy="481264"/>
                  </a:xfrm>
                </p:grpSpPr>
                <p:cxnSp>
                  <p:nvCxnSpPr>
                    <p:cNvPr id="304" name="Rechte verbindingslijn 303">
                      <a:extLst>
                        <a:ext uri="{FF2B5EF4-FFF2-40B4-BE49-F238E27FC236}">
                          <a16:creationId xmlns:a16="http://schemas.microsoft.com/office/drawing/2014/main" id="{D39CB9CB-115C-4320-A806-158B12B167FC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446196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5" name="Rechte verbindingslijn 304">
                      <a:extLst>
                        <a:ext uri="{FF2B5EF4-FFF2-40B4-BE49-F238E27FC236}">
                          <a16:creationId xmlns:a16="http://schemas.microsoft.com/office/drawing/2014/main" id="{F867BB27-C6CC-4F5A-81A3-417DB5A04229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270535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6" name="Rechte verbindingslijn 305">
                      <a:extLst>
                        <a:ext uri="{FF2B5EF4-FFF2-40B4-BE49-F238E27FC236}">
                          <a16:creationId xmlns:a16="http://schemas.microsoft.com/office/drawing/2014/main" id="{15A9B251-7753-41D1-9F95-3F9E152D4020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621857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7" name="Rechte verbindingslijn 306">
                      <a:extLst>
                        <a:ext uri="{FF2B5EF4-FFF2-40B4-BE49-F238E27FC236}">
                          <a16:creationId xmlns:a16="http://schemas.microsoft.com/office/drawing/2014/main" id="{968E9CE0-E8BD-4DDA-B923-7C89A20C7895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797518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92" name="Rechte verbindingslijn 291">
                  <a:extLst>
                    <a:ext uri="{FF2B5EF4-FFF2-40B4-BE49-F238E27FC236}">
                      <a16:creationId xmlns:a16="http://schemas.microsoft.com/office/drawing/2014/main" id="{CC0AF0CB-D5B2-4719-AE19-3EAF9C8AF841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0471" y="3739408"/>
                  <a:ext cx="143329" cy="0"/>
                </a:xfrm>
                <a:prstGeom prst="line">
                  <a:avLst/>
                </a:prstGeom>
                <a:ln w="6350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Rechte verbindingslijn 292">
                  <a:extLst>
                    <a:ext uri="{FF2B5EF4-FFF2-40B4-BE49-F238E27FC236}">
                      <a16:creationId xmlns:a16="http://schemas.microsoft.com/office/drawing/2014/main" id="{BB7F23A3-DACC-4EC2-A3B4-3B037567A40E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713352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Rechte verbindingslijn 293">
                  <a:extLst>
                    <a:ext uri="{FF2B5EF4-FFF2-40B4-BE49-F238E27FC236}">
                      <a16:creationId xmlns:a16="http://schemas.microsoft.com/office/drawing/2014/main" id="{73154D7C-AE4F-408A-A80A-4689CE88B612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89677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Rechte verbindingslijn 294">
                  <a:extLst>
                    <a:ext uri="{FF2B5EF4-FFF2-40B4-BE49-F238E27FC236}">
                      <a16:creationId xmlns:a16="http://schemas.microsoft.com/office/drawing/2014/main" id="{6EDA89C3-5398-4036-8BD2-E92C8A32FCCA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63621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Rechthoek 295">
                  <a:extLst>
                    <a:ext uri="{FF2B5EF4-FFF2-40B4-BE49-F238E27FC236}">
                      <a16:creationId xmlns:a16="http://schemas.microsoft.com/office/drawing/2014/main" id="{9C2489B0-A47E-43D0-8F8E-1B924F5CD73A}"/>
                    </a:ext>
                  </a:extLst>
                </p:cNvPr>
                <p:cNvSpPr/>
                <p:nvPr userDrawn="1"/>
              </p:nvSpPr>
              <p:spPr>
                <a:xfrm>
                  <a:off x="-3261070" y="3620931"/>
                  <a:ext cx="142893" cy="24910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97" name="Groep 296">
                  <a:extLst>
                    <a:ext uri="{FF2B5EF4-FFF2-40B4-BE49-F238E27FC236}">
                      <a16:creationId xmlns:a16="http://schemas.microsoft.com/office/drawing/2014/main" id="{DC1C09F7-5BF0-4565-A768-6F2C59566C8E}"/>
                    </a:ext>
                  </a:extLst>
                </p:cNvPr>
                <p:cNvGrpSpPr/>
                <p:nvPr userDrawn="1"/>
              </p:nvGrpSpPr>
              <p:grpSpPr>
                <a:xfrm rot="2700000">
                  <a:off x="-3158000" y="3650045"/>
                  <a:ext cx="34350" cy="147351"/>
                  <a:chOff x="3148392" y="-836646"/>
                  <a:chExt cx="132124" cy="596095"/>
                </a:xfrm>
                <a:solidFill>
                  <a:srgbClr val="3399FF"/>
                </a:solidFill>
              </p:grpSpPr>
              <p:sp>
                <p:nvSpPr>
                  <p:cNvPr id="298" name="Rechthoek 297">
                    <a:extLst>
                      <a:ext uri="{FF2B5EF4-FFF2-40B4-BE49-F238E27FC236}">
                        <a16:creationId xmlns:a16="http://schemas.microsoft.com/office/drawing/2014/main" id="{AEE40AD9-91FD-4044-9315-3FD7A8F4310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632" y="-725510"/>
                    <a:ext cx="131884" cy="281356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99" name="Rechthoek: afgeronde bovenhoeken 298">
                    <a:extLst>
                      <a:ext uri="{FF2B5EF4-FFF2-40B4-BE49-F238E27FC236}">
                        <a16:creationId xmlns:a16="http://schemas.microsoft.com/office/drawing/2014/main" id="{90588AA8-7FA6-4C9A-81BF-100E59E7C4A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556" y="-836646"/>
                    <a:ext cx="131882" cy="87614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00" name="Gelijkbenige driehoek 299">
                    <a:extLst>
                      <a:ext uri="{FF2B5EF4-FFF2-40B4-BE49-F238E27FC236}">
                        <a16:creationId xmlns:a16="http://schemas.microsoft.com/office/drawing/2014/main" id="{26E4C6C5-0C49-4816-8A9C-D1A0C8388BB1}"/>
                      </a:ext>
                    </a:extLst>
                  </p:cNvPr>
                  <p:cNvSpPr/>
                  <p:nvPr userDrawn="1"/>
                </p:nvSpPr>
                <p:spPr>
                  <a:xfrm rot="10800000">
                    <a:off x="3148392" y="-420304"/>
                    <a:ext cx="131887" cy="179753"/>
                  </a:xfrm>
                  <a:prstGeom prst="triangle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  <p:sp>
          <p:nvSpPr>
            <p:cNvPr id="264" name="Rechthoek 263">
              <a:extLst>
                <a:ext uri="{FF2B5EF4-FFF2-40B4-BE49-F238E27FC236}">
                  <a16:creationId xmlns:a16="http://schemas.microsoft.com/office/drawing/2014/main" id="{73917C23-1F46-4C7C-982B-6C80EDDB290E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318710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Chart</a:t>
              </a:r>
            </a:p>
          </p:txBody>
        </p:sp>
        <p:sp>
          <p:nvSpPr>
            <p:cNvPr id="265" name="Ovaal 264">
              <a:extLst>
                <a:ext uri="{FF2B5EF4-FFF2-40B4-BE49-F238E27FC236}">
                  <a16:creationId xmlns:a16="http://schemas.microsoft.com/office/drawing/2014/main" id="{AFC09387-6EC9-4342-968E-74EBB2A33C29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66" name="Rechthoek 265">
              <a:extLst>
                <a:ext uri="{FF2B5EF4-FFF2-40B4-BE49-F238E27FC236}">
                  <a16:creationId xmlns:a16="http://schemas.microsoft.com/office/drawing/2014/main" id="{3C7C2FB1-6E5D-490C-9007-64492001313C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67" name="Ovaal 266">
              <a:extLst>
                <a:ext uri="{FF2B5EF4-FFF2-40B4-BE49-F238E27FC236}">
                  <a16:creationId xmlns:a16="http://schemas.microsoft.com/office/drawing/2014/main" id="{8813CB39-DD77-4AAF-9547-F592041BDBA1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68" name="Rechthoek 267">
              <a:extLst>
                <a:ext uri="{FF2B5EF4-FFF2-40B4-BE49-F238E27FC236}">
                  <a16:creationId xmlns:a16="http://schemas.microsoft.com/office/drawing/2014/main" id="{F6645941-AD93-4E48-B459-C686CE43CC02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69" name="Groep 268">
              <a:extLst>
                <a:ext uri="{FF2B5EF4-FFF2-40B4-BE49-F238E27FC236}">
                  <a16:creationId xmlns:a16="http://schemas.microsoft.com/office/drawing/2014/main" id="{07FA43E4-BED3-4F3A-93C7-769FE3221726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280" name="Rechthoek 279">
                <a:extLst>
                  <a:ext uri="{FF2B5EF4-FFF2-40B4-BE49-F238E27FC236}">
                    <a16:creationId xmlns:a16="http://schemas.microsoft.com/office/drawing/2014/main" id="{2B2B83B9-A1C1-41D3-8702-D956472E40A2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281" name="Rechte verbindingslijn 280">
                <a:extLst>
                  <a:ext uri="{FF2B5EF4-FFF2-40B4-BE49-F238E27FC236}">
                    <a16:creationId xmlns:a16="http://schemas.microsoft.com/office/drawing/2014/main" id="{4F05D1CA-5E6A-476E-9330-B22048873B8E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282" name="Gelijkbenige driehoek 281">
                <a:extLst>
                  <a:ext uri="{FF2B5EF4-FFF2-40B4-BE49-F238E27FC236}">
                    <a16:creationId xmlns:a16="http://schemas.microsoft.com/office/drawing/2014/main" id="{101CB453-013D-4306-83EC-CB3C550BF89C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70" name="Groep 269">
              <a:extLst>
                <a:ext uri="{FF2B5EF4-FFF2-40B4-BE49-F238E27FC236}">
                  <a16:creationId xmlns:a16="http://schemas.microsoft.com/office/drawing/2014/main" id="{2C3E06D0-9EE9-4BF6-91C1-9FFA38B47362}"/>
                </a:ext>
              </a:extLst>
            </p:cNvPr>
            <p:cNvGrpSpPr/>
            <p:nvPr userDrawn="1"/>
          </p:nvGrpSpPr>
          <p:grpSpPr>
            <a:xfrm>
              <a:off x="-3316599" y="1232480"/>
              <a:ext cx="289372" cy="314992"/>
              <a:chOff x="7322769" y="-310267"/>
              <a:chExt cx="289372" cy="314992"/>
            </a:xfrm>
          </p:grpSpPr>
          <p:sp>
            <p:nvSpPr>
              <p:cNvPr id="277" name="Rechthoek 276">
                <a:extLst>
                  <a:ext uri="{FF2B5EF4-FFF2-40B4-BE49-F238E27FC236}">
                    <a16:creationId xmlns:a16="http://schemas.microsoft.com/office/drawing/2014/main" id="{473E8591-A729-438C-B00D-AEDB935B5E3F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8" name="Rechthoek 277">
                <a:extLst>
                  <a:ext uri="{FF2B5EF4-FFF2-40B4-BE49-F238E27FC236}">
                    <a16:creationId xmlns:a16="http://schemas.microsoft.com/office/drawing/2014/main" id="{964C1595-58F0-45E2-8A11-08501309FB66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9" name="Rechthoek 278">
                <a:extLst>
                  <a:ext uri="{FF2B5EF4-FFF2-40B4-BE49-F238E27FC236}">
                    <a16:creationId xmlns:a16="http://schemas.microsoft.com/office/drawing/2014/main" id="{93E44CEC-516E-4CA8-986B-8C378256E15D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71" name="Ovaal 270">
              <a:extLst>
                <a:ext uri="{FF2B5EF4-FFF2-40B4-BE49-F238E27FC236}">
                  <a16:creationId xmlns:a16="http://schemas.microsoft.com/office/drawing/2014/main" id="{C5B9547B-EB55-45FB-80C4-23D3475808C1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72" name="Rechthoek 271">
              <a:extLst>
                <a:ext uri="{FF2B5EF4-FFF2-40B4-BE49-F238E27FC236}">
                  <a16:creationId xmlns:a16="http://schemas.microsoft.com/office/drawing/2014/main" id="{7D6431F0-E853-4B6F-99F1-24FA432B8714}"/>
                </a:ext>
              </a:extLst>
            </p:cNvPr>
            <p:cNvSpPr/>
            <p:nvPr userDrawn="1"/>
          </p:nvSpPr>
          <p:spPr>
            <a:xfrm>
              <a:off x="-3319415" y="2555610"/>
              <a:ext cx="2944682" cy="46054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chart by clicking on various parts of the chart and using the various options 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‘Chart Tools’ - ‘Format’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sp>
          <p:nvSpPr>
            <p:cNvPr id="273" name="Rechthoek 272">
              <a:extLst>
                <a:ext uri="{FF2B5EF4-FFF2-40B4-BE49-F238E27FC236}">
                  <a16:creationId xmlns:a16="http://schemas.microsoft.com/office/drawing/2014/main" id="{1BC75E1F-D596-4F8C-BCED-748A7B4B99B3}"/>
                </a:ext>
              </a:extLst>
            </p:cNvPr>
            <p:cNvSpPr/>
            <p:nvPr userDrawn="1"/>
          </p:nvSpPr>
          <p:spPr>
            <a:xfrm>
              <a:off x="-3786437" y="502725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74" name="ICOON_info">
              <a:extLst>
                <a:ext uri="{FF2B5EF4-FFF2-40B4-BE49-F238E27FC236}">
                  <a16:creationId xmlns:a16="http://schemas.microsoft.com/office/drawing/2014/main" id="{635CF08A-665B-4ECE-A228-270A028F66FB}"/>
                </a:ext>
              </a:extLst>
            </p:cNvPr>
            <p:cNvGrpSpPr/>
            <p:nvPr userDrawn="1"/>
          </p:nvGrpSpPr>
          <p:grpSpPr>
            <a:xfrm>
              <a:off x="-376736" y="4856209"/>
              <a:ext cx="283685" cy="283685"/>
              <a:chOff x="-376736" y="5583395"/>
              <a:chExt cx="283685" cy="283685"/>
            </a:xfrm>
          </p:grpSpPr>
          <p:sp>
            <p:nvSpPr>
              <p:cNvPr id="275" name="Ovaal 274">
                <a:extLst>
                  <a:ext uri="{FF2B5EF4-FFF2-40B4-BE49-F238E27FC236}">
                    <a16:creationId xmlns:a16="http://schemas.microsoft.com/office/drawing/2014/main" id="{A9DEFF80-1E56-46EF-9080-6540849D5308}"/>
                  </a:ext>
                </a:extLst>
              </p:cNvPr>
              <p:cNvSpPr/>
              <p:nvPr userDrawn="1"/>
            </p:nvSpPr>
            <p:spPr>
              <a:xfrm>
                <a:off x="-356709" y="5602861"/>
                <a:ext cx="244751" cy="244751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6" name="Graphic 163" descr="Informatie">
                <a:extLst>
                  <a:ext uri="{FF2B5EF4-FFF2-40B4-BE49-F238E27FC236}">
                    <a16:creationId xmlns:a16="http://schemas.microsoft.com/office/drawing/2014/main" id="{02476D69-18BB-4604-9CC0-A2665277ABDD}"/>
                  </a:ext>
                </a:extLst>
              </p:cNvPr>
              <p:cNvSpPr/>
              <p:nvPr userDrawn="1"/>
            </p:nvSpPr>
            <p:spPr>
              <a:xfrm>
                <a:off x="-376736" y="5583395"/>
                <a:ext cx="283685" cy="28368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22" name="Tijdelijke aanduiding voor tekst 17">
            <a:extLst>
              <a:ext uri="{FF2B5EF4-FFF2-40B4-BE49-F238E27FC236}">
                <a16:creationId xmlns:a16="http://schemas.microsoft.com/office/drawing/2014/main" id="{E42B2540-E204-49D4-9575-0591E237259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44417" y="6424534"/>
            <a:ext cx="3061757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1143412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S WITH ICONS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GRAPHS WITH ICONS 2X</a:t>
            </a:r>
          </a:p>
        </p:txBody>
      </p:sp>
      <p:sp>
        <p:nvSpPr>
          <p:cNvPr id="203" name="Tijdelijke aanduiding voor grafiek 17">
            <a:extLst>
              <a:ext uri="{FF2B5EF4-FFF2-40B4-BE49-F238E27FC236}">
                <a16:creationId xmlns:a16="http://schemas.microsoft.com/office/drawing/2014/main" id="{C5A3D4DC-B066-4BB4-BDA4-902E0AE9D361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6357964" y="2056046"/>
            <a:ext cx="5293787" cy="4244741"/>
          </a:xfrm>
          <a:noFill/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graph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208" name="Tijdelijke aanduiding voor grafiek 17">
            <a:extLst>
              <a:ext uri="{FF2B5EF4-FFF2-40B4-BE49-F238E27FC236}">
                <a16:creationId xmlns:a16="http://schemas.microsoft.com/office/drawing/2014/main" id="{003AC492-483E-4248-AE1B-5FB3EC0B5267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528637" y="2056048"/>
            <a:ext cx="5293787" cy="4244741"/>
          </a:xfrm>
          <a:noFill/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graph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209" name="Tijdelijke aanduiding voor afbeelding 16">
            <a:extLst>
              <a:ext uri="{FF2B5EF4-FFF2-40B4-BE49-F238E27FC236}">
                <a16:creationId xmlns:a16="http://schemas.microsoft.com/office/drawing/2014/main" id="{07B9DB60-FAA1-4833-97F4-73F080C723E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684834" y="1468958"/>
            <a:ext cx="981393" cy="490697"/>
          </a:xfrm>
          <a:noFill/>
        </p:spPr>
        <p:txBody>
          <a:bodyPr wrap="none" lIns="108000" tIns="0" rIns="108000" bIns="900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icon</a:t>
            </a:r>
          </a:p>
        </p:txBody>
      </p:sp>
      <p:sp>
        <p:nvSpPr>
          <p:cNvPr id="210" name="Tijdelijke aanduiding voor afbeelding 16">
            <a:extLst>
              <a:ext uri="{FF2B5EF4-FFF2-40B4-BE49-F238E27FC236}">
                <a16:creationId xmlns:a16="http://schemas.microsoft.com/office/drawing/2014/main" id="{D6424E24-EB3B-4D3A-BEA1-D67237BF436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514161" y="1468958"/>
            <a:ext cx="981393" cy="490697"/>
          </a:xfrm>
          <a:noFill/>
        </p:spPr>
        <p:txBody>
          <a:bodyPr wrap="none" lIns="108000" tIns="0" rIns="108000" bIns="900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icon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8F0A791-918C-4B77-8FA5-95FE0C51DCE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381751" y="6424534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6" name="Tijdelijke aanduiding voor tekst 17">
            <a:extLst>
              <a:ext uri="{FF2B5EF4-FFF2-40B4-BE49-F238E27FC236}">
                <a16:creationId xmlns:a16="http://schemas.microsoft.com/office/drawing/2014/main" id="{42EE733D-8FBA-40F7-87DF-FE299A08644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6661" y="6424534"/>
            <a:ext cx="3235240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97" name="Tijdelijke aanduiding voor tekst 17">
            <a:extLst>
              <a:ext uri="{FF2B5EF4-FFF2-40B4-BE49-F238E27FC236}">
                <a16:creationId xmlns:a16="http://schemas.microsoft.com/office/drawing/2014/main" id="{CE7C4C2A-CD93-49C7-8260-DC95DBDD618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96833" y="6424534"/>
            <a:ext cx="3598334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199" name="Tijdelijke aanduiding voor tekst 12">
            <a:extLst>
              <a:ext uri="{FF2B5EF4-FFF2-40B4-BE49-F238E27FC236}">
                <a16:creationId xmlns:a16="http://schemas.microsoft.com/office/drawing/2014/main" id="{EC7CD370-5DC6-4867-83E3-84E5C8E77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D389943-5A4D-48EA-8486-241E262E4A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sp>
        <p:nvSpPr>
          <p:cNvPr id="201" name="Tekstvak 200">
            <a:extLst>
              <a:ext uri="{FF2B5EF4-FFF2-40B4-BE49-F238E27FC236}">
                <a16:creationId xmlns:a16="http://schemas.microsoft.com/office/drawing/2014/main" id="{BFBFA378-B8E3-4CD3-9246-DAB3F24061EB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198" name="INSTRUCTION">
            <a:extLst>
              <a:ext uri="{FF2B5EF4-FFF2-40B4-BE49-F238E27FC236}">
                <a16:creationId xmlns:a16="http://schemas.microsoft.com/office/drawing/2014/main" id="{AF58F6FE-2287-4D94-A982-B340D9D6536B}"/>
              </a:ext>
            </a:extLst>
          </p:cNvPr>
          <p:cNvGrpSpPr/>
          <p:nvPr userDrawn="1"/>
        </p:nvGrpSpPr>
        <p:grpSpPr>
          <a:xfrm>
            <a:off x="12377867" y="1"/>
            <a:ext cx="3693386" cy="5855257"/>
            <a:chOff x="-3786437" y="1"/>
            <a:chExt cx="3693386" cy="5855257"/>
          </a:xfrm>
        </p:grpSpPr>
        <p:sp>
          <p:nvSpPr>
            <p:cNvPr id="200" name="Rechthoek 199">
              <a:extLst>
                <a:ext uri="{FF2B5EF4-FFF2-40B4-BE49-F238E27FC236}">
                  <a16:creationId xmlns:a16="http://schemas.microsoft.com/office/drawing/2014/main" id="{3F7FA3B6-6CF4-4A6A-B8ED-E8E710178359}"/>
                </a:ext>
              </a:extLst>
            </p:cNvPr>
            <p:cNvSpPr/>
            <p:nvPr userDrawn="1"/>
          </p:nvSpPr>
          <p:spPr>
            <a:xfrm>
              <a:off x="-3786165" y="3370798"/>
              <a:ext cx="3593091" cy="17607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Edit chart data</a:t>
              </a:r>
            </a:p>
          </p:txBody>
        </p:sp>
        <p:sp>
          <p:nvSpPr>
            <p:cNvPr id="202" name="Ovaal 201">
              <a:extLst>
                <a:ext uri="{FF2B5EF4-FFF2-40B4-BE49-F238E27FC236}">
                  <a16:creationId xmlns:a16="http://schemas.microsoft.com/office/drawing/2014/main" id="{D6666B2E-8BED-45C3-BCB8-6E06AAA81B6E}"/>
                </a:ext>
              </a:extLst>
            </p:cNvPr>
            <p:cNvSpPr/>
            <p:nvPr userDrawn="1"/>
          </p:nvSpPr>
          <p:spPr>
            <a:xfrm>
              <a:off x="-3603587" y="383539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05" name="Rechthoek 204">
              <a:extLst>
                <a:ext uri="{FF2B5EF4-FFF2-40B4-BE49-F238E27FC236}">
                  <a16:creationId xmlns:a16="http://schemas.microsoft.com/office/drawing/2014/main" id="{F2FDC2B3-92DF-4619-BE47-BEABC593B99B}"/>
                </a:ext>
              </a:extLst>
            </p:cNvPr>
            <p:cNvSpPr/>
            <p:nvPr userDrawn="1"/>
          </p:nvSpPr>
          <p:spPr>
            <a:xfrm>
              <a:off x="-3319415" y="3835398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‘Edit data’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06" name="Groep 205">
              <a:extLst>
                <a:ext uri="{FF2B5EF4-FFF2-40B4-BE49-F238E27FC236}">
                  <a16:creationId xmlns:a16="http://schemas.microsoft.com/office/drawing/2014/main" id="{8FF5D136-4C09-4314-8C82-C8E7A17865A1}"/>
                </a:ext>
              </a:extLst>
            </p:cNvPr>
            <p:cNvGrpSpPr/>
            <p:nvPr userDrawn="1"/>
          </p:nvGrpSpPr>
          <p:grpSpPr>
            <a:xfrm>
              <a:off x="-3314821" y="4275190"/>
              <a:ext cx="1495189" cy="563933"/>
              <a:chOff x="-3314821" y="3310415"/>
              <a:chExt cx="1495189" cy="563933"/>
            </a:xfrm>
          </p:grpSpPr>
          <p:sp>
            <p:nvSpPr>
              <p:cNvPr id="232" name="Rechthoek 231">
                <a:extLst>
                  <a:ext uri="{FF2B5EF4-FFF2-40B4-BE49-F238E27FC236}">
                    <a16:creationId xmlns:a16="http://schemas.microsoft.com/office/drawing/2014/main" id="{AAA6A6CD-001A-4241-AF51-CD2F7AF54F52}"/>
                  </a:ext>
                </a:extLst>
              </p:cNvPr>
              <p:cNvSpPr/>
              <p:nvPr userDrawn="1"/>
            </p:nvSpPr>
            <p:spPr>
              <a:xfrm>
                <a:off x="-3314821" y="3310415"/>
                <a:ext cx="1403797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3" name="Rechthoek 232">
                <a:extLst>
                  <a:ext uri="{FF2B5EF4-FFF2-40B4-BE49-F238E27FC236}">
                    <a16:creationId xmlns:a16="http://schemas.microsoft.com/office/drawing/2014/main" id="{BAE22C09-41BF-4CE9-90B4-61B792880CF0}"/>
                  </a:ext>
                </a:extLst>
              </p:cNvPr>
              <p:cNvSpPr/>
              <p:nvPr userDrawn="1"/>
            </p:nvSpPr>
            <p:spPr>
              <a:xfrm>
                <a:off x="-3304719" y="3564140"/>
                <a:ext cx="13878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4" name="Tekstvak 233">
                <a:extLst>
                  <a:ext uri="{FF2B5EF4-FFF2-40B4-BE49-F238E27FC236}">
                    <a16:creationId xmlns:a16="http://schemas.microsoft.com/office/drawing/2014/main" id="{70FA655C-16AF-405F-AC07-D04C2B4D6D75}"/>
                  </a:ext>
                </a:extLst>
              </p:cNvPr>
              <p:cNvSpPr txBox="1"/>
              <p:nvPr userDrawn="1"/>
            </p:nvSpPr>
            <p:spPr>
              <a:xfrm>
                <a:off x="-3122115" y="3369117"/>
                <a:ext cx="1258624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Change chart type</a:t>
                </a:r>
              </a:p>
            </p:txBody>
          </p:sp>
          <p:sp>
            <p:nvSpPr>
              <p:cNvPr id="235" name="Tekstvak 234">
                <a:extLst>
                  <a:ext uri="{FF2B5EF4-FFF2-40B4-BE49-F238E27FC236}">
                    <a16:creationId xmlns:a16="http://schemas.microsoft.com/office/drawing/2014/main" id="{1AFD01E0-EF0B-4528-BB0D-2B5E94F78F3E}"/>
                  </a:ext>
                </a:extLst>
              </p:cNvPr>
              <p:cNvSpPr txBox="1"/>
              <p:nvPr userDrawn="1"/>
            </p:nvSpPr>
            <p:spPr>
              <a:xfrm>
                <a:off x="-3115840" y="3624236"/>
                <a:ext cx="1296208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Edit data</a:t>
                </a:r>
              </a:p>
            </p:txBody>
          </p:sp>
          <p:sp>
            <p:nvSpPr>
              <p:cNvPr id="236" name="Vrije vorm: vorm 235">
                <a:extLst>
                  <a:ext uri="{FF2B5EF4-FFF2-40B4-BE49-F238E27FC236}">
                    <a16:creationId xmlns:a16="http://schemas.microsoft.com/office/drawing/2014/main" id="{4BF49DD2-717F-48B2-BCFD-17D5DA14D343}"/>
                  </a:ext>
                </a:extLst>
              </p:cNvPr>
              <p:cNvSpPr/>
              <p:nvPr userDrawn="1"/>
            </p:nvSpPr>
            <p:spPr>
              <a:xfrm>
                <a:off x="-1959834" y="3694348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37" name="Groep 236">
                <a:extLst>
                  <a:ext uri="{FF2B5EF4-FFF2-40B4-BE49-F238E27FC236}">
                    <a16:creationId xmlns:a16="http://schemas.microsoft.com/office/drawing/2014/main" id="{2886836D-EDBB-4458-A111-AF1A7C364E28}"/>
                  </a:ext>
                </a:extLst>
              </p:cNvPr>
              <p:cNvGrpSpPr/>
              <p:nvPr userDrawn="1"/>
            </p:nvGrpSpPr>
            <p:grpSpPr>
              <a:xfrm>
                <a:off x="-3261976" y="3361742"/>
                <a:ext cx="139861" cy="152244"/>
                <a:chOff x="12574450" y="6053892"/>
                <a:chExt cx="169232" cy="184215"/>
              </a:xfrm>
            </p:grpSpPr>
            <p:sp>
              <p:nvSpPr>
                <p:cNvPr id="257" name="Rechthoek 256">
                  <a:extLst>
                    <a:ext uri="{FF2B5EF4-FFF2-40B4-BE49-F238E27FC236}">
                      <a16:creationId xmlns:a16="http://schemas.microsoft.com/office/drawing/2014/main" id="{CE5DFA72-33A4-464A-B3EC-71E27D8FFA86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8" name="Rechthoek 257">
                  <a:extLst>
                    <a:ext uri="{FF2B5EF4-FFF2-40B4-BE49-F238E27FC236}">
                      <a16:creationId xmlns:a16="http://schemas.microsoft.com/office/drawing/2014/main" id="{4129D555-C15D-4346-B079-923A7D20FA2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9" name="Rechthoek 258">
                  <a:extLst>
                    <a:ext uri="{FF2B5EF4-FFF2-40B4-BE49-F238E27FC236}">
                      <a16:creationId xmlns:a16="http://schemas.microsoft.com/office/drawing/2014/main" id="{759BE550-FA63-439C-AE48-E56E9F1BADE9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38" name="Groep 237">
                <a:extLst>
                  <a:ext uri="{FF2B5EF4-FFF2-40B4-BE49-F238E27FC236}">
                    <a16:creationId xmlns:a16="http://schemas.microsoft.com/office/drawing/2014/main" id="{71E22F44-B3F9-42E1-B612-AEF0D0067CE2}"/>
                  </a:ext>
                </a:extLst>
              </p:cNvPr>
              <p:cNvGrpSpPr/>
              <p:nvPr userDrawn="1"/>
            </p:nvGrpSpPr>
            <p:grpSpPr>
              <a:xfrm>
                <a:off x="-3261070" y="3635199"/>
                <a:ext cx="168905" cy="104490"/>
                <a:chOff x="-3261070" y="3620931"/>
                <a:chExt cx="193920" cy="119965"/>
              </a:xfrm>
            </p:grpSpPr>
            <p:sp>
              <p:nvSpPr>
                <p:cNvPr id="239" name="Rechthoek 238">
                  <a:extLst>
                    <a:ext uri="{FF2B5EF4-FFF2-40B4-BE49-F238E27FC236}">
                      <a16:creationId xmlns:a16="http://schemas.microsoft.com/office/drawing/2014/main" id="{59D2C5C1-00CD-49DE-BB93-C53050ED81AC}"/>
                    </a:ext>
                  </a:extLst>
                </p:cNvPr>
                <p:cNvSpPr/>
                <p:nvPr userDrawn="1"/>
              </p:nvSpPr>
              <p:spPr>
                <a:xfrm>
                  <a:off x="-3261070" y="3643881"/>
                  <a:ext cx="142985" cy="952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40" name="Groep 239">
                  <a:extLst>
                    <a:ext uri="{FF2B5EF4-FFF2-40B4-BE49-F238E27FC236}">
                      <a16:creationId xmlns:a16="http://schemas.microsoft.com/office/drawing/2014/main" id="{EC602881-2B50-4B7D-B750-DB603AC632F7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22063"/>
                  <a:ext cx="141113" cy="117345"/>
                  <a:chOff x="1094874" y="-878306"/>
                  <a:chExt cx="867364" cy="613611"/>
                </a:xfrm>
              </p:grpSpPr>
              <p:cxnSp>
                <p:nvCxnSpPr>
                  <p:cNvPr id="250" name="Rechte verbindingslijn 249">
                    <a:extLst>
                      <a:ext uri="{FF2B5EF4-FFF2-40B4-BE49-F238E27FC236}">
                        <a16:creationId xmlns:a16="http://schemas.microsoft.com/office/drawing/2014/main" id="{1AFBFCBD-0521-48A2-94A1-6FED12912217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094874" y="-878305"/>
                    <a:ext cx="0" cy="613610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1" name="Rechte verbindingslijn 250">
                    <a:extLst>
                      <a:ext uri="{FF2B5EF4-FFF2-40B4-BE49-F238E27FC236}">
                        <a16:creationId xmlns:a16="http://schemas.microsoft.com/office/drawing/2014/main" id="{910ADBA2-6576-4DA0-8280-E76B947F7D85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962238" y="-878306"/>
                    <a:ext cx="0" cy="613611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52" name="Groep 251">
                    <a:extLst>
                      <a:ext uri="{FF2B5EF4-FFF2-40B4-BE49-F238E27FC236}">
                        <a16:creationId xmlns:a16="http://schemas.microsoft.com/office/drawing/2014/main" id="{64191597-ABD9-492B-BFD0-586868CB74A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0535" y="-878306"/>
                    <a:ext cx="526983" cy="613611"/>
                    <a:chOff x="1270535" y="-745959"/>
                    <a:chExt cx="526983" cy="481264"/>
                  </a:xfrm>
                </p:grpSpPr>
                <p:cxnSp>
                  <p:nvCxnSpPr>
                    <p:cNvPr id="253" name="Rechte verbindingslijn 252">
                      <a:extLst>
                        <a:ext uri="{FF2B5EF4-FFF2-40B4-BE49-F238E27FC236}">
                          <a16:creationId xmlns:a16="http://schemas.microsoft.com/office/drawing/2014/main" id="{B0A5CA66-86F1-4441-8BEC-8F404B51ADB4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446196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4" name="Rechte verbindingslijn 253">
                      <a:extLst>
                        <a:ext uri="{FF2B5EF4-FFF2-40B4-BE49-F238E27FC236}">
                          <a16:creationId xmlns:a16="http://schemas.microsoft.com/office/drawing/2014/main" id="{96B9199C-63C0-4E35-BE9E-775CC38C9E01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270535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5" name="Rechte verbindingslijn 254">
                      <a:extLst>
                        <a:ext uri="{FF2B5EF4-FFF2-40B4-BE49-F238E27FC236}">
                          <a16:creationId xmlns:a16="http://schemas.microsoft.com/office/drawing/2014/main" id="{BD1F8D60-7670-4DC8-9729-701A5D2C2C38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621857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6" name="Rechte verbindingslijn 255">
                      <a:extLst>
                        <a:ext uri="{FF2B5EF4-FFF2-40B4-BE49-F238E27FC236}">
                          <a16:creationId xmlns:a16="http://schemas.microsoft.com/office/drawing/2014/main" id="{5445EE36-0861-4684-83F2-E17DE68C1A1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797518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41" name="Rechte verbindingslijn 240">
                  <a:extLst>
                    <a:ext uri="{FF2B5EF4-FFF2-40B4-BE49-F238E27FC236}">
                      <a16:creationId xmlns:a16="http://schemas.microsoft.com/office/drawing/2014/main" id="{71D69754-05ED-47BA-9D8B-2799F3380DA5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0471" y="3739408"/>
                  <a:ext cx="143329" cy="0"/>
                </a:xfrm>
                <a:prstGeom prst="line">
                  <a:avLst/>
                </a:prstGeom>
                <a:ln w="6350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Rechte verbindingslijn 241">
                  <a:extLst>
                    <a:ext uri="{FF2B5EF4-FFF2-40B4-BE49-F238E27FC236}">
                      <a16:creationId xmlns:a16="http://schemas.microsoft.com/office/drawing/2014/main" id="{A6400246-E284-4428-B5C6-52989FF60339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713352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Rechte verbindingslijn 242">
                  <a:extLst>
                    <a:ext uri="{FF2B5EF4-FFF2-40B4-BE49-F238E27FC236}">
                      <a16:creationId xmlns:a16="http://schemas.microsoft.com/office/drawing/2014/main" id="{2E98FCD9-0678-4F4D-A0AC-06D10BD1B92C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89677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Rechte verbindingslijn 243">
                  <a:extLst>
                    <a:ext uri="{FF2B5EF4-FFF2-40B4-BE49-F238E27FC236}">
                      <a16:creationId xmlns:a16="http://schemas.microsoft.com/office/drawing/2014/main" id="{B9A7C566-590A-4496-8C5D-52EEA71A503D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63621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5" name="Rechthoek 244">
                  <a:extLst>
                    <a:ext uri="{FF2B5EF4-FFF2-40B4-BE49-F238E27FC236}">
                      <a16:creationId xmlns:a16="http://schemas.microsoft.com/office/drawing/2014/main" id="{1E5214EC-B4F3-4934-A05D-53DD5752D440}"/>
                    </a:ext>
                  </a:extLst>
                </p:cNvPr>
                <p:cNvSpPr/>
                <p:nvPr userDrawn="1"/>
              </p:nvSpPr>
              <p:spPr>
                <a:xfrm>
                  <a:off x="-3261070" y="3620931"/>
                  <a:ext cx="142893" cy="24910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46" name="Groep 245">
                  <a:extLst>
                    <a:ext uri="{FF2B5EF4-FFF2-40B4-BE49-F238E27FC236}">
                      <a16:creationId xmlns:a16="http://schemas.microsoft.com/office/drawing/2014/main" id="{D451C917-8D7F-4605-B12A-7267968D15F2}"/>
                    </a:ext>
                  </a:extLst>
                </p:cNvPr>
                <p:cNvGrpSpPr/>
                <p:nvPr userDrawn="1"/>
              </p:nvGrpSpPr>
              <p:grpSpPr>
                <a:xfrm rot="2700000">
                  <a:off x="-3158000" y="3650045"/>
                  <a:ext cx="34350" cy="147351"/>
                  <a:chOff x="3148392" y="-836646"/>
                  <a:chExt cx="132124" cy="596095"/>
                </a:xfrm>
                <a:solidFill>
                  <a:srgbClr val="3399FF"/>
                </a:solidFill>
              </p:grpSpPr>
              <p:sp>
                <p:nvSpPr>
                  <p:cNvPr id="247" name="Rechthoek 246">
                    <a:extLst>
                      <a:ext uri="{FF2B5EF4-FFF2-40B4-BE49-F238E27FC236}">
                        <a16:creationId xmlns:a16="http://schemas.microsoft.com/office/drawing/2014/main" id="{FF3B4142-87A9-4281-BC0E-F0091A50D2C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632" y="-725510"/>
                    <a:ext cx="131884" cy="281356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48" name="Rechthoek: afgeronde bovenhoeken 247">
                    <a:extLst>
                      <a:ext uri="{FF2B5EF4-FFF2-40B4-BE49-F238E27FC236}">
                        <a16:creationId xmlns:a16="http://schemas.microsoft.com/office/drawing/2014/main" id="{03EAD745-6F18-4080-829E-D924EBF3D23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556" y="-836646"/>
                    <a:ext cx="131882" cy="87614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49" name="Gelijkbenige driehoek 248">
                    <a:extLst>
                      <a:ext uri="{FF2B5EF4-FFF2-40B4-BE49-F238E27FC236}">
                        <a16:creationId xmlns:a16="http://schemas.microsoft.com/office/drawing/2014/main" id="{381F2756-962A-4B2A-88E7-FEAEB4C113F2}"/>
                      </a:ext>
                    </a:extLst>
                  </p:cNvPr>
                  <p:cNvSpPr/>
                  <p:nvPr userDrawn="1"/>
                </p:nvSpPr>
                <p:spPr>
                  <a:xfrm rot="10800000">
                    <a:off x="3148392" y="-420304"/>
                    <a:ext cx="131887" cy="179753"/>
                  </a:xfrm>
                  <a:prstGeom prst="triangle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  <p:sp>
          <p:nvSpPr>
            <p:cNvPr id="213" name="Rechthoek 212">
              <a:extLst>
                <a:ext uri="{FF2B5EF4-FFF2-40B4-BE49-F238E27FC236}">
                  <a16:creationId xmlns:a16="http://schemas.microsoft.com/office/drawing/2014/main" id="{E38AC89B-B116-4BD6-A1B0-B9C5EB074554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318710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Chart</a:t>
              </a:r>
            </a:p>
          </p:txBody>
        </p:sp>
        <p:sp>
          <p:nvSpPr>
            <p:cNvPr id="214" name="Ovaal 213">
              <a:extLst>
                <a:ext uri="{FF2B5EF4-FFF2-40B4-BE49-F238E27FC236}">
                  <a16:creationId xmlns:a16="http://schemas.microsoft.com/office/drawing/2014/main" id="{EBDC98F1-E1E6-497C-9957-FAD3712893EC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15" name="Rechthoek 214">
              <a:extLst>
                <a:ext uri="{FF2B5EF4-FFF2-40B4-BE49-F238E27FC236}">
                  <a16:creationId xmlns:a16="http://schemas.microsoft.com/office/drawing/2014/main" id="{6B399003-50D6-4F05-BEBC-4B2A8B0DCB17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16" name="Ovaal 215">
              <a:extLst>
                <a:ext uri="{FF2B5EF4-FFF2-40B4-BE49-F238E27FC236}">
                  <a16:creationId xmlns:a16="http://schemas.microsoft.com/office/drawing/2014/main" id="{B6C19EF5-5098-42E8-8382-381A233C0112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17" name="Rechthoek 216">
              <a:extLst>
                <a:ext uri="{FF2B5EF4-FFF2-40B4-BE49-F238E27FC236}">
                  <a16:creationId xmlns:a16="http://schemas.microsoft.com/office/drawing/2014/main" id="{2C47856B-E50F-4173-8AA6-06C71CB4C664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18" name="Groep 217">
              <a:extLst>
                <a:ext uri="{FF2B5EF4-FFF2-40B4-BE49-F238E27FC236}">
                  <a16:creationId xmlns:a16="http://schemas.microsoft.com/office/drawing/2014/main" id="{E61D63A8-6B7F-4D02-A33A-B72B562B6D8A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229" name="Rechthoek 228">
                <a:extLst>
                  <a:ext uri="{FF2B5EF4-FFF2-40B4-BE49-F238E27FC236}">
                    <a16:creationId xmlns:a16="http://schemas.microsoft.com/office/drawing/2014/main" id="{06090331-DEE0-46A3-8062-882E04D01B9F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230" name="Rechte verbindingslijn 229">
                <a:extLst>
                  <a:ext uri="{FF2B5EF4-FFF2-40B4-BE49-F238E27FC236}">
                    <a16:creationId xmlns:a16="http://schemas.microsoft.com/office/drawing/2014/main" id="{138A8612-1066-463A-8576-AA224CB95A95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231" name="Gelijkbenige driehoek 230">
                <a:extLst>
                  <a:ext uri="{FF2B5EF4-FFF2-40B4-BE49-F238E27FC236}">
                    <a16:creationId xmlns:a16="http://schemas.microsoft.com/office/drawing/2014/main" id="{7C973643-5502-4ADA-A66C-E364DF2F0774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19" name="Groep 218">
              <a:extLst>
                <a:ext uri="{FF2B5EF4-FFF2-40B4-BE49-F238E27FC236}">
                  <a16:creationId xmlns:a16="http://schemas.microsoft.com/office/drawing/2014/main" id="{3143F1BD-84C3-41AE-9EF7-5D222C7D7B02}"/>
                </a:ext>
              </a:extLst>
            </p:cNvPr>
            <p:cNvGrpSpPr/>
            <p:nvPr userDrawn="1"/>
          </p:nvGrpSpPr>
          <p:grpSpPr>
            <a:xfrm>
              <a:off x="-3316599" y="1232480"/>
              <a:ext cx="289372" cy="314992"/>
              <a:chOff x="7322769" y="-310267"/>
              <a:chExt cx="289372" cy="314992"/>
            </a:xfrm>
          </p:grpSpPr>
          <p:sp>
            <p:nvSpPr>
              <p:cNvPr id="226" name="Rechthoek 225">
                <a:extLst>
                  <a:ext uri="{FF2B5EF4-FFF2-40B4-BE49-F238E27FC236}">
                    <a16:creationId xmlns:a16="http://schemas.microsoft.com/office/drawing/2014/main" id="{9093897D-833D-4693-BA2D-C1534ABE02CC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7" name="Rechthoek 226">
                <a:extLst>
                  <a:ext uri="{FF2B5EF4-FFF2-40B4-BE49-F238E27FC236}">
                    <a16:creationId xmlns:a16="http://schemas.microsoft.com/office/drawing/2014/main" id="{C7A5DA29-571A-4032-ACB2-A5B6D2D3A399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8" name="Rechthoek 227">
                <a:extLst>
                  <a:ext uri="{FF2B5EF4-FFF2-40B4-BE49-F238E27FC236}">
                    <a16:creationId xmlns:a16="http://schemas.microsoft.com/office/drawing/2014/main" id="{66272F60-B581-4FCD-8BA5-B4EFED409B16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0" name="Ovaal 219">
              <a:extLst>
                <a:ext uri="{FF2B5EF4-FFF2-40B4-BE49-F238E27FC236}">
                  <a16:creationId xmlns:a16="http://schemas.microsoft.com/office/drawing/2014/main" id="{AD8BF520-ED26-43A8-83A5-284B179E37D6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21" name="Rechthoek 220">
              <a:extLst>
                <a:ext uri="{FF2B5EF4-FFF2-40B4-BE49-F238E27FC236}">
                  <a16:creationId xmlns:a16="http://schemas.microsoft.com/office/drawing/2014/main" id="{D156ECF8-1779-4856-A26D-7F4083C2D0D1}"/>
                </a:ext>
              </a:extLst>
            </p:cNvPr>
            <p:cNvSpPr/>
            <p:nvPr userDrawn="1"/>
          </p:nvSpPr>
          <p:spPr>
            <a:xfrm>
              <a:off x="-3319415" y="2555610"/>
              <a:ext cx="2944682" cy="46054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chart by clicking on various parts of the chart and using the various options 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‘Chart Tools’ - ‘Format’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sp>
          <p:nvSpPr>
            <p:cNvPr id="222" name="Rechthoek 221">
              <a:extLst>
                <a:ext uri="{FF2B5EF4-FFF2-40B4-BE49-F238E27FC236}">
                  <a16:creationId xmlns:a16="http://schemas.microsoft.com/office/drawing/2014/main" id="{B68039EE-26DD-4EE4-8E52-61D4E52DAADC}"/>
                </a:ext>
              </a:extLst>
            </p:cNvPr>
            <p:cNvSpPr/>
            <p:nvPr userDrawn="1"/>
          </p:nvSpPr>
          <p:spPr>
            <a:xfrm>
              <a:off x="-3786437" y="502725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23" name="ICOON_info">
              <a:extLst>
                <a:ext uri="{FF2B5EF4-FFF2-40B4-BE49-F238E27FC236}">
                  <a16:creationId xmlns:a16="http://schemas.microsoft.com/office/drawing/2014/main" id="{36478028-DBF7-4B2D-ACA2-148F084F8410}"/>
                </a:ext>
              </a:extLst>
            </p:cNvPr>
            <p:cNvGrpSpPr/>
            <p:nvPr userDrawn="1"/>
          </p:nvGrpSpPr>
          <p:grpSpPr>
            <a:xfrm>
              <a:off x="-376736" y="4856209"/>
              <a:ext cx="283685" cy="283685"/>
              <a:chOff x="-376736" y="5583395"/>
              <a:chExt cx="283685" cy="283685"/>
            </a:xfrm>
          </p:grpSpPr>
          <p:sp>
            <p:nvSpPr>
              <p:cNvPr id="224" name="Ovaal 223">
                <a:extLst>
                  <a:ext uri="{FF2B5EF4-FFF2-40B4-BE49-F238E27FC236}">
                    <a16:creationId xmlns:a16="http://schemas.microsoft.com/office/drawing/2014/main" id="{767DBA89-F313-41BC-BF45-E88ED1D63A15}"/>
                  </a:ext>
                </a:extLst>
              </p:cNvPr>
              <p:cNvSpPr/>
              <p:nvPr userDrawn="1"/>
            </p:nvSpPr>
            <p:spPr>
              <a:xfrm>
                <a:off x="-356709" y="5602861"/>
                <a:ext cx="244751" cy="244751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5" name="Graphic 163" descr="Informatie">
                <a:extLst>
                  <a:ext uri="{FF2B5EF4-FFF2-40B4-BE49-F238E27FC236}">
                    <a16:creationId xmlns:a16="http://schemas.microsoft.com/office/drawing/2014/main" id="{F2DB9596-E011-422E-8E33-4DF69F1012B5}"/>
                  </a:ext>
                </a:extLst>
              </p:cNvPr>
              <p:cNvSpPr/>
              <p:nvPr userDrawn="1"/>
            </p:nvSpPr>
            <p:spPr>
              <a:xfrm>
                <a:off x="-376736" y="5583395"/>
                <a:ext cx="283685" cy="28368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67" name="Tijdelijke aanduiding voor tekst 17">
            <a:extLst>
              <a:ext uri="{FF2B5EF4-FFF2-40B4-BE49-F238E27FC236}">
                <a16:creationId xmlns:a16="http://schemas.microsoft.com/office/drawing/2014/main" id="{08580512-C0E5-4D3F-8B8B-1C79C9DC855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5949" y="6424534"/>
            <a:ext cx="307022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4159091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S WITH ICONS 4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GRAPHS WITH ICONS 4x</a:t>
            </a:r>
          </a:p>
        </p:txBody>
      </p:sp>
      <p:sp>
        <p:nvSpPr>
          <p:cNvPr id="203" name="Tijdelijke aanduiding voor grafiek 17">
            <a:extLst>
              <a:ext uri="{FF2B5EF4-FFF2-40B4-BE49-F238E27FC236}">
                <a16:creationId xmlns:a16="http://schemas.microsoft.com/office/drawing/2014/main" id="{C5A3D4DC-B066-4BB4-BDA4-902E0AE9D361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3374805" y="2056048"/>
            <a:ext cx="2578474" cy="3803416"/>
          </a:xfrm>
          <a:noFill/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graph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204" name="Tijdelijke aanduiding voor grafiek 17">
            <a:extLst>
              <a:ext uri="{FF2B5EF4-FFF2-40B4-BE49-F238E27FC236}">
                <a16:creationId xmlns:a16="http://schemas.microsoft.com/office/drawing/2014/main" id="{67396229-8237-4349-AA76-9869F44EDD1D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6220972" y="2056048"/>
            <a:ext cx="2578474" cy="3803416"/>
          </a:xfrm>
          <a:noFill/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graph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207" name="Tijdelijke aanduiding voor grafiek 17">
            <a:extLst>
              <a:ext uri="{FF2B5EF4-FFF2-40B4-BE49-F238E27FC236}">
                <a16:creationId xmlns:a16="http://schemas.microsoft.com/office/drawing/2014/main" id="{E1873BAF-8F1A-4045-8B52-E4FB4EA2E9B7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9067139" y="2056048"/>
            <a:ext cx="2578474" cy="3803416"/>
          </a:xfrm>
          <a:noFill/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graph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208" name="Tijdelijke aanduiding voor grafiek 17">
            <a:extLst>
              <a:ext uri="{FF2B5EF4-FFF2-40B4-BE49-F238E27FC236}">
                <a16:creationId xmlns:a16="http://schemas.microsoft.com/office/drawing/2014/main" id="{003AC492-483E-4248-AE1B-5FB3EC0B5267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528638" y="2056048"/>
            <a:ext cx="2578474" cy="3803415"/>
          </a:xfrm>
          <a:noFill/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graph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209" name="Tijdelijke aanduiding voor afbeelding 16">
            <a:extLst>
              <a:ext uri="{FF2B5EF4-FFF2-40B4-BE49-F238E27FC236}">
                <a16:creationId xmlns:a16="http://schemas.microsoft.com/office/drawing/2014/main" id="{07B9DB60-FAA1-4833-97F4-73F080C723E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327179" y="1468958"/>
            <a:ext cx="981393" cy="490697"/>
          </a:xfrm>
          <a:noFill/>
        </p:spPr>
        <p:txBody>
          <a:bodyPr wrap="none" lIns="108000" tIns="0" rIns="108000" bIns="900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icon</a:t>
            </a:r>
          </a:p>
        </p:txBody>
      </p:sp>
      <p:sp>
        <p:nvSpPr>
          <p:cNvPr id="210" name="Tijdelijke aanduiding voor afbeelding 16">
            <a:extLst>
              <a:ext uri="{FF2B5EF4-FFF2-40B4-BE49-F238E27FC236}">
                <a16:creationId xmlns:a16="http://schemas.microsoft.com/office/drawing/2014/main" id="{D6424E24-EB3B-4D3A-BEA1-D67237BF436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176589" y="1468958"/>
            <a:ext cx="981393" cy="490697"/>
          </a:xfrm>
          <a:noFill/>
        </p:spPr>
        <p:txBody>
          <a:bodyPr wrap="none" lIns="108000" tIns="0" rIns="108000" bIns="900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icon</a:t>
            </a:r>
          </a:p>
        </p:txBody>
      </p:sp>
      <p:sp>
        <p:nvSpPr>
          <p:cNvPr id="211" name="Tijdelijke aanduiding voor afbeelding 16">
            <a:extLst>
              <a:ext uri="{FF2B5EF4-FFF2-40B4-BE49-F238E27FC236}">
                <a16:creationId xmlns:a16="http://schemas.microsoft.com/office/drawing/2014/main" id="{725AB706-B381-48E0-B064-09961AE75F2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025999" y="1468958"/>
            <a:ext cx="981393" cy="490697"/>
          </a:xfrm>
          <a:noFill/>
        </p:spPr>
        <p:txBody>
          <a:bodyPr wrap="none" lIns="108000" tIns="0" rIns="108000" bIns="900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icon</a:t>
            </a:r>
          </a:p>
        </p:txBody>
      </p:sp>
      <p:sp>
        <p:nvSpPr>
          <p:cNvPr id="212" name="Tijdelijke aanduiding voor afbeelding 16">
            <a:extLst>
              <a:ext uri="{FF2B5EF4-FFF2-40B4-BE49-F238E27FC236}">
                <a16:creationId xmlns:a16="http://schemas.microsoft.com/office/drawing/2014/main" id="{B58F43C4-944E-468F-970E-B70A26E2CF3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865680" y="1468958"/>
            <a:ext cx="981393" cy="490697"/>
          </a:xfrm>
          <a:noFill/>
        </p:spPr>
        <p:txBody>
          <a:bodyPr wrap="none" lIns="108000" tIns="0" rIns="108000" bIns="900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icon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8F0A791-918C-4B77-8FA5-95FE0C51DCE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381751" y="6424534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6" name="Tijdelijke aanduiding voor tekst 17">
            <a:extLst>
              <a:ext uri="{FF2B5EF4-FFF2-40B4-BE49-F238E27FC236}">
                <a16:creationId xmlns:a16="http://schemas.microsoft.com/office/drawing/2014/main" id="{42EE733D-8FBA-40F7-87DF-FE299A08644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6660" y="6424534"/>
            <a:ext cx="3233123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97" name="Tijdelijke aanduiding voor tekst 17">
            <a:extLst>
              <a:ext uri="{FF2B5EF4-FFF2-40B4-BE49-F238E27FC236}">
                <a16:creationId xmlns:a16="http://schemas.microsoft.com/office/drawing/2014/main" id="{CE7C4C2A-CD93-49C7-8260-DC95DBDD618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96833" y="6424534"/>
            <a:ext cx="3598334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199" name="Tijdelijke aanduiding voor tekst 12">
            <a:extLst>
              <a:ext uri="{FF2B5EF4-FFF2-40B4-BE49-F238E27FC236}">
                <a16:creationId xmlns:a16="http://schemas.microsoft.com/office/drawing/2014/main" id="{EC7CD370-5DC6-4867-83E3-84E5C8E77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D389943-5A4D-48EA-8486-241E262E4A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sp>
        <p:nvSpPr>
          <p:cNvPr id="201" name="Tekstvak 200">
            <a:extLst>
              <a:ext uri="{FF2B5EF4-FFF2-40B4-BE49-F238E27FC236}">
                <a16:creationId xmlns:a16="http://schemas.microsoft.com/office/drawing/2014/main" id="{BFBFA378-B8E3-4CD3-9246-DAB3F24061EB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198" name="INSTRUCTION">
            <a:extLst>
              <a:ext uri="{FF2B5EF4-FFF2-40B4-BE49-F238E27FC236}">
                <a16:creationId xmlns:a16="http://schemas.microsoft.com/office/drawing/2014/main" id="{AF58F6FE-2287-4D94-A982-B340D9D6536B}"/>
              </a:ext>
            </a:extLst>
          </p:cNvPr>
          <p:cNvGrpSpPr/>
          <p:nvPr userDrawn="1"/>
        </p:nvGrpSpPr>
        <p:grpSpPr>
          <a:xfrm>
            <a:off x="12377867" y="1"/>
            <a:ext cx="3693386" cy="5855257"/>
            <a:chOff x="-3786437" y="1"/>
            <a:chExt cx="3693386" cy="5855257"/>
          </a:xfrm>
        </p:grpSpPr>
        <p:sp>
          <p:nvSpPr>
            <p:cNvPr id="200" name="Rechthoek 199">
              <a:extLst>
                <a:ext uri="{FF2B5EF4-FFF2-40B4-BE49-F238E27FC236}">
                  <a16:creationId xmlns:a16="http://schemas.microsoft.com/office/drawing/2014/main" id="{3F7FA3B6-6CF4-4A6A-B8ED-E8E710178359}"/>
                </a:ext>
              </a:extLst>
            </p:cNvPr>
            <p:cNvSpPr/>
            <p:nvPr userDrawn="1"/>
          </p:nvSpPr>
          <p:spPr>
            <a:xfrm>
              <a:off x="-3786165" y="3370798"/>
              <a:ext cx="3593091" cy="17607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Edit chart data</a:t>
              </a:r>
            </a:p>
          </p:txBody>
        </p:sp>
        <p:sp>
          <p:nvSpPr>
            <p:cNvPr id="202" name="Ovaal 201">
              <a:extLst>
                <a:ext uri="{FF2B5EF4-FFF2-40B4-BE49-F238E27FC236}">
                  <a16:creationId xmlns:a16="http://schemas.microsoft.com/office/drawing/2014/main" id="{D6666B2E-8BED-45C3-BCB8-6E06AAA81B6E}"/>
                </a:ext>
              </a:extLst>
            </p:cNvPr>
            <p:cNvSpPr/>
            <p:nvPr userDrawn="1"/>
          </p:nvSpPr>
          <p:spPr>
            <a:xfrm>
              <a:off x="-3603587" y="383539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05" name="Rechthoek 204">
              <a:extLst>
                <a:ext uri="{FF2B5EF4-FFF2-40B4-BE49-F238E27FC236}">
                  <a16:creationId xmlns:a16="http://schemas.microsoft.com/office/drawing/2014/main" id="{F2FDC2B3-92DF-4619-BE47-BEABC593B99B}"/>
                </a:ext>
              </a:extLst>
            </p:cNvPr>
            <p:cNvSpPr/>
            <p:nvPr userDrawn="1"/>
          </p:nvSpPr>
          <p:spPr>
            <a:xfrm>
              <a:off x="-3319415" y="3835398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‘Edit data’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06" name="Groep 205">
              <a:extLst>
                <a:ext uri="{FF2B5EF4-FFF2-40B4-BE49-F238E27FC236}">
                  <a16:creationId xmlns:a16="http://schemas.microsoft.com/office/drawing/2014/main" id="{8FF5D136-4C09-4314-8C82-C8E7A17865A1}"/>
                </a:ext>
              </a:extLst>
            </p:cNvPr>
            <p:cNvGrpSpPr/>
            <p:nvPr userDrawn="1"/>
          </p:nvGrpSpPr>
          <p:grpSpPr>
            <a:xfrm>
              <a:off x="-3314821" y="4275190"/>
              <a:ext cx="1495189" cy="563933"/>
              <a:chOff x="-3314821" y="3310415"/>
              <a:chExt cx="1495189" cy="563933"/>
            </a:xfrm>
          </p:grpSpPr>
          <p:sp>
            <p:nvSpPr>
              <p:cNvPr id="232" name="Rechthoek 231">
                <a:extLst>
                  <a:ext uri="{FF2B5EF4-FFF2-40B4-BE49-F238E27FC236}">
                    <a16:creationId xmlns:a16="http://schemas.microsoft.com/office/drawing/2014/main" id="{AAA6A6CD-001A-4241-AF51-CD2F7AF54F52}"/>
                  </a:ext>
                </a:extLst>
              </p:cNvPr>
              <p:cNvSpPr/>
              <p:nvPr userDrawn="1"/>
            </p:nvSpPr>
            <p:spPr>
              <a:xfrm>
                <a:off x="-3314821" y="3310415"/>
                <a:ext cx="1403797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3" name="Rechthoek 232">
                <a:extLst>
                  <a:ext uri="{FF2B5EF4-FFF2-40B4-BE49-F238E27FC236}">
                    <a16:creationId xmlns:a16="http://schemas.microsoft.com/office/drawing/2014/main" id="{BAE22C09-41BF-4CE9-90B4-61B792880CF0}"/>
                  </a:ext>
                </a:extLst>
              </p:cNvPr>
              <p:cNvSpPr/>
              <p:nvPr userDrawn="1"/>
            </p:nvSpPr>
            <p:spPr>
              <a:xfrm>
                <a:off x="-3304719" y="3564140"/>
                <a:ext cx="13878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4" name="Tekstvak 233">
                <a:extLst>
                  <a:ext uri="{FF2B5EF4-FFF2-40B4-BE49-F238E27FC236}">
                    <a16:creationId xmlns:a16="http://schemas.microsoft.com/office/drawing/2014/main" id="{70FA655C-16AF-405F-AC07-D04C2B4D6D75}"/>
                  </a:ext>
                </a:extLst>
              </p:cNvPr>
              <p:cNvSpPr txBox="1"/>
              <p:nvPr userDrawn="1"/>
            </p:nvSpPr>
            <p:spPr>
              <a:xfrm>
                <a:off x="-3122115" y="3369117"/>
                <a:ext cx="1258624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Change chart type</a:t>
                </a:r>
              </a:p>
            </p:txBody>
          </p:sp>
          <p:sp>
            <p:nvSpPr>
              <p:cNvPr id="235" name="Tekstvak 234">
                <a:extLst>
                  <a:ext uri="{FF2B5EF4-FFF2-40B4-BE49-F238E27FC236}">
                    <a16:creationId xmlns:a16="http://schemas.microsoft.com/office/drawing/2014/main" id="{1AFD01E0-EF0B-4528-BB0D-2B5E94F78F3E}"/>
                  </a:ext>
                </a:extLst>
              </p:cNvPr>
              <p:cNvSpPr txBox="1"/>
              <p:nvPr userDrawn="1"/>
            </p:nvSpPr>
            <p:spPr>
              <a:xfrm>
                <a:off x="-3115840" y="3624236"/>
                <a:ext cx="1296208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Edit data</a:t>
                </a:r>
              </a:p>
            </p:txBody>
          </p:sp>
          <p:sp>
            <p:nvSpPr>
              <p:cNvPr id="236" name="Vrije vorm: vorm 235">
                <a:extLst>
                  <a:ext uri="{FF2B5EF4-FFF2-40B4-BE49-F238E27FC236}">
                    <a16:creationId xmlns:a16="http://schemas.microsoft.com/office/drawing/2014/main" id="{4BF49DD2-717F-48B2-BCFD-17D5DA14D343}"/>
                  </a:ext>
                </a:extLst>
              </p:cNvPr>
              <p:cNvSpPr/>
              <p:nvPr userDrawn="1"/>
            </p:nvSpPr>
            <p:spPr>
              <a:xfrm>
                <a:off x="-1959834" y="3694348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37" name="Groep 236">
                <a:extLst>
                  <a:ext uri="{FF2B5EF4-FFF2-40B4-BE49-F238E27FC236}">
                    <a16:creationId xmlns:a16="http://schemas.microsoft.com/office/drawing/2014/main" id="{2886836D-EDBB-4458-A111-AF1A7C364E28}"/>
                  </a:ext>
                </a:extLst>
              </p:cNvPr>
              <p:cNvGrpSpPr/>
              <p:nvPr userDrawn="1"/>
            </p:nvGrpSpPr>
            <p:grpSpPr>
              <a:xfrm>
                <a:off x="-3261976" y="3361742"/>
                <a:ext cx="139861" cy="152244"/>
                <a:chOff x="12574450" y="6053892"/>
                <a:chExt cx="169232" cy="184215"/>
              </a:xfrm>
            </p:grpSpPr>
            <p:sp>
              <p:nvSpPr>
                <p:cNvPr id="257" name="Rechthoek 256">
                  <a:extLst>
                    <a:ext uri="{FF2B5EF4-FFF2-40B4-BE49-F238E27FC236}">
                      <a16:creationId xmlns:a16="http://schemas.microsoft.com/office/drawing/2014/main" id="{CE5DFA72-33A4-464A-B3EC-71E27D8FFA86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8" name="Rechthoek 257">
                  <a:extLst>
                    <a:ext uri="{FF2B5EF4-FFF2-40B4-BE49-F238E27FC236}">
                      <a16:creationId xmlns:a16="http://schemas.microsoft.com/office/drawing/2014/main" id="{4129D555-C15D-4346-B079-923A7D20FA2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9" name="Rechthoek 258">
                  <a:extLst>
                    <a:ext uri="{FF2B5EF4-FFF2-40B4-BE49-F238E27FC236}">
                      <a16:creationId xmlns:a16="http://schemas.microsoft.com/office/drawing/2014/main" id="{759BE550-FA63-439C-AE48-E56E9F1BADE9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38" name="Groep 237">
                <a:extLst>
                  <a:ext uri="{FF2B5EF4-FFF2-40B4-BE49-F238E27FC236}">
                    <a16:creationId xmlns:a16="http://schemas.microsoft.com/office/drawing/2014/main" id="{71E22F44-B3F9-42E1-B612-AEF0D0067CE2}"/>
                  </a:ext>
                </a:extLst>
              </p:cNvPr>
              <p:cNvGrpSpPr/>
              <p:nvPr userDrawn="1"/>
            </p:nvGrpSpPr>
            <p:grpSpPr>
              <a:xfrm>
                <a:off x="-3261070" y="3635199"/>
                <a:ext cx="168905" cy="104490"/>
                <a:chOff x="-3261070" y="3620931"/>
                <a:chExt cx="193920" cy="119965"/>
              </a:xfrm>
            </p:grpSpPr>
            <p:sp>
              <p:nvSpPr>
                <p:cNvPr id="239" name="Rechthoek 238">
                  <a:extLst>
                    <a:ext uri="{FF2B5EF4-FFF2-40B4-BE49-F238E27FC236}">
                      <a16:creationId xmlns:a16="http://schemas.microsoft.com/office/drawing/2014/main" id="{59D2C5C1-00CD-49DE-BB93-C53050ED81AC}"/>
                    </a:ext>
                  </a:extLst>
                </p:cNvPr>
                <p:cNvSpPr/>
                <p:nvPr userDrawn="1"/>
              </p:nvSpPr>
              <p:spPr>
                <a:xfrm>
                  <a:off x="-3261070" y="3643881"/>
                  <a:ext cx="142985" cy="952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40" name="Groep 239">
                  <a:extLst>
                    <a:ext uri="{FF2B5EF4-FFF2-40B4-BE49-F238E27FC236}">
                      <a16:creationId xmlns:a16="http://schemas.microsoft.com/office/drawing/2014/main" id="{EC602881-2B50-4B7D-B750-DB603AC632F7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22063"/>
                  <a:ext cx="141113" cy="117345"/>
                  <a:chOff x="1094874" y="-878306"/>
                  <a:chExt cx="867364" cy="613611"/>
                </a:xfrm>
              </p:grpSpPr>
              <p:cxnSp>
                <p:nvCxnSpPr>
                  <p:cNvPr id="250" name="Rechte verbindingslijn 249">
                    <a:extLst>
                      <a:ext uri="{FF2B5EF4-FFF2-40B4-BE49-F238E27FC236}">
                        <a16:creationId xmlns:a16="http://schemas.microsoft.com/office/drawing/2014/main" id="{1AFBFCBD-0521-48A2-94A1-6FED12912217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094874" y="-878305"/>
                    <a:ext cx="0" cy="613610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1" name="Rechte verbindingslijn 250">
                    <a:extLst>
                      <a:ext uri="{FF2B5EF4-FFF2-40B4-BE49-F238E27FC236}">
                        <a16:creationId xmlns:a16="http://schemas.microsoft.com/office/drawing/2014/main" id="{910ADBA2-6576-4DA0-8280-E76B947F7D85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962238" y="-878306"/>
                    <a:ext cx="0" cy="613611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52" name="Groep 251">
                    <a:extLst>
                      <a:ext uri="{FF2B5EF4-FFF2-40B4-BE49-F238E27FC236}">
                        <a16:creationId xmlns:a16="http://schemas.microsoft.com/office/drawing/2014/main" id="{64191597-ABD9-492B-BFD0-586868CB74A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0535" y="-878306"/>
                    <a:ext cx="526983" cy="613611"/>
                    <a:chOff x="1270535" y="-745959"/>
                    <a:chExt cx="526983" cy="481264"/>
                  </a:xfrm>
                </p:grpSpPr>
                <p:cxnSp>
                  <p:nvCxnSpPr>
                    <p:cNvPr id="253" name="Rechte verbindingslijn 252">
                      <a:extLst>
                        <a:ext uri="{FF2B5EF4-FFF2-40B4-BE49-F238E27FC236}">
                          <a16:creationId xmlns:a16="http://schemas.microsoft.com/office/drawing/2014/main" id="{B0A5CA66-86F1-4441-8BEC-8F404B51ADB4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446196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4" name="Rechte verbindingslijn 253">
                      <a:extLst>
                        <a:ext uri="{FF2B5EF4-FFF2-40B4-BE49-F238E27FC236}">
                          <a16:creationId xmlns:a16="http://schemas.microsoft.com/office/drawing/2014/main" id="{96B9199C-63C0-4E35-BE9E-775CC38C9E01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270535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5" name="Rechte verbindingslijn 254">
                      <a:extLst>
                        <a:ext uri="{FF2B5EF4-FFF2-40B4-BE49-F238E27FC236}">
                          <a16:creationId xmlns:a16="http://schemas.microsoft.com/office/drawing/2014/main" id="{BD1F8D60-7670-4DC8-9729-701A5D2C2C38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621857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6" name="Rechte verbindingslijn 255">
                      <a:extLst>
                        <a:ext uri="{FF2B5EF4-FFF2-40B4-BE49-F238E27FC236}">
                          <a16:creationId xmlns:a16="http://schemas.microsoft.com/office/drawing/2014/main" id="{5445EE36-0861-4684-83F2-E17DE68C1A1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797518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41" name="Rechte verbindingslijn 240">
                  <a:extLst>
                    <a:ext uri="{FF2B5EF4-FFF2-40B4-BE49-F238E27FC236}">
                      <a16:creationId xmlns:a16="http://schemas.microsoft.com/office/drawing/2014/main" id="{71D69754-05ED-47BA-9D8B-2799F3380DA5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0471" y="3739408"/>
                  <a:ext cx="143329" cy="0"/>
                </a:xfrm>
                <a:prstGeom prst="line">
                  <a:avLst/>
                </a:prstGeom>
                <a:ln w="6350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Rechte verbindingslijn 241">
                  <a:extLst>
                    <a:ext uri="{FF2B5EF4-FFF2-40B4-BE49-F238E27FC236}">
                      <a16:creationId xmlns:a16="http://schemas.microsoft.com/office/drawing/2014/main" id="{A6400246-E284-4428-B5C6-52989FF60339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713352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Rechte verbindingslijn 242">
                  <a:extLst>
                    <a:ext uri="{FF2B5EF4-FFF2-40B4-BE49-F238E27FC236}">
                      <a16:creationId xmlns:a16="http://schemas.microsoft.com/office/drawing/2014/main" id="{2E98FCD9-0678-4F4D-A0AC-06D10BD1B92C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89677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Rechte verbindingslijn 243">
                  <a:extLst>
                    <a:ext uri="{FF2B5EF4-FFF2-40B4-BE49-F238E27FC236}">
                      <a16:creationId xmlns:a16="http://schemas.microsoft.com/office/drawing/2014/main" id="{B9A7C566-590A-4496-8C5D-52EEA71A503D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63621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5" name="Rechthoek 244">
                  <a:extLst>
                    <a:ext uri="{FF2B5EF4-FFF2-40B4-BE49-F238E27FC236}">
                      <a16:creationId xmlns:a16="http://schemas.microsoft.com/office/drawing/2014/main" id="{1E5214EC-B4F3-4934-A05D-53DD5752D440}"/>
                    </a:ext>
                  </a:extLst>
                </p:cNvPr>
                <p:cNvSpPr/>
                <p:nvPr userDrawn="1"/>
              </p:nvSpPr>
              <p:spPr>
                <a:xfrm>
                  <a:off x="-3261070" y="3620931"/>
                  <a:ext cx="142893" cy="24910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46" name="Groep 245">
                  <a:extLst>
                    <a:ext uri="{FF2B5EF4-FFF2-40B4-BE49-F238E27FC236}">
                      <a16:creationId xmlns:a16="http://schemas.microsoft.com/office/drawing/2014/main" id="{D451C917-8D7F-4605-B12A-7267968D15F2}"/>
                    </a:ext>
                  </a:extLst>
                </p:cNvPr>
                <p:cNvGrpSpPr/>
                <p:nvPr userDrawn="1"/>
              </p:nvGrpSpPr>
              <p:grpSpPr>
                <a:xfrm rot="2700000">
                  <a:off x="-3158000" y="3650045"/>
                  <a:ext cx="34350" cy="147351"/>
                  <a:chOff x="3148392" y="-836646"/>
                  <a:chExt cx="132124" cy="596095"/>
                </a:xfrm>
                <a:solidFill>
                  <a:srgbClr val="3399FF"/>
                </a:solidFill>
              </p:grpSpPr>
              <p:sp>
                <p:nvSpPr>
                  <p:cNvPr id="247" name="Rechthoek 246">
                    <a:extLst>
                      <a:ext uri="{FF2B5EF4-FFF2-40B4-BE49-F238E27FC236}">
                        <a16:creationId xmlns:a16="http://schemas.microsoft.com/office/drawing/2014/main" id="{FF3B4142-87A9-4281-BC0E-F0091A50D2C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632" y="-725510"/>
                    <a:ext cx="131884" cy="281356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48" name="Rechthoek: afgeronde bovenhoeken 247">
                    <a:extLst>
                      <a:ext uri="{FF2B5EF4-FFF2-40B4-BE49-F238E27FC236}">
                        <a16:creationId xmlns:a16="http://schemas.microsoft.com/office/drawing/2014/main" id="{03EAD745-6F18-4080-829E-D924EBF3D23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556" y="-836646"/>
                    <a:ext cx="131882" cy="87614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49" name="Gelijkbenige driehoek 248">
                    <a:extLst>
                      <a:ext uri="{FF2B5EF4-FFF2-40B4-BE49-F238E27FC236}">
                        <a16:creationId xmlns:a16="http://schemas.microsoft.com/office/drawing/2014/main" id="{381F2756-962A-4B2A-88E7-FEAEB4C113F2}"/>
                      </a:ext>
                    </a:extLst>
                  </p:cNvPr>
                  <p:cNvSpPr/>
                  <p:nvPr userDrawn="1"/>
                </p:nvSpPr>
                <p:spPr>
                  <a:xfrm rot="10800000">
                    <a:off x="3148392" y="-420304"/>
                    <a:ext cx="131887" cy="179753"/>
                  </a:xfrm>
                  <a:prstGeom prst="triangle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  <p:sp>
          <p:nvSpPr>
            <p:cNvPr id="213" name="Rechthoek 212">
              <a:extLst>
                <a:ext uri="{FF2B5EF4-FFF2-40B4-BE49-F238E27FC236}">
                  <a16:creationId xmlns:a16="http://schemas.microsoft.com/office/drawing/2014/main" id="{E38AC89B-B116-4BD6-A1B0-B9C5EB074554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318710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Chart</a:t>
              </a:r>
            </a:p>
          </p:txBody>
        </p:sp>
        <p:sp>
          <p:nvSpPr>
            <p:cNvPr id="214" name="Ovaal 213">
              <a:extLst>
                <a:ext uri="{FF2B5EF4-FFF2-40B4-BE49-F238E27FC236}">
                  <a16:creationId xmlns:a16="http://schemas.microsoft.com/office/drawing/2014/main" id="{EBDC98F1-E1E6-497C-9957-FAD3712893EC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15" name="Rechthoek 214">
              <a:extLst>
                <a:ext uri="{FF2B5EF4-FFF2-40B4-BE49-F238E27FC236}">
                  <a16:creationId xmlns:a16="http://schemas.microsoft.com/office/drawing/2014/main" id="{6B399003-50D6-4F05-BEBC-4B2A8B0DCB17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16" name="Ovaal 215">
              <a:extLst>
                <a:ext uri="{FF2B5EF4-FFF2-40B4-BE49-F238E27FC236}">
                  <a16:creationId xmlns:a16="http://schemas.microsoft.com/office/drawing/2014/main" id="{B6C19EF5-5098-42E8-8382-381A233C0112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17" name="Rechthoek 216">
              <a:extLst>
                <a:ext uri="{FF2B5EF4-FFF2-40B4-BE49-F238E27FC236}">
                  <a16:creationId xmlns:a16="http://schemas.microsoft.com/office/drawing/2014/main" id="{2C47856B-E50F-4173-8AA6-06C71CB4C664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18" name="Groep 217">
              <a:extLst>
                <a:ext uri="{FF2B5EF4-FFF2-40B4-BE49-F238E27FC236}">
                  <a16:creationId xmlns:a16="http://schemas.microsoft.com/office/drawing/2014/main" id="{E61D63A8-6B7F-4D02-A33A-B72B562B6D8A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229" name="Rechthoek 228">
                <a:extLst>
                  <a:ext uri="{FF2B5EF4-FFF2-40B4-BE49-F238E27FC236}">
                    <a16:creationId xmlns:a16="http://schemas.microsoft.com/office/drawing/2014/main" id="{06090331-DEE0-46A3-8062-882E04D01B9F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230" name="Rechte verbindingslijn 229">
                <a:extLst>
                  <a:ext uri="{FF2B5EF4-FFF2-40B4-BE49-F238E27FC236}">
                    <a16:creationId xmlns:a16="http://schemas.microsoft.com/office/drawing/2014/main" id="{138A8612-1066-463A-8576-AA224CB95A95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231" name="Gelijkbenige driehoek 230">
                <a:extLst>
                  <a:ext uri="{FF2B5EF4-FFF2-40B4-BE49-F238E27FC236}">
                    <a16:creationId xmlns:a16="http://schemas.microsoft.com/office/drawing/2014/main" id="{7C973643-5502-4ADA-A66C-E364DF2F0774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19" name="Groep 218">
              <a:extLst>
                <a:ext uri="{FF2B5EF4-FFF2-40B4-BE49-F238E27FC236}">
                  <a16:creationId xmlns:a16="http://schemas.microsoft.com/office/drawing/2014/main" id="{3143F1BD-84C3-41AE-9EF7-5D222C7D7B02}"/>
                </a:ext>
              </a:extLst>
            </p:cNvPr>
            <p:cNvGrpSpPr/>
            <p:nvPr userDrawn="1"/>
          </p:nvGrpSpPr>
          <p:grpSpPr>
            <a:xfrm>
              <a:off x="-3316599" y="1232480"/>
              <a:ext cx="289372" cy="314992"/>
              <a:chOff x="7322769" y="-310267"/>
              <a:chExt cx="289372" cy="314992"/>
            </a:xfrm>
          </p:grpSpPr>
          <p:sp>
            <p:nvSpPr>
              <p:cNvPr id="226" name="Rechthoek 225">
                <a:extLst>
                  <a:ext uri="{FF2B5EF4-FFF2-40B4-BE49-F238E27FC236}">
                    <a16:creationId xmlns:a16="http://schemas.microsoft.com/office/drawing/2014/main" id="{9093897D-833D-4693-BA2D-C1534ABE02CC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7" name="Rechthoek 226">
                <a:extLst>
                  <a:ext uri="{FF2B5EF4-FFF2-40B4-BE49-F238E27FC236}">
                    <a16:creationId xmlns:a16="http://schemas.microsoft.com/office/drawing/2014/main" id="{C7A5DA29-571A-4032-ACB2-A5B6D2D3A399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8" name="Rechthoek 227">
                <a:extLst>
                  <a:ext uri="{FF2B5EF4-FFF2-40B4-BE49-F238E27FC236}">
                    <a16:creationId xmlns:a16="http://schemas.microsoft.com/office/drawing/2014/main" id="{66272F60-B581-4FCD-8BA5-B4EFED409B16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0" name="Ovaal 219">
              <a:extLst>
                <a:ext uri="{FF2B5EF4-FFF2-40B4-BE49-F238E27FC236}">
                  <a16:creationId xmlns:a16="http://schemas.microsoft.com/office/drawing/2014/main" id="{AD8BF520-ED26-43A8-83A5-284B179E37D6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21" name="Rechthoek 220">
              <a:extLst>
                <a:ext uri="{FF2B5EF4-FFF2-40B4-BE49-F238E27FC236}">
                  <a16:creationId xmlns:a16="http://schemas.microsoft.com/office/drawing/2014/main" id="{D156ECF8-1779-4856-A26D-7F4083C2D0D1}"/>
                </a:ext>
              </a:extLst>
            </p:cNvPr>
            <p:cNvSpPr/>
            <p:nvPr userDrawn="1"/>
          </p:nvSpPr>
          <p:spPr>
            <a:xfrm>
              <a:off x="-3319415" y="2555610"/>
              <a:ext cx="2944682" cy="46054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chart by clicking on various parts of the chart and using the various options 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‘Chart Tools’ - ‘Format’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sp>
          <p:nvSpPr>
            <p:cNvPr id="222" name="Rechthoek 221">
              <a:extLst>
                <a:ext uri="{FF2B5EF4-FFF2-40B4-BE49-F238E27FC236}">
                  <a16:creationId xmlns:a16="http://schemas.microsoft.com/office/drawing/2014/main" id="{B68039EE-26DD-4EE4-8E52-61D4E52DAADC}"/>
                </a:ext>
              </a:extLst>
            </p:cNvPr>
            <p:cNvSpPr/>
            <p:nvPr userDrawn="1"/>
          </p:nvSpPr>
          <p:spPr>
            <a:xfrm>
              <a:off x="-3786437" y="502725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23" name="ICOON_info">
              <a:extLst>
                <a:ext uri="{FF2B5EF4-FFF2-40B4-BE49-F238E27FC236}">
                  <a16:creationId xmlns:a16="http://schemas.microsoft.com/office/drawing/2014/main" id="{36478028-DBF7-4B2D-ACA2-148F084F8410}"/>
                </a:ext>
              </a:extLst>
            </p:cNvPr>
            <p:cNvGrpSpPr/>
            <p:nvPr userDrawn="1"/>
          </p:nvGrpSpPr>
          <p:grpSpPr>
            <a:xfrm>
              <a:off x="-376736" y="4856209"/>
              <a:ext cx="283685" cy="283685"/>
              <a:chOff x="-376736" y="5583395"/>
              <a:chExt cx="283685" cy="283685"/>
            </a:xfrm>
          </p:grpSpPr>
          <p:sp>
            <p:nvSpPr>
              <p:cNvPr id="224" name="Ovaal 223">
                <a:extLst>
                  <a:ext uri="{FF2B5EF4-FFF2-40B4-BE49-F238E27FC236}">
                    <a16:creationId xmlns:a16="http://schemas.microsoft.com/office/drawing/2014/main" id="{767DBA89-F313-41BC-BF45-E88ED1D63A15}"/>
                  </a:ext>
                </a:extLst>
              </p:cNvPr>
              <p:cNvSpPr/>
              <p:nvPr userDrawn="1"/>
            </p:nvSpPr>
            <p:spPr>
              <a:xfrm>
                <a:off x="-356709" y="5602861"/>
                <a:ext cx="244751" cy="244751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5" name="Graphic 163" descr="Informatie">
                <a:extLst>
                  <a:ext uri="{FF2B5EF4-FFF2-40B4-BE49-F238E27FC236}">
                    <a16:creationId xmlns:a16="http://schemas.microsoft.com/office/drawing/2014/main" id="{F2DB9596-E011-422E-8E33-4DF69F1012B5}"/>
                  </a:ext>
                </a:extLst>
              </p:cNvPr>
              <p:cNvSpPr/>
              <p:nvPr userDrawn="1"/>
            </p:nvSpPr>
            <p:spPr>
              <a:xfrm>
                <a:off x="-376736" y="5583395"/>
                <a:ext cx="283685" cy="28368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71" name="Tijdelijke aanduiding voor tekst 17">
            <a:extLst>
              <a:ext uri="{FF2B5EF4-FFF2-40B4-BE49-F238E27FC236}">
                <a16:creationId xmlns:a16="http://schemas.microsoft.com/office/drawing/2014/main" id="{E75652DD-6FAE-44C8-96EA-38D5401C390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40183" y="6424534"/>
            <a:ext cx="3065991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373292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COMP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GRAPH COMPARE</a:t>
            </a:r>
          </a:p>
        </p:txBody>
      </p:sp>
      <p:sp>
        <p:nvSpPr>
          <p:cNvPr id="203" name="Tijdelijke aanduiding voor grafiek 17">
            <a:extLst>
              <a:ext uri="{FF2B5EF4-FFF2-40B4-BE49-F238E27FC236}">
                <a16:creationId xmlns:a16="http://schemas.microsoft.com/office/drawing/2014/main" id="{C5A3D4DC-B066-4BB4-BDA4-902E0AE9D361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6357964" y="1836522"/>
            <a:ext cx="5293787" cy="2537630"/>
          </a:xfrm>
          <a:noFill/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graph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208" name="Tijdelijke aanduiding voor grafiek 17">
            <a:extLst>
              <a:ext uri="{FF2B5EF4-FFF2-40B4-BE49-F238E27FC236}">
                <a16:creationId xmlns:a16="http://schemas.microsoft.com/office/drawing/2014/main" id="{003AC492-483E-4248-AE1B-5FB3EC0B5267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528637" y="1836522"/>
            <a:ext cx="5293787" cy="2537629"/>
          </a:xfrm>
          <a:noFill/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graph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8F0A791-918C-4B77-8FA5-95FE0C51DCE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381751" y="6424534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6" name="Tijdelijke aanduiding voor tekst 17">
            <a:extLst>
              <a:ext uri="{FF2B5EF4-FFF2-40B4-BE49-F238E27FC236}">
                <a16:creationId xmlns:a16="http://schemas.microsoft.com/office/drawing/2014/main" id="{42EE733D-8FBA-40F7-87DF-FE299A08644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6661" y="6424534"/>
            <a:ext cx="3241590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97" name="Tijdelijke aanduiding voor tekst 17">
            <a:extLst>
              <a:ext uri="{FF2B5EF4-FFF2-40B4-BE49-F238E27FC236}">
                <a16:creationId xmlns:a16="http://schemas.microsoft.com/office/drawing/2014/main" id="{CE7C4C2A-CD93-49C7-8260-DC95DBDD618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96832" y="6424534"/>
            <a:ext cx="3596217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199" name="Tijdelijke aanduiding voor tekst 12">
            <a:extLst>
              <a:ext uri="{FF2B5EF4-FFF2-40B4-BE49-F238E27FC236}">
                <a16:creationId xmlns:a16="http://schemas.microsoft.com/office/drawing/2014/main" id="{EC7CD370-5DC6-4867-83E3-84E5C8E77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D389943-5A4D-48EA-8486-241E262E4A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sp>
        <p:nvSpPr>
          <p:cNvPr id="201" name="Tekstvak 200">
            <a:extLst>
              <a:ext uri="{FF2B5EF4-FFF2-40B4-BE49-F238E27FC236}">
                <a16:creationId xmlns:a16="http://schemas.microsoft.com/office/drawing/2014/main" id="{BFBFA378-B8E3-4CD3-9246-DAB3F24061EB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198" name="INSTRUCTION">
            <a:extLst>
              <a:ext uri="{FF2B5EF4-FFF2-40B4-BE49-F238E27FC236}">
                <a16:creationId xmlns:a16="http://schemas.microsoft.com/office/drawing/2014/main" id="{AF58F6FE-2287-4D94-A982-B340D9D6536B}"/>
              </a:ext>
            </a:extLst>
          </p:cNvPr>
          <p:cNvGrpSpPr/>
          <p:nvPr userDrawn="1"/>
        </p:nvGrpSpPr>
        <p:grpSpPr>
          <a:xfrm>
            <a:off x="12377867" y="1"/>
            <a:ext cx="3693386" cy="5855257"/>
            <a:chOff x="-3786437" y="1"/>
            <a:chExt cx="3693386" cy="5855257"/>
          </a:xfrm>
        </p:grpSpPr>
        <p:sp>
          <p:nvSpPr>
            <p:cNvPr id="200" name="Rechthoek 199">
              <a:extLst>
                <a:ext uri="{FF2B5EF4-FFF2-40B4-BE49-F238E27FC236}">
                  <a16:creationId xmlns:a16="http://schemas.microsoft.com/office/drawing/2014/main" id="{3F7FA3B6-6CF4-4A6A-B8ED-E8E710178359}"/>
                </a:ext>
              </a:extLst>
            </p:cNvPr>
            <p:cNvSpPr/>
            <p:nvPr userDrawn="1"/>
          </p:nvSpPr>
          <p:spPr>
            <a:xfrm>
              <a:off x="-3786165" y="3370798"/>
              <a:ext cx="3593091" cy="17607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Edit chart data</a:t>
              </a:r>
            </a:p>
          </p:txBody>
        </p:sp>
        <p:sp>
          <p:nvSpPr>
            <p:cNvPr id="202" name="Ovaal 201">
              <a:extLst>
                <a:ext uri="{FF2B5EF4-FFF2-40B4-BE49-F238E27FC236}">
                  <a16:creationId xmlns:a16="http://schemas.microsoft.com/office/drawing/2014/main" id="{D6666B2E-8BED-45C3-BCB8-6E06AAA81B6E}"/>
                </a:ext>
              </a:extLst>
            </p:cNvPr>
            <p:cNvSpPr/>
            <p:nvPr userDrawn="1"/>
          </p:nvSpPr>
          <p:spPr>
            <a:xfrm>
              <a:off x="-3603587" y="383539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05" name="Rechthoek 204">
              <a:extLst>
                <a:ext uri="{FF2B5EF4-FFF2-40B4-BE49-F238E27FC236}">
                  <a16:creationId xmlns:a16="http://schemas.microsoft.com/office/drawing/2014/main" id="{F2FDC2B3-92DF-4619-BE47-BEABC593B99B}"/>
                </a:ext>
              </a:extLst>
            </p:cNvPr>
            <p:cNvSpPr/>
            <p:nvPr userDrawn="1"/>
          </p:nvSpPr>
          <p:spPr>
            <a:xfrm>
              <a:off x="-3319415" y="3835398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‘Edit data’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06" name="Groep 205">
              <a:extLst>
                <a:ext uri="{FF2B5EF4-FFF2-40B4-BE49-F238E27FC236}">
                  <a16:creationId xmlns:a16="http://schemas.microsoft.com/office/drawing/2014/main" id="{8FF5D136-4C09-4314-8C82-C8E7A17865A1}"/>
                </a:ext>
              </a:extLst>
            </p:cNvPr>
            <p:cNvGrpSpPr/>
            <p:nvPr userDrawn="1"/>
          </p:nvGrpSpPr>
          <p:grpSpPr>
            <a:xfrm>
              <a:off x="-3314821" y="4275190"/>
              <a:ext cx="1495189" cy="563933"/>
              <a:chOff x="-3314821" y="3310415"/>
              <a:chExt cx="1495189" cy="563933"/>
            </a:xfrm>
          </p:grpSpPr>
          <p:sp>
            <p:nvSpPr>
              <p:cNvPr id="232" name="Rechthoek 231">
                <a:extLst>
                  <a:ext uri="{FF2B5EF4-FFF2-40B4-BE49-F238E27FC236}">
                    <a16:creationId xmlns:a16="http://schemas.microsoft.com/office/drawing/2014/main" id="{AAA6A6CD-001A-4241-AF51-CD2F7AF54F52}"/>
                  </a:ext>
                </a:extLst>
              </p:cNvPr>
              <p:cNvSpPr/>
              <p:nvPr userDrawn="1"/>
            </p:nvSpPr>
            <p:spPr>
              <a:xfrm>
                <a:off x="-3314821" y="3310415"/>
                <a:ext cx="1403797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3" name="Rechthoek 232">
                <a:extLst>
                  <a:ext uri="{FF2B5EF4-FFF2-40B4-BE49-F238E27FC236}">
                    <a16:creationId xmlns:a16="http://schemas.microsoft.com/office/drawing/2014/main" id="{BAE22C09-41BF-4CE9-90B4-61B792880CF0}"/>
                  </a:ext>
                </a:extLst>
              </p:cNvPr>
              <p:cNvSpPr/>
              <p:nvPr userDrawn="1"/>
            </p:nvSpPr>
            <p:spPr>
              <a:xfrm>
                <a:off x="-3304719" y="3564140"/>
                <a:ext cx="13878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4" name="Tekstvak 233">
                <a:extLst>
                  <a:ext uri="{FF2B5EF4-FFF2-40B4-BE49-F238E27FC236}">
                    <a16:creationId xmlns:a16="http://schemas.microsoft.com/office/drawing/2014/main" id="{70FA655C-16AF-405F-AC07-D04C2B4D6D75}"/>
                  </a:ext>
                </a:extLst>
              </p:cNvPr>
              <p:cNvSpPr txBox="1"/>
              <p:nvPr userDrawn="1"/>
            </p:nvSpPr>
            <p:spPr>
              <a:xfrm>
                <a:off x="-3122115" y="3369117"/>
                <a:ext cx="1258624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Change chart type</a:t>
                </a:r>
              </a:p>
            </p:txBody>
          </p:sp>
          <p:sp>
            <p:nvSpPr>
              <p:cNvPr id="235" name="Tekstvak 234">
                <a:extLst>
                  <a:ext uri="{FF2B5EF4-FFF2-40B4-BE49-F238E27FC236}">
                    <a16:creationId xmlns:a16="http://schemas.microsoft.com/office/drawing/2014/main" id="{1AFD01E0-EF0B-4528-BB0D-2B5E94F78F3E}"/>
                  </a:ext>
                </a:extLst>
              </p:cNvPr>
              <p:cNvSpPr txBox="1"/>
              <p:nvPr userDrawn="1"/>
            </p:nvSpPr>
            <p:spPr>
              <a:xfrm>
                <a:off x="-3115840" y="3624236"/>
                <a:ext cx="1296208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Edit data</a:t>
                </a:r>
              </a:p>
            </p:txBody>
          </p:sp>
          <p:sp>
            <p:nvSpPr>
              <p:cNvPr id="236" name="Vrije vorm: vorm 235">
                <a:extLst>
                  <a:ext uri="{FF2B5EF4-FFF2-40B4-BE49-F238E27FC236}">
                    <a16:creationId xmlns:a16="http://schemas.microsoft.com/office/drawing/2014/main" id="{4BF49DD2-717F-48B2-BCFD-17D5DA14D343}"/>
                  </a:ext>
                </a:extLst>
              </p:cNvPr>
              <p:cNvSpPr/>
              <p:nvPr userDrawn="1"/>
            </p:nvSpPr>
            <p:spPr>
              <a:xfrm>
                <a:off x="-1959834" y="3694348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37" name="Groep 236">
                <a:extLst>
                  <a:ext uri="{FF2B5EF4-FFF2-40B4-BE49-F238E27FC236}">
                    <a16:creationId xmlns:a16="http://schemas.microsoft.com/office/drawing/2014/main" id="{2886836D-EDBB-4458-A111-AF1A7C364E28}"/>
                  </a:ext>
                </a:extLst>
              </p:cNvPr>
              <p:cNvGrpSpPr/>
              <p:nvPr userDrawn="1"/>
            </p:nvGrpSpPr>
            <p:grpSpPr>
              <a:xfrm>
                <a:off x="-3261976" y="3361742"/>
                <a:ext cx="139861" cy="152244"/>
                <a:chOff x="12574450" y="6053892"/>
                <a:chExt cx="169232" cy="184215"/>
              </a:xfrm>
            </p:grpSpPr>
            <p:sp>
              <p:nvSpPr>
                <p:cNvPr id="257" name="Rechthoek 256">
                  <a:extLst>
                    <a:ext uri="{FF2B5EF4-FFF2-40B4-BE49-F238E27FC236}">
                      <a16:creationId xmlns:a16="http://schemas.microsoft.com/office/drawing/2014/main" id="{CE5DFA72-33A4-464A-B3EC-71E27D8FFA86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8" name="Rechthoek 257">
                  <a:extLst>
                    <a:ext uri="{FF2B5EF4-FFF2-40B4-BE49-F238E27FC236}">
                      <a16:creationId xmlns:a16="http://schemas.microsoft.com/office/drawing/2014/main" id="{4129D555-C15D-4346-B079-923A7D20FA2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9" name="Rechthoek 258">
                  <a:extLst>
                    <a:ext uri="{FF2B5EF4-FFF2-40B4-BE49-F238E27FC236}">
                      <a16:creationId xmlns:a16="http://schemas.microsoft.com/office/drawing/2014/main" id="{759BE550-FA63-439C-AE48-E56E9F1BADE9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38" name="Groep 237">
                <a:extLst>
                  <a:ext uri="{FF2B5EF4-FFF2-40B4-BE49-F238E27FC236}">
                    <a16:creationId xmlns:a16="http://schemas.microsoft.com/office/drawing/2014/main" id="{71E22F44-B3F9-42E1-B612-AEF0D0067CE2}"/>
                  </a:ext>
                </a:extLst>
              </p:cNvPr>
              <p:cNvGrpSpPr/>
              <p:nvPr userDrawn="1"/>
            </p:nvGrpSpPr>
            <p:grpSpPr>
              <a:xfrm>
                <a:off x="-3261070" y="3635199"/>
                <a:ext cx="168905" cy="104490"/>
                <a:chOff x="-3261070" y="3620931"/>
                <a:chExt cx="193920" cy="119965"/>
              </a:xfrm>
            </p:grpSpPr>
            <p:sp>
              <p:nvSpPr>
                <p:cNvPr id="239" name="Rechthoek 238">
                  <a:extLst>
                    <a:ext uri="{FF2B5EF4-FFF2-40B4-BE49-F238E27FC236}">
                      <a16:creationId xmlns:a16="http://schemas.microsoft.com/office/drawing/2014/main" id="{59D2C5C1-00CD-49DE-BB93-C53050ED81AC}"/>
                    </a:ext>
                  </a:extLst>
                </p:cNvPr>
                <p:cNvSpPr/>
                <p:nvPr userDrawn="1"/>
              </p:nvSpPr>
              <p:spPr>
                <a:xfrm>
                  <a:off x="-3261070" y="3643881"/>
                  <a:ext cx="142985" cy="952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40" name="Groep 239">
                  <a:extLst>
                    <a:ext uri="{FF2B5EF4-FFF2-40B4-BE49-F238E27FC236}">
                      <a16:creationId xmlns:a16="http://schemas.microsoft.com/office/drawing/2014/main" id="{EC602881-2B50-4B7D-B750-DB603AC632F7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22063"/>
                  <a:ext cx="141113" cy="117345"/>
                  <a:chOff x="1094874" y="-878306"/>
                  <a:chExt cx="867364" cy="613611"/>
                </a:xfrm>
              </p:grpSpPr>
              <p:cxnSp>
                <p:nvCxnSpPr>
                  <p:cNvPr id="250" name="Rechte verbindingslijn 249">
                    <a:extLst>
                      <a:ext uri="{FF2B5EF4-FFF2-40B4-BE49-F238E27FC236}">
                        <a16:creationId xmlns:a16="http://schemas.microsoft.com/office/drawing/2014/main" id="{1AFBFCBD-0521-48A2-94A1-6FED12912217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094874" y="-878305"/>
                    <a:ext cx="0" cy="613610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1" name="Rechte verbindingslijn 250">
                    <a:extLst>
                      <a:ext uri="{FF2B5EF4-FFF2-40B4-BE49-F238E27FC236}">
                        <a16:creationId xmlns:a16="http://schemas.microsoft.com/office/drawing/2014/main" id="{910ADBA2-6576-4DA0-8280-E76B947F7D85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962238" y="-878306"/>
                    <a:ext cx="0" cy="613611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52" name="Groep 251">
                    <a:extLst>
                      <a:ext uri="{FF2B5EF4-FFF2-40B4-BE49-F238E27FC236}">
                        <a16:creationId xmlns:a16="http://schemas.microsoft.com/office/drawing/2014/main" id="{64191597-ABD9-492B-BFD0-586868CB74A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0535" y="-878306"/>
                    <a:ext cx="526983" cy="613611"/>
                    <a:chOff x="1270535" y="-745959"/>
                    <a:chExt cx="526983" cy="481264"/>
                  </a:xfrm>
                </p:grpSpPr>
                <p:cxnSp>
                  <p:nvCxnSpPr>
                    <p:cNvPr id="253" name="Rechte verbindingslijn 252">
                      <a:extLst>
                        <a:ext uri="{FF2B5EF4-FFF2-40B4-BE49-F238E27FC236}">
                          <a16:creationId xmlns:a16="http://schemas.microsoft.com/office/drawing/2014/main" id="{B0A5CA66-86F1-4441-8BEC-8F404B51ADB4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446196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4" name="Rechte verbindingslijn 253">
                      <a:extLst>
                        <a:ext uri="{FF2B5EF4-FFF2-40B4-BE49-F238E27FC236}">
                          <a16:creationId xmlns:a16="http://schemas.microsoft.com/office/drawing/2014/main" id="{96B9199C-63C0-4E35-BE9E-775CC38C9E01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270535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5" name="Rechte verbindingslijn 254">
                      <a:extLst>
                        <a:ext uri="{FF2B5EF4-FFF2-40B4-BE49-F238E27FC236}">
                          <a16:creationId xmlns:a16="http://schemas.microsoft.com/office/drawing/2014/main" id="{BD1F8D60-7670-4DC8-9729-701A5D2C2C38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621857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6" name="Rechte verbindingslijn 255">
                      <a:extLst>
                        <a:ext uri="{FF2B5EF4-FFF2-40B4-BE49-F238E27FC236}">
                          <a16:creationId xmlns:a16="http://schemas.microsoft.com/office/drawing/2014/main" id="{5445EE36-0861-4684-83F2-E17DE68C1A1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797518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41" name="Rechte verbindingslijn 240">
                  <a:extLst>
                    <a:ext uri="{FF2B5EF4-FFF2-40B4-BE49-F238E27FC236}">
                      <a16:creationId xmlns:a16="http://schemas.microsoft.com/office/drawing/2014/main" id="{71D69754-05ED-47BA-9D8B-2799F3380DA5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0471" y="3739408"/>
                  <a:ext cx="143329" cy="0"/>
                </a:xfrm>
                <a:prstGeom prst="line">
                  <a:avLst/>
                </a:prstGeom>
                <a:ln w="6350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Rechte verbindingslijn 241">
                  <a:extLst>
                    <a:ext uri="{FF2B5EF4-FFF2-40B4-BE49-F238E27FC236}">
                      <a16:creationId xmlns:a16="http://schemas.microsoft.com/office/drawing/2014/main" id="{A6400246-E284-4428-B5C6-52989FF60339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713352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Rechte verbindingslijn 242">
                  <a:extLst>
                    <a:ext uri="{FF2B5EF4-FFF2-40B4-BE49-F238E27FC236}">
                      <a16:creationId xmlns:a16="http://schemas.microsoft.com/office/drawing/2014/main" id="{2E98FCD9-0678-4F4D-A0AC-06D10BD1B92C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89677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Rechte verbindingslijn 243">
                  <a:extLst>
                    <a:ext uri="{FF2B5EF4-FFF2-40B4-BE49-F238E27FC236}">
                      <a16:creationId xmlns:a16="http://schemas.microsoft.com/office/drawing/2014/main" id="{B9A7C566-590A-4496-8C5D-52EEA71A503D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63621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5" name="Rechthoek 244">
                  <a:extLst>
                    <a:ext uri="{FF2B5EF4-FFF2-40B4-BE49-F238E27FC236}">
                      <a16:creationId xmlns:a16="http://schemas.microsoft.com/office/drawing/2014/main" id="{1E5214EC-B4F3-4934-A05D-53DD5752D440}"/>
                    </a:ext>
                  </a:extLst>
                </p:cNvPr>
                <p:cNvSpPr/>
                <p:nvPr userDrawn="1"/>
              </p:nvSpPr>
              <p:spPr>
                <a:xfrm>
                  <a:off x="-3261070" y="3620931"/>
                  <a:ext cx="142893" cy="24910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46" name="Groep 245">
                  <a:extLst>
                    <a:ext uri="{FF2B5EF4-FFF2-40B4-BE49-F238E27FC236}">
                      <a16:creationId xmlns:a16="http://schemas.microsoft.com/office/drawing/2014/main" id="{D451C917-8D7F-4605-B12A-7267968D15F2}"/>
                    </a:ext>
                  </a:extLst>
                </p:cNvPr>
                <p:cNvGrpSpPr/>
                <p:nvPr userDrawn="1"/>
              </p:nvGrpSpPr>
              <p:grpSpPr>
                <a:xfrm rot="2700000">
                  <a:off x="-3158000" y="3650045"/>
                  <a:ext cx="34350" cy="147351"/>
                  <a:chOff x="3148392" y="-836646"/>
                  <a:chExt cx="132124" cy="596095"/>
                </a:xfrm>
                <a:solidFill>
                  <a:srgbClr val="3399FF"/>
                </a:solidFill>
              </p:grpSpPr>
              <p:sp>
                <p:nvSpPr>
                  <p:cNvPr id="247" name="Rechthoek 246">
                    <a:extLst>
                      <a:ext uri="{FF2B5EF4-FFF2-40B4-BE49-F238E27FC236}">
                        <a16:creationId xmlns:a16="http://schemas.microsoft.com/office/drawing/2014/main" id="{FF3B4142-87A9-4281-BC0E-F0091A50D2C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632" y="-725510"/>
                    <a:ext cx="131884" cy="281356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48" name="Rechthoek: afgeronde bovenhoeken 247">
                    <a:extLst>
                      <a:ext uri="{FF2B5EF4-FFF2-40B4-BE49-F238E27FC236}">
                        <a16:creationId xmlns:a16="http://schemas.microsoft.com/office/drawing/2014/main" id="{03EAD745-6F18-4080-829E-D924EBF3D23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556" y="-836646"/>
                    <a:ext cx="131882" cy="87614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49" name="Gelijkbenige driehoek 248">
                    <a:extLst>
                      <a:ext uri="{FF2B5EF4-FFF2-40B4-BE49-F238E27FC236}">
                        <a16:creationId xmlns:a16="http://schemas.microsoft.com/office/drawing/2014/main" id="{381F2756-962A-4B2A-88E7-FEAEB4C113F2}"/>
                      </a:ext>
                    </a:extLst>
                  </p:cNvPr>
                  <p:cNvSpPr/>
                  <p:nvPr userDrawn="1"/>
                </p:nvSpPr>
                <p:spPr>
                  <a:xfrm rot="10800000">
                    <a:off x="3148392" y="-420304"/>
                    <a:ext cx="131887" cy="179753"/>
                  </a:xfrm>
                  <a:prstGeom prst="triangle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  <p:sp>
          <p:nvSpPr>
            <p:cNvPr id="213" name="Rechthoek 212">
              <a:extLst>
                <a:ext uri="{FF2B5EF4-FFF2-40B4-BE49-F238E27FC236}">
                  <a16:creationId xmlns:a16="http://schemas.microsoft.com/office/drawing/2014/main" id="{E38AC89B-B116-4BD6-A1B0-B9C5EB074554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318710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Chart</a:t>
              </a:r>
            </a:p>
          </p:txBody>
        </p:sp>
        <p:sp>
          <p:nvSpPr>
            <p:cNvPr id="214" name="Ovaal 213">
              <a:extLst>
                <a:ext uri="{FF2B5EF4-FFF2-40B4-BE49-F238E27FC236}">
                  <a16:creationId xmlns:a16="http://schemas.microsoft.com/office/drawing/2014/main" id="{EBDC98F1-E1E6-497C-9957-FAD3712893EC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15" name="Rechthoek 214">
              <a:extLst>
                <a:ext uri="{FF2B5EF4-FFF2-40B4-BE49-F238E27FC236}">
                  <a16:creationId xmlns:a16="http://schemas.microsoft.com/office/drawing/2014/main" id="{6B399003-50D6-4F05-BEBC-4B2A8B0DCB17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16" name="Ovaal 215">
              <a:extLst>
                <a:ext uri="{FF2B5EF4-FFF2-40B4-BE49-F238E27FC236}">
                  <a16:creationId xmlns:a16="http://schemas.microsoft.com/office/drawing/2014/main" id="{B6C19EF5-5098-42E8-8382-381A233C0112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17" name="Rechthoek 216">
              <a:extLst>
                <a:ext uri="{FF2B5EF4-FFF2-40B4-BE49-F238E27FC236}">
                  <a16:creationId xmlns:a16="http://schemas.microsoft.com/office/drawing/2014/main" id="{2C47856B-E50F-4173-8AA6-06C71CB4C664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18" name="Groep 217">
              <a:extLst>
                <a:ext uri="{FF2B5EF4-FFF2-40B4-BE49-F238E27FC236}">
                  <a16:creationId xmlns:a16="http://schemas.microsoft.com/office/drawing/2014/main" id="{E61D63A8-6B7F-4D02-A33A-B72B562B6D8A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229" name="Rechthoek 228">
                <a:extLst>
                  <a:ext uri="{FF2B5EF4-FFF2-40B4-BE49-F238E27FC236}">
                    <a16:creationId xmlns:a16="http://schemas.microsoft.com/office/drawing/2014/main" id="{06090331-DEE0-46A3-8062-882E04D01B9F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230" name="Rechte verbindingslijn 229">
                <a:extLst>
                  <a:ext uri="{FF2B5EF4-FFF2-40B4-BE49-F238E27FC236}">
                    <a16:creationId xmlns:a16="http://schemas.microsoft.com/office/drawing/2014/main" id="{138A8612-1066-463A-8576-AA224CB95A95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231" name="Gelijkbenige driehoek 230">
                <a:extLst>
                  <a:ext uri="{FF2B5EF4-FFF2-40B4-BE49-F238E27FC236}">
                    <a16:creationId xmlns:a16="http://schemas.microsoft.com/office/drawing/2014/main" id="{7C973643-5502-4ADA-A66C-E364DF2F0774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19" name="Groep 218">
              <a:extLst>
                <a:ext uri="{FF2B5EF4-FFF2-40B4-BE49-F238E27FC236}">
                  <a16:creationId xmlns:a16="http://schemas.microsoft.com/office/drawing/2014/main" id="{3143F1BD-84C3-41AE-9EF7-5D222C7D7B02}"/>
                </a:ext>
              </a:extLst>
            </p:cNvPr>
            <p:cNvGrpSpPr/>
            <p:nvPr userDrawn="1"/>
          </p:nvGrpSpPr>
          <p:grpSpPr>
            <a:xfrm>
              <a:off x="-3316599" y="1232480"/>
              <a:ext cx="289372" cy="314992"/>
              <a:chOff x="7322769" y="-310267"/>
              <a:chExt cx="289372" cy="314992"/>
            </a:xfrm>
          </p:grpSpPr>
          <p:sp>
            <p:nvSpPr>
              <p:cNvPr id="226" name="Rechthoek 225">
                <a:extLst>
                  <a:ext uri="{FF2B5EF4-FFF2-40B4-BE49-F238E27FC236}">
                    <a16:creationId xmlns:a16="http://schemas.microsoft.com/office/drawing/2014/main" id="{9093897D-833D-4693-BA2D-C1534ABE02CC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7" name="Rechthoek 226">
                <a:extLst>
                  <a:ext uri="{FF2B5EF4-FFF2-40B4-BE49-F238E27FC236}">
                    <a16:creationId xmlns:a16="http://schemas.microsoft.com/office/drawing/2014/main" id="{C7A5DA29-571A-4032-ACB2-A5B6D2D3A399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8" name="Rechthoek 227">
                <a:extLst>
                  <a:ext uri="{FF2B5EF4-FFF2-40B4-BE49-F238E27FC236}">
                    <a16:creationId xmlns:a16="http://schemas.microsoft.com/office/drawing/2014/main" id="{66272F60-B581-4FCD-8BA5-B4EFED409B16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0" name="Ovaal 219">
              <a:extLst>
                <a:ext uri="{FF2B5EF4-FFF2-40B4-BE49-F238E27FC236}">
                  <a16:creationId xmlns:a16="http://schemas.microsoft.com/office/drawing/2014/main" id="{AD8BF520-ED26-43A8-83A5-284B179E37D6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21" name="Rechthoek 220">
              <a:extLst>
                <a:ext uri="{FF2B5EF4-FFF2-40B4-BE49-F238E27FC236}">
                  <a16:creationId xmlns:a16="http://schemas.microsoft.com/office/drawing/2014/main" id="{D156ECF8-1779-4856-A26D-7F4083C2D0D1}"/>
                </a:ext>
              </a:extLst>
            </p:cNvPr>
            <p:cNvSpPr/>
            <p:nvPr userDrawn="1"/>
          </p:nvSpPr>
          <p:spPr>
            <a:xfrm>
              <a:off x="-3319415" y="2555610"/>
              <a:ext cx="2944682" cy="46054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chart by clicking on various parts of the chart and using the various options 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‘Chart Tools’ - ‘Format’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sp>
          <p:nvSpPr>
            <p:cNvPr id="222" name="Rechthoek 221">
              <a:extLst>
                <a:ext uri="{FF2B5EF4-FFF2-40B4-BE49-F238E27FC236}">
                  <a16:creationId xmlns:a16="http://schemas.microsoft.com/office/drawing/2014/main" id="{B68039EE-26DD-4EE4-8E52-61D4E52DAADC}"/>
                </a:ext>
              </a:extLst>
            </p:cNvPr>
            <p:cNvSpPr/>
            <p:nvPr userDrawn="1"/>
          </p:nvSpPr>
          <p:spPr>
            <a:xfrm>
              <a:off x="-3786437" y="502725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23" name="ICOON_info">
              <a:extLst>
                <a:ext uri="{FF2B5EF4-FFF2-40B4-BE49-F238E27FC236}">
                  <a16:creationId xmlns:a16="http://schemas.microsoft.com/office/drawing/2014/main" id="{36478028-DBF7-4B2D-ACA2-148F084F8410}"/>
                </a:ext>
              </a:extLst>
            </p:cNvPr>
            <p:cNvGrpSpPr/>
            <p:nvPr userDrawn="1"/>
          </p:nvGrpSpPr>
          <p:grpSpPr>
            <a:xfrm>
              <a:off x="-376736" y="4856209"/>
              <a:ext cx="283685" cy="283685"/>
              <a:chOff x="-376736" y="5583395"/>
              <a:chExt cx="283685" cy="283685"/>
            </a:xfrm>
          </p:grpSpPr>
          <p:sp>
            <p:nvSpPr>
              <p:cNvPr id="224" name="Ovaal 223">
                <a:extLst>
                  <a:ext uri="{FF2B5EF4-FFF2-40B4-BE49-F238E27FC236}">
                    <a16:creationId xmlns:a16="http://schemas.microsoft.com/office/drawing/2014/main" id="{767DBA89-F313-41BC-BF45-E88ED1D63A15}"/>
                  </a:ext>
                </a:extLst>
              </p:cNvPr>
              <p:cNvSpPr/>
              <p:nvPr userDrawn="1"/>
            </p:nvSpPr>
            <p:spPr>
              <a:xfrm>
                <a:off x="-356709" y="5602861"/>
                <a:ext cx="244751" cy="244751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5" name="Graphic 163" descr="Informatie">
                <a:extLst>
                  <a:ext uri="{FF2B5EF4-FFF2-40B4-BE49-F238E27FC236}">
                    <a16:creationId xmlns:a16="http://schemas.microsoft.com/office/drawing/2014/main" id="{F2DB9596-E011-422E-8E33-4DF69F1012B5}"/>
                  </a:ext>
                </a:extLst>
              </p:cNvPr>
              <p:cNvSpPr/>
              <p:nvPr userDrawn="1"/>
            </p:nvSpPr>
            <p:spPr>
              <a:xfrm>
                <a:off x="-376736" y="5583395"/>
                <a:ext cx="283685" cy="28368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43637422-0CC7-4369-8168-8C9B56911CC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03276" y="4528915"/>
            <a:ext cx="4356122" cy="132633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4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200"/>
            </a:lvl8pPr>
            <a:lvl9pPr>
              <a:defRPr sz="1600"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76" name="Tijdelijke aanduiding voor tekst 7">
            <a:extLst>
              <a:ext uri="{FF2B5EF4-FFF2-40B4-BE49-F238E27FC236}">
                <a16:creationId xmlns:a16="http://schemas.microsoft.com/office/drawing/2014/main" id="{948D7D63-0C60-4224-9AA5-9A5051C701E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826796" y="4528915"/>
            <a:ext cx="4356124" cy="132633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4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200"/>
            </a:lvl8pPr>
            <a:lvl9pPr>
              <a:defRPr sz="1600"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69" name="Tijdelijke aanduiding voor tekst 12">
            <a:extLst>
              <a:ext uri="{FF2B5EF4-FFF2-40B4-BE49-F238E27FC236}">
                <a16:creationId xmlns:a16="http://schemas.microsoft.com/office/drawing/2014/main" id="{C818E900-7930-4C5F-AD67-9DABF9757D3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03276" y="1461048"/>
            <a:ext cx="4356124" cy="301915"/>
          </a:xfrm>
        </p:spPr>
        <p:txBody>
          <a:bodyPr/>
          <a:lstStyle>
            <a:lvl1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graph title here</a:t>
            </a:r>
          </a:p>
        </p:txBody>
      </p:sp>
      <p:sp>
        <p:nvSpPr>
          <p:cNvPr id="70" name="Tijdelijke aanduiding voor tekst 12">
            <a:extLst>
              <a:ext uri="{FF2B5EF4-FFF2-40B4-BE49-F238E27FC236}">
                <a16:creationId xmlns:a16="http://schemas.microsoft.com/office/drawing/2014/main" id="{BE5BCFC7-2474-481C-88A2-1A115C5E2AC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826795" y="1461048"/>
            <a:ext cx="4356124" cy="301915"/>
          </a:xfrm>
        </p:spPr>
        <p:txBody>
          <a:bodyPr/>
          <a:lstStyle>
            <a:lvl1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graph title here</a:t>
            </a:r>
          </a:p>
        </p:txBody>
      </p:sp>
      <p:sp>
        <p:nvSpPr>
          <p:cNvPr id="71" name="Tijdelijke aanduiding voor tekst 17">
            <a:extLst>
              <a:ext uri="{FF2B5EF4-FFF2-40B4-BE49-F238E27FC236}">
                <a16:creationId xmlns:a16="http://schemas.microsoft.com/office/drawing/2014/main" id="{F2043B27-D1B7-41B6-94AA-05F0145BF1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300" y="6424534"/>
            <a:ext cx="3063874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575005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9137" y="1805650"/>
            <a:ext cx="5027612" cy="449513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TEXT + TABLE</a:t>
            </a:r>
          </a:p>
        </p:txBody>
      </p:sp>
      <p:sp>
        <p:nvSpPr>
          <p:cNvPr id="198" name="Tijdelijke aanduiding voor tabel 197">
            <a:extLst>
              <a:ext uri="{FF2B5EF4-FFF2-40B4-BE49-F238E27FC236}">
                <a16:creationId xmlns:a16="http://schemas.microsoft.com/office/drawing/2014/main" id="{9AE5B91E-5735-41AD-ABB9-2C8A950757CB}"/>
              </a:ext>
            </a:extLst>
          </p:cNvPr>
          <p:cNvSpPr>
            <a:spLocks noGrp="1"/>
          </p:cNvSpPr>
          <p:nvPr>
            <p:ph type="tbl" sz="quarter" idx="20" hasCustomPrompt="1"/>
          </p:nvPr>
        </p:nvSpPr>
        <p:spPr>
          <a:xfrm>
            <a:off x="6096000" y="1805650"/>
            <a:ext cx="5555751" cy="4495137"/>
          </a:xfrm>
          <a:custGeom>
            <a:avLst/>
            <a:gdLst>
              <a:gd name="connsiteX0" fmla="*/ 0 w 5559341"/>
              <a:gd name="connsiteY0" fmla="*/ 0 h 4399206"/>
              <a:gd name="connsiteX1" fmla="*/ 5559341 w 5559341"/>
              <a:gd name="connsiteY1" fmla="*/ 0 h 4399206"/>
              <a:gd name="connsiteX2" fmla="*/ 5559341 w 5559341"/>
              <a:gd name="connsiteY2" fmla="*/ 4399206 h 4399206"/>
              <a:gd name="connsiteX3" fmla="*/ 0 w 5559341"/>
              <a:gd name="connsiteY3" fmla="*/ 4399206 h 439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59341" h="4399206">
                <a:moveTo>
                  <a:pt x="0" y="0"/>
                </a:moveTo>
                <a:lnTo>
                  <a:pt x="5559341" y="0"/>
                </a:lnTo>
                <a:lnTo>
                  <a:pt x="5559341" y="4399206"/>
                </a:lnTo>
                <a:lnTo>
                  <a:pt x="0" y="4399206"/>
                </a:lnTo>
                <a:close/>
              </a:path>
            </a:pathLst>
          </a:custGeom>
          <a:noFill/>
        </p:spPr>
        <p:txBody>
          <a:bodyPr wrap="square" tIns="0" b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table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523DCA0-F81A-40D2-BC5A-DCB7A6FB72B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381751" y="6424534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2" name="Tijdelijke aanduiding voor tekst 17">
            <a:extLst>
              <a:ext uri="{FF2B5EF4-FFF2-40B4-BE49-F238E27FC236}">
                <a16:creationId xmlns:a16="http://schemas.microsoft.com/office/drawing/2014/main" id="{0463445C-7879-4740-A1AE-18495DF8882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6661" y="6424534"/>
            <a:ext cx="3236828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44" name="Tijdelijke aanduiding voor tekst 17">
            <a:extLst>
              <a:ext uri="{FF2B5EF4-FFF2-40B4-BE49-F238E27FC236}">
                <a16:creationId xmlns:a16="http://schemas.microsoft.com/office/drawing/2014/main" id="{E4E6C520-0D5F-4883-96C5-36D51BD7775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98949" y="6424534"/>
            <a:ext cx="3595689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145" name="Tijdelijke aanduiding voor tekst 12">
            <a:extLst>
              <a:ext uri="{FF2B5EF4-FFF2-40B4-BE49-F238E27FC236}">
                <a16:creationId xmlns:a16="http://schemas.microsoft.com/office/drawing/2014/main" id="{01C87A9F-ADB9-42B3-8CFA-FA09C682F7D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C5CF583-58E2-4412-861D-4BB8A27D5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sp>
        <p:nvSpPr>
          <p:cNvPr id="235" name="Tekstvak 234">
            <a:extLst>
              <a:ext uri="{FF2B5EF4-FFF2-40B4-BE49-F238E27FC236}">
                <a16:creationId xmlns:a16="http://schemas.microsoft.com/office/drawing/2014/main" id="{1A9E4641-3C04-4DB8-A3C9-6CAA47BEA62C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97" name="INSTRUCTION">
            <a:extLst>
              <a:ext uri="{FF2B5EF4-FFF2-40B4-BE49-F238E27FC236}">
                <a16:creationId xmlns:a16="http://schemas.microsoft.com/office/drawing/2014/main" id="{4A11A065-A020-4AD9-A925-27E6F89AE9AE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98" name="Rechthoek 97">
              <a:extLst>
                <a:ext uri="{FF2B5EF4-FFF2-40B4-BE49-F238E27FC236}">
                  <a16:creationId xmlns:a16="http://schemas.microsoft.com/office/drawing/2014/main" id="{BC66CC3F-5BCC-4820-848E-A0C379DE59FE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99" name="Ovaal 98">
              <a:extLst>
                <a:ext uri="{FF2B5EF4-FFF2-40B4-BE49-F238E27FC236}">
                  <a16:creationId xmlns:a16="http://schemas.microsoft.com/office/drawing/2014/main" id="{18789CD2-6962-4149-82DD-660E122B0311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0" name="Rechthoek 99">
              <a:extLst>
                <a:ext uri="{FF2B5EF4-FFF2-40B4-BE49-F238E27FC236}">
                  <a16:creationId xmlns:a16="http://schemas.microsoft.com/office/drawing/2014/main" id="{4C53B65D-FB0A-4D68-928E-8BE9B583B6FA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01" name="Ovaal 100">
              <a:extLst>
                <a:ext uri="{FF2B5EF4-FFF2-40B4-BE49-F238E27FC236}">
                  <a16:creationId xmlns:a16="http://schemas.microsoft.com/office/drawing/2014/main" id="{FF2540A4-5668-4089-96BF-290ABFEC7917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02" name="Rechthoek 101">
              <a:extLst>
                <a:ext uri="{FF2B5EF4-FFF2-40B4-BE49-F238E27FC236}">
                  <a16:creationId xmlns:a16="http://schemas.microsoft.com/office/drawing/2014/main" id="{A686AD09-5B2D-4C50-BC7B-ED46F7036059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03" name="Ovaal 102">
              <a:extLst>
                <a:ext uri="{FF2B5EF4-FFF2-40B4-BE49-F238E27FC236}">
                  <a16:creationId xmlns:a16="http://schemas.microsoft.com/office/drawing/2014/main" id="{B6AC05FF-EA54-438D-8112-861534BE619A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04" name="Ovaal 103">
              <a:extLst>
                <a:ext uri="{FF2B5EF4-FFF2-40B4-BE49-F238E27FC236}">
                  <a16:creationId xmlns:a16="http://schemas.microsoft.com/office/drawing/2014/main" id="{E902EAFF-3F44-4DC6-83B0-E5FAEC58032D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05" name="Ovaal 104">
              <a:extLst>
                <a:ext uri="{FF2B5EF4-FFF2-40B4-BE49-F238E27FC236}">
                  <a16:creationId xmlns:a16="http://schemas.microsoft.com/office/drawing/2014/main" id="{9B8F580B-FD95-4C7D-B63F-0B66C5929C1B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06" name="Ovaal 105">
              <a:extLst>
                <a:ext uri="{FF2B5EF4-FFF2-40B4-BE49-F238E27FC236}">
                  <a16:creationId xmlns:a16="http://schemas.microsoft.com/office/drawing/2014/main" id="{5938B1BE-C387-448B-833B-A51312D52B36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07" name="Ovaal 106">
              <a:extLst>
                <a:ext uri="{FF2B5EF4-FFF2-40B4-BE49-F238E27FC236}">
                  <a16:creationId xmlns:a16="http://schemas.microsoft.com/office/drawing/2014/main" id="{2C61947F-E4C1-4210-A081-B12A2D56A217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08" name="Ovaal 107">
              <a:extLst>
                <a:ext uri="{FF2B5EF4-FFF2-40B4-BE49-F238E27FC236}">
                  <a16:creationId xmlns:a16="http://schemas.microsoft.com/office/drawing/2014/main" id="{4C0ABE00-45D8-44EC-9B29-9635D1E1213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09" name="Ovaal 108">
              <a:extLst>
                <a:ext uri="{FF2B5EF4-FFF2-40B4-BE49-F238E27FC236}">
                  <a16:creationId xmlns:a16="http://schemas.microsoft.com/office/drawing/2014/main" id="{15B77A40-30FE-4DB3-A089-016EA274F0E9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C9041D23-D10E-4EDE-8DFF-436EBEA730F6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111" name="ICOON_info">
              <a:extLst>
                <a:ext uri="{FF2B5EF4-FFF2-40B4-BE49-F238E27FC236}">
                  <a16:creationId xmlns:a16="http://schemas.microsoft.com/office/drawing/2014/main" id="{6E7704A3-E865-43B7-8B8C-068ED92E5A0D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43" name="Ovaal 242">
                <a:extLst>
                  <a:ext uri="{FF2B5EF4-FFF2-40B4-BE49-F238E27FC236}">
                    <a16:creationId xmlns:a16="http://schemas.microsoft.com/office/drawing/2014/main" id="{6D02F096-9673-4BD6-A0A6-A2B9ED0F0DC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4" name="Graphic 163" descr="Informatie">
                <a:extLst>
                  <a:ext uri="{FF2B5EF4-FFF2-40B4-BE49-F238E27FC236}">
                    <a16:creationId xmlns:a16="http://schemas.microsoft.com/office/drawing/2014/main" id="{56FC46CA-F062-49BD-AF79-201303F349A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2" name="VOORBEELD">
              <a:extLst>
                <a:ext uri="{FF2B5EF4-FFF2-40B4-BE49-F238E27FC236}">
                  <a16:creationId xmlns:a16="http://schemas.microsoft.com/office/drawing/2014/main" id="{EAE3D095-2BB0-4E0A-9DC2-C55F3B0A467F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13" name="Rechthoek 112">
                <a:extLst>
                  <a:ext uri="{FF2B5EF4-FFF2-40B4-BE49-F238E27FC236}">
                    <a16:creationId xmlns:a16="http://schemas.microsoft.com/office/drawing/2014/main" id="{986815C5-575A-4912-821C-1B6A13328561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14" name="Rechthoek 113">
                <a:extLst>
                  <a:ext uri="{FF2B5EF4-FFF2-40B4-BE49-F238E27FC236}">
                    <a16:creationId xmlns:a16="http://schemas.microsoft.com/office/drawing/2014/main" id="{3399D831-1395-4E41-8804-D767CE90DDF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15" name="Groep 114">
                <a:extLst>
                  <a:ext uri="{FF2B5EF4-FFF2-40B4-BE49-F238E27FC236}">
                    <a16:creationId xmlns:a16="http://schemas.microsoft.com/office/drawing/2014/main" id="{809A34F0-6EF6-454E-AB16-88EC8D997E1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36" name="Groep 235">
                  <a:extLst>
                    <a:ext uri="{FF2B5EF4-FFF2-40B4-BE49-F238E27FC236}">
                      <a16:creationId xmlns:a16="http://schemas.microsoft.com/office/drawing/2014/main" id="{4CDC935D-EE07-4C90-9017-71CD9323DA6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38" name="Rechte verbindingslijn 237">
                    <a:extLst>
                      <a:ext uri="{FF2B5EF4-FFF2-40B4-BE49-F238E27FC236}">
                        <a16:creationId xmlns:a16="http://schemas.microsoft.com/office/drawing/2014/main" id="{136734F7-5382-4900-A864-CCB4CE4E342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9" name="Rechte verbindingslijn 238">
                    <a:extLst>
                      <a:ext uri="{FF2B5EF4-FFF2-40B4-BE49-F238E27FC236}">
                        <a16:creationId xmlns:a16="http://schemas.microsoft.com/office/drawing/2014/main" id="{0720D748-AFFB-446E-BDD5-BF4049A8B67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0" name="Rechte verbindingslijn 239">
                    <a:extLst>
                      <a:ext uri="{FF2B5EF4-FFF2-40B4-BE49-F238E27FC236}">
                        <a16:creationId xmlns:a16="http://schemas.microsoft.com/office/drawing/2014/main" id="{E3E1FD16-614D-47BA-A1B6-C3BD7220324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1" name="Rechte verbindingslijn 240">
                    <a:extLst>
                      <a:ext uri="{FF2B5EF4-FFF2-40B4-BE49-F238E27FC236}">
                        <a16:creationId xmlns:a16="http://schemas.microsoft.com/office/drawing/2014/main" id="{FBAFD942-802C-4E42-A98F-0D674A99F89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2" name="Rechte verbindingslijn 241">
                    <a:extLst>
                      <a:ext uri="{FF2B5EF4-FFF2-40B4-BE49-F238E27FC236}">
                        <a16:creationId xmlns:a16="http://schemas.microsoft.com/office/drawing/2014/main" id="{5BE2AAE6-7A72-42B6-A595-0500F1924E3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7" name="Pijl: rechts 236">
                  <a:extLst>
                    <a:ext uri="{FF2B5EF4-FFF2-40B4-BE49-F238E27FC236}">
                      <a16:creationId xmlns:a16="http://schemas.microsoft.com/office/drawing/2014/main" id="{4490AE8E-AE40-4761-A4A5-19CE2969AE9D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16" name="Groep 115">
                <a:extLst>
                  <a:ext uri="{FF2B5EF4-FFF2-40B4-BE49-F238E27FC236}">
                    <a16:creationId xmlns:a16="http://schemas.microsoft.com/office/drawing/2014/main" id="{1DE29135-6E62-40EC-BCDC-B5DCE4C5A26B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39" name="Groep 138">
                  <a:extLst>
                    <a:ext uri="{FF2B5EF4-FFF2-40B4-BE49-F238E27FC236}">
                      <a16:creationId xmlns:a16="http://schemas.microsoft.com/office/drawing/2014/main" id="{482A1109-E097-4198-97D5-9F76D276FFE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41" name="Rechte verbindingslijn 140">
                    <a:extLst>
                      <a:ext uri="{FF2B5EF4-FFF2-40B4-BE49-F238E27FC236}">
                        <a16:creationId xmlns:a16="http://schemas.microsoft.com/office/drawing/2014/main" id="{278C37AF-52B1-4ABF-AF1C-44E5D27150F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6" name="Rechte verbindingslijn 145">
                    <a:extLst>
                      <a:ext uri="{FF2B5EF4-FFF2-40B4-BE49-F238E27FC236}">
                        <a16:creationId xmlns:a16="http://schemas.microsoft.com/office/drawing/2014/main" id="{5FB2B56D-7DFF-4BD1-B913-D79E6B8A2A5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7" name="Rechte verbindingslijn 146">
                    <a:extLst>
                      <a:ext uri="{FF2B5EF4-FFF2-40B4-BE49-F238E27FC236}">
                        <a16:creationId xmlns:a16="http://schemas.microsoft.com/office/drawing/2014/main" id="{529FA6D1-15D8-4750-8643-A58BCF512C5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8" name="Rechte verbindingslijn 147">
                    <a:extLst>
                      <a:ext uri="{FF2B5EF4-FFF2-40B4-BE49-F238E27FC236}">
                        <a16:creationId xmlns:a16="http://schemas.microsoft.com/office/drawing/2014/main" id="{7BB092A0-8AA1-4471-9CD4-00EE319B987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7" name="Rechte verbindingslijn 196">
                    <a:extLst>
                      <a:ext uri="{FF2B5EF4-FFF2-40B4-BE49-F238E27FC236}">
                        <a16:creationId xmlns:a16="http://schemas.microsoft.com/office/drawing/2014/main" id="{6F2C3785-0716-4D5F-8BD1-B6C60383079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0" name="Pijl: rechts 139">
                  <a:extLst>
                    <a:ext uri="{FF2B5EF4-FFF2-40B4-BE49-F238E27FC236}">
                      <a16:creationId xmlns:a16="http://schemas.microsoft.com/office/drawing/2014/main" id="{7D0C91BC-63D0-4041-9A68-0EA7F575B970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17" name="Rechte verbindingslijn 116">
                <a:extLst>
                  <a:ext uri="{FF2B5EF4-FFF2-40B4-BE49-F238E27FC236}">
                    <a16:creationId xmlns:a16="http://schemas.microsoft.com/office/drawing/2014/main" id="{A667574E-43B5-4112-9623-43B3420B15C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18" name="Rechte verbindingslijn 117">
                <a:extLst>
                  <a:ext uri="{FF2B5EF4-FFF2-40B4-BE49-F238E27FC236}">
                    <a16:creationId xmlns:a16="http://schemas.microsoft.com/office/drawing/2014/main" id="{3AE9CB0A-51AF-4BBB-91C7-72C8691CE3B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19" name="Rechthoek 118">
                <a:extLst>
                  <a:ext uri="{FF2B5EF4-FFF2-40B4-BE49-F238E27FC236}">
                    <a16:creationId xmlns:a16="http://schemas.microsoft.com/office/drawing/2014/main" id="{64E52C48-36EC-4C59-8DEE-8B24822AA191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B5A686C7-325A-4B9C-B7CD-272B100ADC46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121" name="Groep 120">
                <a:extLst>
                  <a:ext uri="{FF2B5EF4-FFF2-40B4-BE49-F238E27FC236}">
                    <a16:creationId xmlns:a16="http://schemas.microsoft.com/office/drawing/2014/main" id="{4722BBCB-9657-45E8-BCA0-87AD66194ED8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864F9589-F054-4B60-BA8D-0D7CEAD30789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32" name="Groep 131">
                  <a:extLst>
                    <a:ext uri="{FF2B5EF4-FFF2-40B4-BE49-F238E27FC236}">
                      <a16:creationId xmlns:a16="http://schemas.microsoft.com/office/drawing/2014/main" id="{0A81426F-83B2-4D9D-95C1-0085EC904B4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34" name="Rechte verbindingslijn 133">
                    <a:extLst>
                      <a:ext uri="{FF2B5EF4-FFF2-40B4-BE49-F238E27FC236}">
                        <a16:creationId xmlns:a16="http://schemas.microsoft.com/office/drawing/2014/main" id="{26BAFE8D-7965-4DDD-8E3C-59AAD2FBE83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5" name="Rechte verbindingslijn 134">
                    <a:extLst>
                      <a:ext uri="{FF2B5EF4-FFF2-40B4-BE49-F238E27FC236}">
                        <a16:creationId xmlns:a16="http://schemas.microsoft.com/office/drawing/2014/main" id="{33D03859-204F-426A-8E86-79A7CB34057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6" name="Rechte verbindingslijn 135">
                    <a:extLst>
                      <a:ext uri="{FF2B5EF4-FFF2-40B4-BE49-F238E27FC236}">
                        <a16:creationId xmlns:a16="http://schemas.microsoft.com/office/drawing/2014/main" id="{24F204BA-CE99-4C38-9C47-7DD35BC9443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7" name="Rechte verbindingslijn 136">
                    <a:extLst>
                      <a:ext uri="{FF2B5EF4-FFF2-40B4-BE49-F238E27FC236}">
                        <a16:creationId xmlns:a16="http://schemas.microsoft.com/office/drawing/2014/main" id="{99B7E33D-AC4A-4A00-8EB6-298515E7C0D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8" name="Rechte verbindingslijn 137">
                    <a:extLst>
                      <a:ext uri="{FF2B5EF4-FFF2-40B4-BE49-F238E27FC236}">
                        <a16:creationId xmlns:a16="http://schemas.microsoft.com/office/drawing/2014/main" id="{44937382-C6B8-49ED-B5C9-22E9D6F465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33" name="Pijl: rechts 132">
                  <a:extLst>
                    <a:ext uri="{FF2B5EF4-FFF2-40B4-BE49-F238E27FC236}">
                      <a16:creationId xmlns:a16="http://schemas.microsoft.com/office/drawing/2014/main" id="{FEDFEDFE-696A-4F5A-BE36-CFAE535F85B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2" name="Groep 121">
                <a:extLst>
                  <a:ext uri="{FF2B5EF4-FFF2-40B4-BE49-F238E27FC236}">
                    <a16:creationId xmlns:a16="http://schemas.microsoft.com/office/drawing/2014/main" id="{960A3838-2520-4E75-AD26-EBCD27114D1A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23" name="Rechthoek 122">
                  <a:extLst>
                    <a:ext uri="{FF2B5EF4-FFF2-40B4-BE49-F238E27FC236}">
                      <a16:creationId xmlns:a16="http://schemas.microsoft.com/office/drawing/2014/main" id="{DB3E76AD-E505-495D-ADA4-122A6D4E9DD8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24" name="Groep 123">
                  <a:extLst>
                    <a:ext uri="{FF2B5EF4-FFF2-40B4-BE49-F238E27FC236}">
                      <a16:creationId xmlns:a16="http://schemas.microsoft.com/office/drawing/2014/main" id="{F2B43CCA-38C8-4EDE-BD11-011901DB98C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26" name="Rechte verbindingslijn 125">
                    <a:extLst>
                      <a:ext uri="{FF2B5EF4-FFF2-40B4-BE49-F238E27FC236}">
                        <a16:creationId xmlns:a16="http://schemas.microsoft.com/office/drawing/2014/main" id="{85E59E27-B724-435F-85C3-C7B3DAC0131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7" name="Rechte verbindingslijn 126">
                    <a:extLst>
                      <a:ext uri="{FF2B5EF4-FFF2-40B4-BE49-F238E27FC236}">
                        <a16:creationId xmlns:a16="http://schemas.microsoft.com/office/drawing/2014/main" id="{6C1A75AC-139E-4B25-93A1-5D5D3453347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8" name="Rechte verbindingslijn 127">
                    <a:extLst>
                      <a:ext uri="{FF2B5EF4-FFF2-40B4-BE49-F238E27FC236}">
                        <a16:creationId xmlns:a16="http://schemas.microsoft.com/office/drawing/2014/main" id="{62CB6734-5DE9-422D-AC45-9E5EFB8E77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9" name="Rechte verbindingslijn 128">
                    <a:extLst>
                      <a:ext uri="{FF2B5EF4-FFF2-40B4-BE49-F238E27FC236}">
                        <a16:creationId xmlns:a16="http://schemas.microsoft.com/office/drawing/2014/main" id="{4BB8B26F-12F1-4F8E-B8ED-7B4F7EF446F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0" name="Rechte verbindingslijn 129">
                    <a:extLst>
                      <a:ext uri="{FF2B5EF4-FFF2-40B4-BE49-F238E27FC236}">
                        <a16:creationId xmlns:a16="http://schemas.microsoft.com/office/drawing/2014/main" id="{17284D95-F8A0-4EB9-9E2C-21B3C8DBE65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25" name="Pijl: rechts 124">
                  <a:extLst>
                    <a:ext uri="{FF2B5EF4-FFF2-40B4-BE49-F238E27FC236}">
                      <a16:creationId xmlns:a16="http://schemas.microsoft.com/office/drawing/2014/main" id="{52E71264-6B58-4A91-B179-A4BF77E7C965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245" name="INSTRUCTION">
            <a:extLst>
              <a:ext uri="{FF2B5EF4-FFF2-40B4-BE49-F238E27FC236}">
                <a16:creationId xmlns:a16="http://schemas.microsoft.com/office/drawing/2014/main" id="{F27DDC84-957B-4DA4-ADC6-8DF68A5E1108}"/>
              </a:ext>
            </a:extLst>
          </p:cNvPr>
          <p:cNvGrpSpPr/>
          <p:nvPr userDrawn="1"/>
        </p:nvGrpSpPr>
        <p:grpSpPr>
          <a:xfrm>
            <a:off x="12377595" y="2"/>
            <a:ext cx="3693386" cy="4050990"/>
            <a:chOff x="-3786437" y="2"/>
            <a:chExt cx="3693386" cy="4050990"/>
          </a:xfrm>
        </p:grpSpPr>
        <p:sp>
          <p:nvSpPr>
            <p:cNvPr id="246" name="Rechthoek 245">
              <a:extLst>
                <a:ext uri="{FF2B5EF4-FFF2-40B4-BE49-F238E27FC236}">
                  <a16:creationId xmlns:a16="http://schemas.microsoft.com/office/drawing/2014/main" id="{7AA7C4C7-4374-4B67-884E-560B53CE9099}"/>
                </a:ext>
              </a:extLst>
            </p:cNvPr>
            <p:cNvSpPr/>
            <p:nvPr userDrawn="1"/>
          </p:nvSpPr>
          <p:spPr>
            <a:xfrm>
              <a:off x="-3786165" y="2"/>
              <a:ext cx="3593091" cy="331640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table</a:t>
              </a:r>
            </a:p>
          </p:txBody>
        </p:sp>
        <p:sp>
          <p:nvSpPr>
            <p:cNvPr id="247" name="Rechthoek 246">
              <a:extLst>
                <a:ext uri="{FF2B5EF4-FFF2-40B4-BE49-F238E27FC236}">
                  <a16:creationId xmlns:a16="http://schemas.microsoft.com/office/drawing/2014/main" id="{AA7F63C7-AB12-4029-8108-2D92802DE300}"/>
                </a:ext>
              </a:extLst>
            </p:cNvPr>
            <p:cNvSpPr/>
            <p:nvPr userDrawn="1"/>
          </p:nvSpPr>
          <p:spPr>
            <a:xfrm>
              <a:off x="-3786437" y="322299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248" name="Ovaal 247">
              <a:extLst>
                <a:ext uri="{FF2B5EF4-FFF2-40B4-BE49-F238E27FC236}">
                  <a16:creationId xmlns:a16="http://schemas.microsoft.com/office/drawing/2014/main" id="{0625E803-1B85-475B-B3FD-82E9DBA67571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49" name="Rechthoek 248">
              <a:extLst>
                <a:ext uri="{FF2B5EF4-FFF2-40B4-BE49-F238E27FC236}">
                  <a16:creationId xmlns:a16="http://schemas.microsoft.com/office/drawing/2014/main" id="{535B01F0-2BD7-4649-A7D4-4BD18883D2F8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table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table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50" name="Ovaal 249">
              <a:extLst>
                <a:ext uri="{FF2B5EF4-FFF2-40B4-BE49-F238E27FC236}">
                  <a16:creationId xmlns:a16="http://schemas.microsoft.com/office/drawing/2014/main" id="{C326F27A-73B5-4B22-99D9-8CBF16052550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51" name="Rechthoek 250">
              <a:extLst>
                <a:ext uri="{FF2B5EF4-FFF2-40B4-BE49-F238E27FC236}">
                  <a16:creationId xmlns:a16="http://schemas.microsoft.com/office/drawing/2014/main" id="{46E8A4D7-0838-471A-B7FF-49DFD1B9AB64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number of rows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columns and click 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‘OK’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52" name="Groep 251">
              <a:extLst>
                <a:ext uri="{FF2B5EF4-FFF2-40B4-BE49-F238E27FC236}">
                  <a16:creationId xmlns:a16="http://schemas.microsoft.com/office/drawing/2014/main" id="{F6F00C16-1A0E-49C9-805F-D931CF6F06AF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267" name="Rechthoek 266">
                <a:extLst>
                  <a:ext uri="{FF2B5EF4-FFF2-40B4-BE49-F238E27FC236}">
                    <a16:creationId xmlns:a16="http://schemas.microsoft.com/office/drawing/2014/main" id="{4C2B2A24-11AF-47F2-824F-AC23BC2A6B68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OK</a:t>
                </a:r>
              </a:p>
            </p:txBody>
          </p:sp>
          <p:cxnSp>
            <p:nvCxnSpPr>
              <p:cNvPr id="268" name="Rechte verbindingslijn 267">
                <a:extLst>
                  <a:ext uri="{FF2B5EF4-FFF2-40B4-BE49-F238E27FC236}">
                    <a16:creationId xmlns:a16="http://schemas.microsoft.com/office/drawing/2014/main" id="{360B58F2-699F-434F-8C3E-34C9D498EE6B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269" name="Gelijkbenige driehoek 268">
                <a:extLst>
                  <a:ext uri="{FF2B5EF4-FFF2-40B4-BE49-F238E27FC236}">
                    <a16:creationId xmlns:a16="http://schemas.microsoft.com/office/drawing/2014/main" id="{704441AA-B5B2-4F8F-9F3F-1C0EE5A8E8E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53" name="Ovaal 252">
              <a:extLst>
                <a:ext uri="{FF2B5EF4-FFF2-40B4-BE49-F238E27FC236}">
                  <a16:creationId xmlns:a16="http://schemas.microsoft.com/office/drawing/2014/main" id="{6D050A14-E726-4129-A89D-D8696F403A26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54" name="Rechthoek 253">
              <a:extLst>
                <a:ext uri="{FF2B5EF4-FFF2-40B4-BE49-F238E27FC236}">
                  <a16:creationId xmlns:a16="http://schemas.microsoft.com/office/drawing/2014/main" id="{B7CA7613-2629-45E3-9E04-DBD8F4716EEC}"/>
                </a:ext>
              </a:extLst>
            </p:cNvPr>
            <p:cNvSpPr/>
            <p:nvPr userDrawn="1"/>
          </p:nvSpPr>
          <p:spPr>
            <a:xfrm>
              <a:off x="-3319415" y="2555609"/>
              <a:ext cx="2944682" cy="48251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table by selecting various parts of the table and using the various options 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‘Table Tools’ - ‘Format’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grpSp>
          <p:nvGrpSpPr>
            <p:cNvPr id="255" name="Tabel icoon">
              <a:extLst>
                <a:ext uri="{FF2B5EF4-FFF2-40B4-BE49-F238E27FC236}">
                  <a16:creationId xmlns:a16="http://schemas.microsoft.com/office/drawing/2014/main" id="{A63ABB2D-871D-43C9-BCF6-35BD8714D810}"/>
                </a:ext>
              </a:extLst>
            </p:cNvPr>
            <p:cNvGrpSpPr/>
            <p:nvPr userDrawn="1"/>
          </p:nvGrpSpPr>
          <p:grpSpPr>
            <a:xfrm>
              <a:off x="-3308869" y="1240695"/>
              <a:ext cx="338201" cy="305477"/>
              <a:chOff x="6072040" y="3376043"/>
              <a:chExt cx="1227920" cy="1109109"/>
            </a:xfrm>
          </p:grpSpPr>
          <p:sp>
            <p:nvSpPr>
              <p:cNvPr id="259" name="Rechthoek 258">
                <a:extLst>
                  <a:ext uri="{FF2B5EF4-FFF2-40B4-BE49-F238E27FC236}">
                    <a16:creationId xmlns:a16="http://schemas.microsoft.com/office/drawing/2014/main" id="{E40590E1-A663-48F4-86FB-03809A419602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60" name="Rechthoek 259">
                <a:extLst>
                  <a:ext uri="{FF2B5EF4-FFF2-40B4-BE49-F238E27FC236}">
                    <a16:creationId xmlns:a16="http://schemas.microsoft.com/office/drawing/2014/main" id="{7F1E3CBF-BE36-4961-BDF5-DE471BC9626B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61" name="Rechte verbindingslijn 260">
                <a:extLst>
                  <a:ext uri="{FF2B5EF4-FFF2-40B4-BE49-F238E27FC236}">
                    <a16:creationId xmlns:a16="http://schemas.microsoft.com/office/drawing/2014/main" id="{A1FC58C5-9E90-4A7E-8E7C-B6AB9B966576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Rechte verbindingslijn 261">
                <a:extLst>
                  <a:ext uri="{FF2B5EF4-FFF2-40B4-BE49-F238E27FC236}">
                    <a16:creationId xmlns:a16="http://schemas.microsoft.com/office/drawing/2014/main" id="{CE60B0CD-1711-4997-A622-82383DF4E8C9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Rechte verbindingslijn 262">
                <a:extLst>
                  <a:ext uri="{FF2B5EF4-FFF2-40B4-BE49-F238E27FC236}">
                    <a16:creationId xmlns:a16="http://schemas.microsoft.com/office/drawing/2014/main" id="{087F3B08-C09F-4EF1-8865-571EA40F572C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Rechte verbindingslijn 263">
                <a:extLst>
                  <a:ext uri="{FF2B5EF4-FFF2-40B4-BE49-F238E27FC236}">
                    <a16:creationId xmlns:a16="http://schemas.microsoft.com/office/drawing/2014/main" id="{E04B6401-F873-49EB-95A5-17F8474A16C3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Rechte verbindingslijn 264">
                <a:extLst>
                  <a:ext uri="{FF2B5EF4-FFF2-40B4-BE49-F238E27FC236}">
                    <a16:creationId xmlns:a16="http://schemas.microsoft.com/office/drawing/2014/main" id="{A652A638-13D7-4D44-B5A2-553176CE7557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6" name="Rechthoek 265">
                <a:extLst>
                  <a:ext uri="{FF2B5EF4-FFF2-40B4-BE49-F238E27FC236}">
                    <a16:creationId xmlns:a16="http://schemas.microsoft.com/office/drawing/2014/main" id="{6692091E-CE55-4037-8FA9-DFE27AE82E1E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56" name="ICOON_info">
              <a:extLst>
                <a:ext uri="{FF2B5EF4-FFF2-40B4-BE49-F238E27FC236}">
                  <a16:creationId xmlns:a16="http://schemas.microsoft.com/office/drawing/2014/main" id="{A50320AA-075F-420B-8638-32574A032092}"/>
                </a:ext>
              </a:extLst>
            </p:cNvPr>
            <p:cNvGrpSpPr/>
            <p:nvPr userDrawn="1"/>
          </p:nvGrpSpPr>
          <p:grpSpPr>
            <a:xfrm>
              <a:off x="-376736" y="3259970"/>
              <a:ext cx="283685" cy="283685"/>
              <a:chOff x="-510741" y="5913713"/>
              <a:chExt cx="267555" cy="267555"/>
            </a:xfrm>
          </p:grpSpPr>
          <p:sp>
            <p:nvSpPr>
              <p:cNvPr id="257" name="Ovaal 256">
                <a:extLst>
                  <a:ext uri="{FF2B5EF4-FFF2-40B4-BE49-F238E27FC236}">
                    <a16:creationId xmlns:a16="http://schemas.microsoft.com/office/drawing/2014/main" id="{6B96D021-3D9D-47AC-9B45-34CEE83DE1A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8" name="Graphic 163" descr="Informatie">
                <a:extLst>
                  <a:ext uri="{FF2B5EF4-FFF2-40B4-BE49-F238E27FC236}">
                    <a16:creationId xmlns:a16="http://schemas.microsoft.com/office/drawing/2014/main" id="{811969F6-2DCD-4B48-A3DB-A938712FE72D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96" name="Tijdelijke aanduiding voor tekst 17">
            <a:extLst>
              <a:ext uri="{FF2B5EF4-FFF2-40B4-BE49-F238E27FC236}">
                <a16:creationId xmlns:a16="http://schemas.microsoft.com/office/drawing/2014/main" id="{998B83A5-4051-46EF-94DF-906CA7BB1DA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9125" y="6424534"/>
            <a:ext cx="3067050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78698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ijdelijke aanduiding voor tabel 224">
            <a:extLst>
              <a:ext uri="{FF2B5EF4-FFF2-40B4-BE49-F238E27FC236}">
                <a16:creationId xmlns:a16="http://schemas.microsoft.com/office/drawing/2014/main" id="{18A731CD-123D-4DDE-A0D4-66B8CE2A3348}"/>
              </a:ext>
            </a:extLst>
          </p:cNvPr>
          <p:cNvSpPr>
            <a:spLocks noGrp="1"/>
          </p:cNvSpPr>
          <p:nvPr>
            <p:ph type="tbl" sz="quarter" idx="20" hasCustomPrompt="1"/>
          </p:nvPr>
        </p:nvSpPr>
        <p:spPr>
          <a:xfrm>
            <a:off x="528638" y="1460258"/>
            <a:ext cx="11123611" cy="4840530"/>
          </a:xfrm>
          <a:custGeom>
            <a:avLst/>
            <a:gdLst>
              <a:gd name="connsiteX0" fmla="*/ 0 w 11126703"/>
              <a:gd name="connsiteY0" fmla="*/ 0 h 4399206"/>
              <a:gd name="connsiteX1" fmla="*/ 11126703 w 11126703"/>
              <a:gd name="connsiteY1" fmla="*/ 0 h 4399206"/>
              <a:gd name="connsiteX2" fmla="*/ 11126703 w 11126703"/>
              <a:gd name="connsiteY2" fmla="*/ 4399206 h 4399206"/>
              <a:gd name="connsiteX3" fmla="*/ 0 w 11126703"/>
              <a:gd name="connsiteY3" fmla="*/ 4399206 h 439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26703" h="4399206">
                <a:moveTo>
                  <a:pt x="0" y="0"/>
                </a:moveTo>
                <a:lnTo>
                  <a:pt x="11126703" y="0"/>
                </a:lnTo>
                <a:lnTo>
                  <a:pt x="11126703" y="4399206"/>
                </a:lnTo>
                <a:lnTo>
                  <a:pt x="0" y="4399206"/>
                </a:lnTo>
                <a:close/>
              </a:path>
            </a:pathLst>
          </a:custGeom>
          <a:noFill/>
        </p:spPr>
        <p:txBody>
          <a:bodyPr wrap="square" tIns="0" b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table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5D2010E-068D-4EEF-8DCB-2680F243569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381751" y="6424534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2" name="Tijdelijke aanduiding voor tekst 17">
            <a:extLst>
              <a:ext uri="{FF2B5EF4-FFF2-40B4-BE49-F238E27FC236}">
                <a16:creationId xmlns:a16="http://schemas.microsoft.com/office/drawing/2014/main" id="{BAFF2A62-A518-49CB-9550-5CCD105212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6660" y="6424534"/>
            <a:ext cx="3236828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44" name="Tijdelijke aanduiding voor tekst 17">
            <a:extLst>
              <a:ext uri="{FF2B5EF4-FFF2-40B4-BE49-F238E27FC236}">
                <a16:creationId xmlns:a16="http://schemas.microsoft.com/office/drawing/2014/main" id="{748FA36B-1F49-48FC-9FE0-6F8DB6D46E9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95775" y="6424534"/>
            <a:ext cx="3595688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145" name="Tijdelijke aanduiding voor tekst 12">
            <a:extLst>
              <a:ext uri="{FF2B5EF4-FFF2-40B4-BE49-F238E27FC236}">
                <a16:creationId xmlns:a16="http://schemas.microsoft.com/office/drawing/2014/main" id="{5FE43497-2D3E-4F01-8BB9-ED041BF88C1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FB4C9CC-4411-4D56-8A86-37330CD6B0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sp>
        <p:nvSpPr>
          <p:cNvPr id="149" name="Tekstvak 148">
            <a:extLst>
              <a:ext uri="{FF2B5EF4-FFF2-40B4-BE49-F238E27FC236}">
                <a16:creationId xmlns:a16="http://schemas.microsoft.com/office/drawing/2014/main" id="{DA7474C0-9D1D-43AF-A187-670B22DB49D8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sp>
        <p:nvSpPr>
          <p:cNvPr id="150" name="Rechthoek: afgeronde hoeken 149">
            <a:extLst>
              <a:ext uri="{FF2B5EF4-FFF2-40B4-BE49-F238E27FC236}">
                <a16:creationId xmlns:a16="http://schemas.microsoft.com/office/drawing/2014/main" id="{8004B007-93CC-4F4A-979C-DBA92D63E9F1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table</a:t>
            </a:r>
          </a:p>
        </p:txBody>
      </p:sp>
      <p:grpSp>
        <p:nvGrpSpPr>
          <p:cNvPr id="143" name="INSTRUCTION">
            <a:extLst>
              <a:ext uri="{FF2B5EF4-FFF2-40B4-BE49-F238E27FC236}">
                <a16:creationId xmlns:a16="http://schemas.microsoft.com/office/drawing/2014/main" id="{B3A35B38-2936-4E83-94BA-59F95F1D7075}"/>
              </a:ext>
            </a:extLst>
          </p:cNvPr>
          <p:cNvGrpSpPr/>
          <p:nvPr userDrawn="1"/>
        </p:nvGrpSpPr>
        <p:grpSpPr>
          <a:xfrm>
            <a:off x="12377595" y="2"/>
            <a:ext cx="3693386" cy="4050990"/>
            <a:chOff x="-3786437" y="2"/>
            <a:chExt cx="3693386" cy="4050990"/>
          </a:xfrm>
        </p:grpSpPr>
        <p:sp>
          <p:nvSpPr>
            <p:cNvPr id="151" name="Rechthoek 150">
              <a:extLst>
                <a:ext uri="{FF2B5EF4-FFF2-40B4-BE49-F238E27FC236}">
                  <a16:creationId xmlns:a16="http://schemas.microsoft.com/office/drawing/2014/main" id="{0D079089-973E-4D40-BC96-CA0ED24E9136}"/>
                </a:ext>
              </a:extLst>
            </p:cNvPr>
            <p:cNvSpPr/>
            <p:nvPr userDrawn="1"/>
          </p:nvSpPr>
          <p:spPr>
            <a:xfrm>
              <a:off x="-3786165" y="2"/>
              <a:ext cx="3593091" cy="331640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table</a:t>
              </a:r>
            </a:p>
          </p:txBody>
        </p:sp>
        <p:sp>
          <p:nvSpPr>
            <p:cNvPr id="152" name="Rechthoek 151">
              <a:extLst>
                <a:ext uri="{FF2B5EF4-FFF2-40B4-BE49-F238E27FC236}">
                  <a16:creationId xmlns:a16="http://schemas.microsoft.com/office/drawing/2014/main" id="{5017E9AE-E36B-42A8-BE11-5FCDD2B47C21}"/>
                </a:ext>
              </a:extLst>
            </p:cNvPr>
            <p:cNvSpPr/>
            <p:nvPr userDrawn="1"/>
          </p:nvSpPr>
          <p:spPr>
            <a:xfrm>
              <a:off x="-3786437" y="322299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53" name="Ovaal 152">
              <a:extLst>
                <a:ext uri="{FF2B5EF4-FFF2-40B4-BE49-F238E27FC236}">
                  <a16:creationId xmlns:a16="http://schemas.microsoft.com/office/drawing/2014/main" id="{7299692E-669F-44D5-98F9-5951B1D9812E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4" name="Rechthoek 153">
              <a:extLst>
                <a:ext uri="{FF2B5EF4-FFF2-40B4-BE49-F238E27FC236}">
                  <a16:creationId xmlns:a16="http://schemas.microsoft.com/office/drawing/2014/main" id="{9D1A500A-EA9C-4530-AB9E-9F204F893874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table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table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55" name="Ovaal 154">
              <a:extLst>
                <a:ext uri="{FF2B5EF4-FFF2-40B4-BE49-F238E27FC236}">
                  <a16:creationId xmlns:a16="http://schemas.microsoft.com/office/drawing/2014/main" id="{8CD2F811-377C-4C1E-AD8A-A48054530150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6" name="Rechthoek 155">
              <a:extLst>
                <a:ext uri="{FF2B5EF4-FFF2-40B4-BE49-F238E27FC236}">
                  <a16:creationId xmlns:a16="http://schemas.microsoft.com/office/drawing/2014/main" id="{622C963D-6C9A-4769-9126-B5B4E8FE6D16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number of rows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columns and click 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‘OK’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7" name="Groep 156">
              <a:extLst>
                <a:ext uri="{FF2B5EF4-FFF2-40B4-BE49-F238E27FC236}">
                  <a16:creationId xmlns:a16="http://schemas.microsoft.com/office/drawing/2014/main" id="{BFE79C56-CC82-4AC0-9873-87607BA398E7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4E0ECD11-34E7-4E96-A65E-C34EBC4D3E32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OK</a:t>
                </a:r>
              </a:p>
            </p:txBody>
          </p:sp>
          <p:cxnSp>
            <p:nvCxnSpPr>
              <p:cNvPr id="173" name="Rechte verbindingslijn 172">
                <a:extLst>
                  <a:ext uri="{FF2B5EF4-FFF2-40B4-BE49-F238E27FC236}">
                    <a16:creationId xmlns:a16="http://schemas.microsoft.com/office/drawing/2014/main" id="{48BB676B-DCBD-4678-A0B7-DB431920033F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74" name="Gelijkbenige driehoek 173">
                <a:extLst>
                  <a:ext uri="{FF2B5EF4-FFF2-40B4-BE49-F238E27FC236}">
                    <a16:creationId xmlns:a16="http://schemas.microsoft.com/office/drawing/2014/main" id="{4E9FAEBA-5319-4CF7-BAE6-FFFB20731BD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8" name="Ovaal 157">
              <a:extLst>
                <a:ext uri="{FF2B5EF4-FFF2-40B4-BE49-F238E27FC236}">
                  <a16:creationId xmlns:a16="http://schemas.microsoft.com/office/drawing/2014/main" id="{92748607-DAB5-4358-B3C9-B9DDC54E417B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FA32AB8D-24BE-44CB-8E38-5DE6A1C538C2}"/>
                </a:ext>
              </a:extLst>
            </p:cNvPr>
            <p:cNvSpPr/>
            <p:nvPr userDrawn="1"/>
          </p:nvSpPr>
          <p:spPr>
            <a:xfrm>
              <a:off x="-3319415" y="2555609"/>
              <a:ext cx="2944682" cy="48251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table by selecting various parts of the table and using the various options 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‘Table Tools’ - ‘Format’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grpSp>
          <p:nvGrpSpPr>
            <p:cNvPr id="160" name="Tabel icoon">
              <a:extLst>
                <a:ext uri="{FF2B5EF4-FFF2-40B4-BE49-F238E27FC236}">
                  <a16:creationId xmlns:a16="http://schemas.microsoft.com/office/drawing/2014/main" id="{8A6D374E-25A9-4FAD-8EDF-3C3E00257ABD}"/>
                </a:ext>
              </a:extLst>
            </p:cNvPr>
            <p:cNvGrpSpPr/>
            <p:nvPr userDrawn="1"/>
          </p:nvGrpSpPr>
          <p:grpSpPr>
            <a:xfrm>
              <a:off x="-3308869" y="1240695"/>
              <a:ext cx="338201" cy="305477"/>
              <a:chOff x="6072040" y="3376043"/>
              <a:chExt cx="1227920" cy="1109109"/>
            </a:xfrm>
          </p:grpSpPr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3E3611E1-4AC8-4230-9E73-71049BB2E385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BC869994-9629-4C4C-947E-879CDB578400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66" name="Rechte verbindingslijn 165">
                <a:extLst>
                  <a:ext uri="{FF2B5EF4-FFF2-40B4-BE49-F238E27FC236}">
                    <a16:creationId xmlns:a16="http://schemas.microsoft.com/office/drawing/2014/main" id="{7A7A5DE6-85F3-4D3A-A263-63FF30E43412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Rechte verbindingslijn 166">
                <a:extLst>
                  <a:ext uri="{FF2B5EF4-FFF2-40B4-BE49-F238E27FC236}">
                    <a16:creationId xmlns:a16="http://schemas.microsoft.com/office/drawing/2014/main" id="{05EC1A85-81B3-41B0-9461-663E05BF1D6A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Rechte verbindingslijn 167">
                <a:extLst>
                  <a:ext uri="{FF2B5EF4-FFF2-40B4-BE49-F238E27FC236}">
                    <a16:creationId xmlns:a16="http://schemas.microsoft.com/office/drawing/2014/main" id="{BF3C6A9F-924B-4476-8745-C747F03EB189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Rechte verbindingslijn 168">
                <a:extLst>
                  <a:ext uri="{FF2B5EF4-FFF2-40B4-BE49-F238E27FC236}">
                    <a16:creationId xmlns:a16="http://schemas.microsoft.com/office/drawing/2014/main" id="{06039ECF-69A5-4C03-BF49-C44145D64372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Rechte verbindingslijn 169">
                <a:extLst>
                  <a:ext uri="{FF2B5EF4-FFF2-40B4-BE49-F238E27FC236}">
                    <a16:creationId xmlns:a16="http://schemas.microsoft.com/office/drawing/2014/main" id="{D622BA8D-82B4-41AC-A6AF-BDDC42BF7358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1" name="Rechthoek 170">
                <a:extLst>
                  <a:ext uri="{FF2B5EF4-FFF2-40B4-BE49-F238E27FC236}">
                    <a16:creationId xmlns:a16="http://schemas.microsoft.com/office/drawing/2014/main" id="{5D2B53DA-9029-4020-96B6-818EFB91DC31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1" name="ICOON_info">
              <a:extLst>
                <a:ext uri="{FF2B5EF4-FFF2-40B4-BE49-F238E27FC236}">
                  <a16:creationId xmlns:a16="http://schemas.microsoft.com/office/drawing/2014/main" id="{5703FE9E-1C23-4DD8-A4DD-C42754743216}"/>
                </a:ext>
              </a:extLst>
            </p:cNvPr>
            <p:cNvGrpSpPr/>
            <p:nvPr userDrawn="1"/>
          </p:nvGrpSpPr>
          <p:grpSpPr>
            <a:xfrm>
              <a:off x="-376736" y="3259970"/>
              <a:ext cx="283685" cy="283685"/>
              <a:chOff x="-510741" y="5913713"/>
              <a:chExt cx="267555" cy="267555"/>
            </a:xfrm>
          </p:grpSpPr>
          <p:sp>
            <p:nvSpPr>
              <p:cNvPr id="162" name="Ovaal 161">
                <a:extLst>
                  <a:ext uri="{FF2B5EF4-FFF2-40B4-BE49-F238E27FC236}">
                    <a16:creationId xmlns:a16="http://schemas.microsoft.com/office/drawing/2014/main" id="{D3ED5711-531B-42C0-87D0-6EE382162A7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3" name="Graphic 163" descr="Informatie">
                <a:extLst>
                  <a:ext uri="{FF2B5EF4-FFF2-40B4-BE49-F238E27FC236}">
                    <a16:creationId xmlns:a16="http://schemas.microsoft.com/office/drawing/2014/main" id="{70E17C46-7C5A-4E84-B861-47FF65FC9C55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37" name="Tijdelijke aanduiding voor tekst 17">
            <a:extLst>
              <a:ext uri="{FF2B5EF4-FFF2-40B4-BE49-F238E27FC236}">
                <a16:creationId xmlns:a16="http://schemas.microsoft.com/office/drawing/2014/main" id="{348E05AE-9A36-4D3D-BEDB-7DB09D61DF4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0713" y="6424534"/>
            <a:ext cx="3065461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3315505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hoek 24">
            <a:extLst>
              <a:ext uri="{FF2B5EF4-FFF2-40B4-BE49-F238E27FC236}">
                <a16:creationId xmlns:a16="http://schemas.microsoft.com/office/drawing/2014/main" id="{37A1F23C-5DAB-4461-A20E-295CB468F02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F25AC20D-EB71-4DF9-ACC2-2B4B0BC92B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191" name="Tijdelijke aanduiding voor tekst 153">
            <a:extLst>
              <a:ext uri="{FF2B5EF4-FFF2-40B4-BE49-F238E27FC236}">
                <a16:creationId xmlns:a16="http://schemas.microsoft.com/office/drawing/2014/main" id="{8A8DC9BC-3293-45D0-B2B0-7E10F44D9CF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" y="0"/>
            <a:ext cx="871376" cy="6858000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54" name="Rechthoek: afgeronde hoeken 53">
            <a:extLst>
              <a:ext uri="{FF2B5EF4-FFF2-40B4-BE49-F238E27FC236}">
                <a16:creationId xmlns:a16="http://schemas.microsoft.com/office/drawing/2014/main" id="{E5030FF3-580A-4031-9AA4-D2CB7FC8583C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Contact sheet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B200F366-9D90-4F52-9BA6-E3DBDCEBA04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692209" y="1238250"/>
            <a:ext cx="3952800" cy="4381500"/>
          </a:xfrm>
          <a:gradFill>
            <a:gsLst>
              <a:gs pos="0">
                <a:schemeClr val="bg1">
                  <a:alpha val="85000"/>
                </a:schemeClr>
              </a:gs>
              <a:gs pos="100000">
                <a:schemeClr val="accent3">
                  <a:lumMod val="20000"/>
                  <a:lumOff val="80000"/>
                  <a:alpha val="70000"/>
                </a:schemeClr>
              </a:gs>
            </a:gsLst>
            <a:lin ang="0" scaled="1"/>
          </a:gradFill>
          <a:effectLst/>
        </p:spPr>
        <p:txBody>
          <a:bodyPr wrap="square" lIns="432000" tIns="432000" rIns="540000" bIns="360000" anchor="b">
            <a:noAutofit/>
          </a:bodyPr>
          <a:lstStyle>
            <a:lvl1pPr marL="0" indent="0" algn="ctr">
              <a:buNone/>
              <a:defRPr sz="1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 dirty="0"/>
              <a:t>(</a:t>
            </a:r>
            <a:r>
              <a:rPr lang="en-GB" noProof="0" dirty="0" err="1"/>
              <a:t>leeg</a:t>
            </a:r>
            <a:r>
              <a:rPr lang="en-GB" noProof="0" dirty="0"/>
              <a:t>)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8FAB374D-42E7-4824-BCD4-18F619273675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11381751" y="6424534"/>
            <a:ext cx="270000" cy="1548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7" name="Tijdelijke aanduiding voor tekst 153">
            <a:extLst>
              <a:ext uri="{FF2B5EF4-FFF2-40B4-BE49-F238E27FC236}">
                <a16:creationId xmlns:a16="http://schemas.microsoft.com/office/drawing/2014/main" id="{02B5C908-16C4-4134-B9E9-0E4CBC9F197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972595" y="533909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6" name="Tekstvak 115">
            <a:extLst>
              <a:ext uri="{FF2B5EF4-FFF2-40B4-BE49-F238E27FC236}">
                <a16:creationId xmlns:a16="http://schemas.microsoft.com/office/drawing/2014/main" id="{72ECB06F-BCE6-47A7-B5D1-AE9431AE1522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117" name="INSTRUCTION">
            <a:extLst>
              <a:ext uri="{FF2B5EF4-FFF2-40B4-BE49-F238E27FC236}">
                <a16:creationId xmlns:a16="http://schemas.microsoft.com/office/drawing/2014/main" id="{510D7836-98DD-4930-BCAE-B98FD7A2C82A}"/>
              </a:ext>
            </a:extLst>
          </p:cNvPr>
          <p:cNvGrpSpPr/>
          <p:nvPr userDrawn="1"/>
        </p:nvGrpSpPr>
        <p:grpSpPr>
          <a:xfrm>
            <a:off x="-3777653" y="0"/>
            <a:ext cx="3693386" cy="6261886"/>
            <a:chOff x="-3786437" y="0"/>
            <a:chExt cx="3693386" cy="6261886"/>
          </a:xfrm>
        </p:grpSpPr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AC996C5F-D9FE-4171-8E54-3401A3ABC6C1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48483BDA-8741-4243-98E2-C6EA398384CC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CE768569-DFE0-4057-B5A5-A40FCA84521B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1EDB3DB0-EA02-4DEA-8F36-5940EB7B9593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2" name="Groep 121">
              <a:extLst>
                <a:ext uri="{FF2B5EF4-FFF2-40B4-BE49-F238E27FC236}">
                  <a16:creationId xmlns:a16="http://schemas.microsoft.com/office/drawing/2014/main" id="{CC1E69DC-AABA-433E-875B-3C92BA6B7DED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68" name="Rechthoek 167">
                <a:extLst>
                  <a:ext uri="{FF2B5EF4-FFF2-40B4-BE49-F238E27FC236}">
                    <a16:creationId xmlns:a16="http://schemas.microsoft.com/office/drawing/2014/main" id="{A6D7FAD3-C4E5-41FB-B831-B270B6A9F937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9" name="Ovaal 168">
                <a:extLst>
                  <a:ext uri="{FF2B5EF4-FFF2-40B4-BE49-F238E27FC236}">
                    <a16:creationId xmlns:a16="http://schemas.microsoft.com/office/drawing/2014/main" id="{966A4048-E20A-471E-B7DE-2AC67A91609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0" name="Vrije vorm: vorm 169">
                <a:extLst>
                  <a:ext uri="{FF2B5EF4-FFF2-40B4-BE49-F238E27FC236}">
                    <a16:creationId xmlns:a16="http://schemas.microsoft.com/office/drawing/2014/main" id="{035DB9BC-993D-4EC2-B8B8-E289BEFC417D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1" name="Rechthoek: afgeronde hoeken 170">
                <a:extLst>
                  <a:ext uri="{FF2B5EF4-FFF2-40B4-BE49-F238E27FC236}">
                    <a16:creationId xmlns:a16="http://schemas.microsoft.com/office/drawing/2014/main" id="{43572117-2936-4CA0-BF82-0D6296BFB010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72" name="Rechte verbindingslijn 171">
                <a:extLst>
                  <a:ext uri="{FF2B5EF4-FFF2-40B4-BE49-F238E27FC236}">
                    <a16:creationId xmlns:a16="http://schemas.microsoft.com/office/drawing/2014/main" id="{7D2B5594-E3F1-4F39-A93D-FB9FD2504C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3" name="Rechte verbindingslijn 172">
                <a:extLst>
                  <a:ext uri="{FF2B5EF4-FFF2-40B4-BE49-F238E27FC236}">
                    <a16:creationId xmlns:a16="http://schemas.microsoft.com/office/drawing/2014/main" id="{10B80017-638A-48F0-ACCF-DDB02B67C579}"/>
                  </a:ext>
                </a:extLst>
              </p:cNvPr>
              <p:cNvCxnSpPr>
                <a:cxnSpLocks/>
                <a:stCxn id="171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474CF842-2FCD-46BB-B3D4-75D2CD04DE2B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C0DE37D0-8647-4B42-8AEA-69E5BAC685A5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5" name="Groep 124">
              <a:extLst>
                <a:ext uri="{FF2B5EF4-FFF2-40B4-BE49-F238E27FC236}">
                  <a16:creationId xmlns:a16="http://schemas.microsoft.com/office/drawing/2014/main" id="{AA3716D5-A794-4860-BD79-A966AE4A8815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8352E3CD-36AC-40EA-A5C5-C554E77C51C5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66" name="Rechte verbindingslijn 165">
                <a:extLst>
                  <a:ext uri="{FF2B5EF4-FFF2-40B4-BE49-F238E27FC236}">
                    <a16:creationId xmlns:a16="http://schemas.microsoft.com/office/drawing/2014/main" id="{A05FBE82-9406-4AF5-9247-BFF3089F1584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67" name="Gelijkbenige driehoek 166">
                <a:extLst>
                  <a:ext uri="{FF2B5EF4-FFF2-40B4-BE49-F238E27FC236}">
                    <a16:creationId xmlns:a16="http://schemas.microsoft.com/office/drawing/2014/main" id="{870F97FA-F2D7-4896-B347-9F33B218CE0C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EF66787F-4998-4583-80B5-C12D633E6864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7D500878-F906-434A-ACF8-1B52AB417146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8" name="Ovaal 127">
              <a:extLst>
                <a:ext uri="{FF2B5EF4-FFF2-40B4-BE49-F238E27FC236}">
                  <a16:creationId xmlns:a16="http://schemas.microsoft.com/office/drawing/2014/main" id="{B96C3C80-FC35-4164-9FD5-93CF7BE54BFC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29" name="Rechthoek 128">
              <a:extLst>
                <a:ext uri="{FF2B5EF4-FFF2-40B4-BE49-F238E27FC236}">
                  <a16:creationId xmlns:a16="http://schemas.microsoft.com/office/drawing/2014/main" id="{433F5775-AFD6-4E06-8F9E-1BBB67BA8197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30" name="Groep 129">
              <a:extLst>
                <a:ext uri="{FF2B5EF4-FFF2-40B4-BE49-F238E27FC236}">
                  <a16:creationId xmlns:a16="http://schemas.microsoft.com/office/drawing/2014/main" id="{DF783E91-3DA8-4B8B-9A42-533BC2C523FB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149" name="Groep 148">
                <a:extLst>
                  <a:ext uri="{FF2B5EF4-FFF2-40B4-BE49-F238E27FC236}">
                    <a16:creationId xmlns:a16="http://schemas.microsoft.com/office/drawing/2014/main" id="{5CD926A0-61F9-409F-8984-74346AFC989D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152" name="Groep 151">
                  <a:extLst>
                    <a:ext uri="{FF2B5EF4-FFF2-40B4-BE49-F238E27FC236}">
                      <a16:creationId xmlns:a16="http://schemas.microsoft.com/office/drawing/2014/main" id="{0CEAFAE2-1CEA-40CA-990D-72CD88822E9F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159" name="Groep 158">
                    <a:extLst>
                      <a:ext uri="{FF2B5EF4-FFF2-40B4-BE49-F238E27FC236}">
                        <a16:creationId xmlns:a16="http://schemas.microsoft.com/office/drawing/2014/main" id="{08A163C8-22F2-4DB4-BBD0-03648AFA796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162" name="Rechthoek 161">
                      <a:extLst>
                        <a:ext uri="{FF2B5EF4-FFF2-40B4-BE49-F238E27FC236}">
                          <a16:creationId xmlns:a16="http://schemas.microsoft.com/office/drawing/2014/main" id="{E7E6BABA-C1F8-4BD8-9D88-3C5ACAE61C8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3" name="Rechthoek 162">
                      <a:extLst>
                        <a:ext uri="{FF2B5EF4-FFF2-40B4-BE49-F238E27FC236}">
                          <a16:creationId xmlns:a16="http://schemas.microsoft.com/office/drawing/2014/main" id="{62F3DB18-15C2-47ED-876D-77B7D501B25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4" name="Ovaal 163">
                      <a:extLst>
                        <a:ext uri="{FF2B5EF4-FFF2-40B4-BE49-F238E27FC236}">
                          <a16:creationId xmlns:a16="http://schemas.microsoft.com/office/drawing/2014/main" id="{471EE496-0CA5-40A5-9979-91CD2311758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60" name="Afbeelding 159">
                    <a:extLst>
                      <a:ext uri="{FF2B5EF4-FFF2-40B4-BE49-F238E27FC236}">
                        <a16:creationId xmlns:a16="http://schemas.microsoft.com/office/drawing/2014/main" id="{10D4A2EB-140F-493A-B6A5-734B8321A2A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61" name="Afbeelding 160">
                    <a:extLst>
                      <a:ext uri="{FF2B5EF4-FFF2-40B4-BE49-F238E27FC236}">
                        <a16:creationId xmlns:a16="http://schemas.microsoft.com/office/drawing/2014/main" id="{B8FB3F8A-00B4-4C3C-ACDC-601ED8C4371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53" name="Groep 152">
                  <a:extLst>
                    <a:ext uri="{FF2B5EF4-FFF2-40B4-BE49-F238E27FC236}">
                      <a16:creationId xmlns:a16="http://schemas.microsoft.com/office/drawing/2014/main" id="{01D10408-2E48-4191-81C8-4F033C5747E9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57" name="Rechthoek 156">
                    <a:extLst>
                      <a:ext uri="{FF2B5EF4-FFF2-40B4-BE49-F238E27FC236}">
                        <a16:creationId xmlns:a16="http://schemas.microsoft.com/office/drawing/2014/main" id="{896B582D-2D5F-41BF-AD8C-5901B54B811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58" name="Rechthoek 157">
                    <a:extLst>
                      <a:ext uri="{FF2B5EF4-FFF2-40B4-BE49-F238E27FC236}">
                        <a16:creationId xmlns:a16="http://schemas.microsoft.com/office/drawing/2014/main" id="{459DA766-9E2B-4103-9F50-9355DFAEA02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54" name="Groep 153">
                  <a:extLst>
                    <a:ext uri="{FF2B5EF4-FFF2-40B4-BE49-F238E27FC236}">
                      <a16:creationId xmlns:a16="http://schemas.microsoft.com/office/drawing/2014/main" id="{1DD85848-9195-4491-86E1-FA6619B62CA4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55" name="Rechthoek 154">
                    <a:extLst>
                      <a:ext uri="{FF2B5EF4-FFF2-40B4-BE49-F238E27FC236}">
                        <a16:creationId xmlns:a16="http://schemas.microsoft.com/office/drawing/2014/main" id="{DABD69BE-8C2B-4B0E-B863-F405EC05AD5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56" name="Rechthoek 155">
                    <a:extLst>
                      <a:ext uri="{FF2B5EF4-FFF2-40B4-BE49-F238E27FC236}">
                        <a16:creationId xmlns:a16="http://schemas.microsoft.com/office/drawing/2014/main" id="{D8B4778F-F4CA-443F-9ADB-9E3812E6D5E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50" name="Rechthoek 149">
                <a:extLst>
                  <a:ext uri="{FF2B5EF4-FFF2-40B4-BE49-F238E27FC236}">
                    <a16:creationId xmlns:a16="http://schemas.microsoft.com/office/drawing/2014/main" id="{7EA6276A-1111-4A7C-9BFE-6707BD9DE7E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AE75C28B-E139-45EE-A7F3-534453FF6EDB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1" name="Groep 130">
              <a:extLst>
                <a:ext uri="{FF2B5EF4-FFF2-40B4-BE49-F238E27FC236}">
                  <a16:creationId xmlns:a16="http://schemas.microsoft.com/office/drawing/2014/main" id="{8DE68172-1314-43DA-84C8-EF59A1601EAA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135" name="Rechthoek 134">
                <a:extLst>
                  <a:ext uri="{FF2B5EF4-FFF2-40B4-BE49-F238E27FC236}">
                    <a16:creationId xmlns:a16="http://schemas.microsoft.com/office/drawing/2014/main" id="{6FA16CD1-8811-4576-AA88-BA596908E174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6" name="Rechthoek 135">
                <a:extLst>
                  <a:ext uri="{FF2B5EF4-FFF2-40B4-BE49-F238E27FC236}">
                    <a16:creationId xmlns:a16="http://schemas.microsoft.com/office/drawing/2014/main" id="{D6C21B04-247F-43CB-AC93-111D44660C9B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7" name="Tekstvak 136">
                <a:extLst>
                  <a:ext uri="{FF2B5EF4-FFF2-40B4-BE49-F238E27FC236}">
                    <a16:creationId xmlns:a16="http://schemas.microsoft.com/office/drawing/2014/main" id="{3479314B-B785-4CB2-ADA3-82090E936EA3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138" name="Tekstvak 137">
                <a:extLst>
                  <a:ext uri="{FF2B5EF4-FFF2-40B4-BE49-F238E27FC236}">
                    <a16:creationId xmlns:a16="http://schemas.microsoft.com/office/drawing/2014/main" id="{0B6B28D2-EDF4-4665-BC8A-C89482B666CD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139" name="Vrije vorm: vorm 138">
                <a:extLst>
                  <a:ext uri="{FF2B5EF4-FFF2-40B4-BE49-F238E27FC236}">
                    <a16:creationId xmlns:a16="http://schemas.microsoft.com/office/drawing/2014/main" id="{EFC3FEB0-7FA0-4BBB-AD4D-630430E709E1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0" name="Gelijkbenige driehoek 139">
                <a:extLst>
                  <a:ext uri="{FF2B5EF4-FFF2-40B4-BE49-F238E27FC236}">
                    <a16:creationId xmlns:a16="http://schemas.microsoft.com/office/drawing/2014/main" id="{C6D3CF00-0B3A-4A9B-B7BB-540F312CCA7D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1" name="Groep 140">
                <a:extLst>
                  <a:ext uri="{FF2B5EF4-FFF2-40B4-BE49-F238E27FC236}">
                    <a16:creationId xmlns:a16="http://schemas.microsoft.com/office/drawing/2014/main" id="{37018B79-4DBF-4262-B2E3-BE0409D2F2F0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6FB43017-63E2-4E6B-9FE2-5CA1CF1D78A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36D27E8A-E393-47E4-8DAA-E2869C3050DC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ACB102F1-298E-424D-B6A2-909C88910DD0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2" name="Groep 141">
                <a:extLst>
                  <a:ext uri="{FF2B5EF4-FFF2-40B4-BE49-F238E27FC236}">
                    <a16:creationId xmlns:a16="http://schemas.microsoft.com/office/drawing/2014/main" id="{B4C196CF-DDD2-4FFB-9CA8-C4FA8165A0C5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3" name="Rechthoek 142">
                  <a:extLst>
                    <a:ext uri="{FF2B5EF4-FFF2-40B4-BE49-F238E27FC236}">
                      <a16:creationId xmlns:a16="http://schemas.microsoft.com/office/drawing/2014/main" id="{7AF58C19-40C3-43DC-9501-199D0FDA62E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4" name="Rechthoek 143">
                  <a:extLst>
                    <a:ext uri="{FF2B5EF4-FFF2-40B4-BE49-F238E27FC236}">
                      <a16:creationId xmlns:a16="http://schemas.microsoft.com/office/drawing/2014/main" id="{5C6BBBBA-1696-4CDA-A1A4-D54F7B0E526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4CC8CF1D-139C-436A-9BDA-095BBA637DC4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32" name="ICOON_info">
              <a:extLst>
                <a:ext uri="{FF2B5EF4-FFF2-40B4-BE49-F238E27FC236}">
                  <a16:creationId xmlns:a16="http://schemas.microsoft.com/office/drawing/2014/main" id="{22C281F7-3A1A-4ADF-A193-4968F7E7C4B2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133" name="Ovaal 132">
                <a:extLst>
                  <a:ext uri="{FF2B5EF4-FFF2-40B4-BE49-F238E27FC236}">
                    <a16:creationId xmlns:a16="http://schemas.microsoft.com/office/drawing/2014/main" id="{9C4353F1-D14C-48B9-B3D8-C9196937857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4" name="Graphic 163" descr="Informatie">
                <a:extLst>
                  <a:ext uri="{FF2B5EF4-FFF2-40B4-BE49-F238E27FC236}">
                    <a16:creationId xmlns:a16="http://schemas.microsoft.com/office/drawing/2014/main" id="{4DF06322-2A30-43C7-9F81-9F2EED0E3A6C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75" name="Tijdelijke aanduiding voor tekst 174">
            <a:extLst>
              <a:ext uri="{FF2B5EF4-FFF2-40B4-BE49-F238E27FC236}">
                <a16:creationId xmlns:a16="http://schemas.microsoft.com/office/drawing/2014/main" id="{E36A490E-BBD3-45A1-AA6C-9E49ED92B44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 rot="16200000">
            <a:off x="8454663" y="921113"/>
            <a:ext cx="85726" cy="720000"/>
          </a:xfrm>
          <a:custGeom>
            <a:avLst/>
            <a:gdLst>
              <a:gd name="connsiteX0" fmla="*/ 0 w 72000"/>
              <a:gd name="connsiteY0" fmla="*/ 0 h 699293"/>
              <a:gd name="connsiteX1" fmla="*/ 72000 w 72000"/>
              <a:gd name="connsiteY1" fmla="*/ 0 h 699293"/>
              <a:gd name="connsiteX2" fmla="*/ 72000 w 72000"/>
              <a:gd name="connsiteY2" fmla="*/ 699293 h 699293"/>
              <a:gd name="connsiteX3" fmla="*/ 0 w 72000"/>
              <a:gd name="connsiteY3" fmla="*/ 699293 h 69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000" h="699293">
                <a:moveTo>
                  <a:pt x="0" y="0"/>
                </a:moveTo>
                <a:lnTo>
                  <a:pt x="72000" y="0"/>
                </a:lnTo>
                <a:lnTo>
                  <a:pt x="72000" y="699293"/>
                </a:lnTo>
                <a:lnTo>
                  <a:pt x="0" y="69929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leegh</a:t>
            </a:r>
            <a:r>
              <a:rPr lang="en-GB" dirty="0"/>
              <a:t>)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F7B2772-9322-4B10-AC11-9D9B73EF4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7526" y="1662051"/>
            <a:ext cx="3062166" cy="317667"/>
          </a:xfrm>
        </p:spPr>
        <p:txBody>
          <a:bodyPr anchor="t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Place title here</a:t>
            </a:r>
            <a:br>
              <a:rPr lang="en-GB" dirty="0"/>
            </a:br>
            <a:endParaRPr lang="en-GB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6A1FF5B1-58B5-44F9-BBA4-68924625549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137525" y="2055615"/>
            <a:ext cx="3062288" cy="954395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>
                    <a:alpha val="80000"/>
                  </a:schemeClr>
                </a:solidFill>
              </a:defRPr>
            </a:lvl1pPr>
          </a:lstStyle>
          <a:p>
            <a:pPr lvl="0"/>
            <a:r>
              <a:rPr lang="en-GB" dirty="0"/>
              <a:t>Type your closing text </a:t>
            </a:r>
            <a:br>
              <a:rPr lang="en-GB" dirty="0"/>
            </a:br>
            <a:r>
              <a:rPr lang="en-GB" dirty="0"/>
              <a:t>or summary here</a:t>
            </a:r>
          </a:p>
        </p:txBody>
      </p:sp>
      <p:sp>
        <p:nvSpPr>
          <p:cNvPr id="174" name="Tijdelijke aanduiding voor tekst 10">
            <a:extLst>
              <a:ext uri="{FF2B5EF4-FFF2-40B4-BE49-F238E27FC236}">
                <a16:creationId xmlns:a16="http://schemas.microsoft.com/office/drawing/2014/main" id="{46B3775C-9609-4FAE-9321-51D585EF77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41251" y="3397263"/>
            <a:ext cx="213458" cy="21345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2441" b="2441"/>
            </a:stretch>
          </a:blipFill>
        </p:spPr>
        <p:txBody>
          <a:bodyPr anchor="b"/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l</a:t>
            </a:r>
          </a:p>
        </p:txBody>
      </p:sp>
      <p:sp>
        <p:nvSpPr>
          <p:cNvPr id="176" name="Tijdelijke aanduiding voor tekst 10">
            <a:extLst>
              <a:ext uri="{FF2B5EF4-FFF2-40B4-BE49-F238E27FC236}">
                <a16:creationId xmlns:a16="http://schemas.microsoft.com/office/drawing/2014/main" id="{E99C718A-AFB2-4877-A6E8-3C5246F60D9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41251" y="3995098"/>
            <a:ext cx="213458" cy="21345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l="12500" r="12500"/>
            </a:stretch>
          </a:blipFill>
        </p:spPr>
        <p:txBody>
          <a:bodyPr anchor="b"/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l</a:t>
            </a:r>
          </a:p>
        </p:txBody>
      </p:sp>
      <p:sp>
        <p:nvSpPr>
          <p:cNvPr id="177" name="Tijdelijke aanduiding voor tekst 10">
            <a:extLst>
              <a:ext uri="{FF2B5EF4-FFF2-40B4-BE49-F238E27FC236}">
                <a16:creationId xmlns:a16="http://schemas.microsoft.com/office/drawing/2014/main" id="{777388B2-29F4-4AD8-98B8-6E9F37586FF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41251" y="4412589"/>
            <a:ext cx="213458" cy="21345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</p:spPr>
        <p:txBody>
          <a:bodyPr anchor="b"/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l</a:t>
            </a:r>
          </a:p>
        </p:txBody>
      </p:sp>
      <p:sp>
        <p:nvSpPr>
          <p:cNvPr id="178" name="Tijdelijke aanduiding voor tekst 10">
            <a:extLst>
              <a:ext uri="{FF2B5EF4-FFF2-40B4-BE49-F238E27FC236}">
                <a16:creationId xmlns:a16="http://schemas.microsoft.com/office/drawing/2014/main" id="{8957DF36-A4C1-4D14-B854-E88C986CD9A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1251" y="4993762"/>
            <a:ext cx="213458" cy="21345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a:blipFill>
        </p:spPr>
        <p:txBody>
          <a:bodyPr anchor="b"/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l</a:t>
            </a:r>
          </a:p>
        </p:txBody>
      </p:sp>
      <p:sp>
        <p:nvSpPr>
          <p:cNvPr id="179" name="Tijdelijke aanduiding voor tekst 6">
            <a:extLst>
              <a:ext uri="{FF2B5EF4-FFF2-40B4-BE49-F238E27FC236}">
                <a16:creationId xmlns:a16="http://schemas.microsoft.com/office/drawing/2014/main" id="{875A43E3-2988-4817-B17D-3C209D65AE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476821" y="3394386"/>
            <a:ext cx="2659116" cy="417268"/>
          </a:xfrm>
        </p:spPr>
        <p:txBody>
          <a:bodyPr wrap="none"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Place location here</a:t>
            </a:r>
          </a:p>
        </p:txBody>
      </p:sp>
      <p:sp>
        <p:nvSpPr>
          <p:cNvPr id="180" name="Tijdelijke aanduiding voor tekst 6">
            <a:extLst>
              <a:ext uri="{FF2B5EF4-FFF2-40B4-BE49-F238E27FC236}">
                <a16:creationId xmlns:a16="http://schemas.microsoft.com/office/drawing/2014/main" id="{E75EA754-936A-4119-90A9-6BD755DA91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76819" y="3958258"/>
            <a:ext cx="2659116" cy="299603"/>
          </a:xfrm>
        </p:spPr>
        <p:txBody>
          <a:bodyPr wrap="none" anchor="ctr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Place </a:t>
            </a:r>
            <a:r>
              <a:rPr lang="en-GB" dirty="0" err="1"/>
              <a:t>emailadress</a:t>
            </a:r>
            <a:r>
              <a:rPr lang="en-GB" dirty="0"/>
              <a:t> here</a:t>
            </a:r>
          </a:p>
        </p:txBody>
      </p:sp>
      <p:sp>
        <p:nvSpPr>
          <p:cNvPr id="181" name="Tijdelijke aanduiding voor tekst 6">
            <a:extLst>
              <a:ext uri="{FF2B5EF4-FFF2-40B4-BE49-F238E27FC236}">
                <a16:creationId xmlns:a16="http://schemas.microsoft.com/office/drawing/2014/main" id="{85B45AB8-CF73-4263-8FDE-2600B6F383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476820" y="4412085"/>
            <a:ext cx="2659116" cy="417600"/>
          </a:xfrm>
        </p:spPr>
        <p:txBody>
          <a:bodyPr wrap="none"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Place phone number here</a:t>
            </a:r>
          </a:p>
        </p:txBody>
      </p:sp>
      <p:sp>
        <p:nvSpPr>
          <p:cNvPr id="182" name="Tijdelijke aanduiding voor tekst 6">
            <a:extLst>
              <a:ext uri="{FF2B5EF4-FFF2-40B4-BE49-F238E27FC236}">
                <a16:creationId xmlns:a16="http://schemas.microsoft.com/office/drawing/2014/main" id="{559DB9C0-8651-4EE9-A8B6-CEF9E3A5940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476819" y="4960429"/>
            <a:ext cx="2659116" cy="299603"/>
          </a:xfrm>
        </p:spPr>
        <p:txBody>
          <a:bodyPr wrap="none" anchor="ctr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Place website here</a:t>
            </a:r>
          </a:p>
        </p:txBody>
      </p:sp>
      <p:sp>
        <p:nvSpPr>
          <p:cNvPr id="200" name="Tijdelijke aanduiding voor tekst 153">
            <a:extLst>
              <a:ext uri="{FF2B5EF4-FFF2-40B4-BE49-F238E27FC236}">
                <a16:creationId xmlns:a16="http://schemas.microsoft.com/office/drawing/2014/main" id="{8B71E10F-2502-48C6-B14D-8488D1C79F7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35545" y="1238250"/>
            <a:ext cx="673200" cy="673200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201" name="Tijdelijke aanduiding voor tekst 153">
            <a:extLst>
              <a:ext uri="{FF2B5EF4-FFF2-40B4-BE49-F238E27FC236}">
                <a16:creationId xmlns:a16="http://schemas.microsoft.com/office/drawing/2014/main" id="{ECE85A99-DD91-40AF-B6EA-E2EDAE53B7C4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35545" y="1979718"/>
            <a:ext cx="673200" cy="673200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202" name="Tijdelijke aanduiding voor tekst 153">
            <a:extLst>
              <a:ext uri="{FF2B5EF4-FFF2-40B4-BE49-F238E27FC236}">
                <a16:creationId xmlns:a16="http://schemas.microsoft.com/office/drawing/2014/main" id="{03C3277C-82BC-4924-865F-8D105DC9593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35545" y="2721186"/>
            <a:ext cx="673200" cy="673200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203" name="Tijdelijke aanduiding voor tekst 153">
            <a:extLst>
              <a:ext uri="{FF2B5EF4-FFF2-40B4-BE49-F238E27FC236}">
                <a16:creationId xmlns:a16="http://schemas.microsoft.com/office/drawing/2014/main" id="{3889D3D8-10E7-4D2B-BA80-96BDA82BC75C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35545" y="3462654"/>
            <a:ext cx="673200" cy="673200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204" name="Tijdelijke aanduiding voor tekst 153">
            <a:extLst>
              <a:ext uri="{FF2B5EF4-FFF2-40B4-BE49-F238E27FC236}">
                <a16:creationId xmlns:a16="http://schemas.microsoft.com/office/drawing/2014/main" id="{8E9576A8-36BA-4FE6-B8F1-0ED8C4E4E41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35545" y="4204122"/>
            <a:ext cx="673200" cy="673200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205" name="Tijdelijke aanduiding voor tekst 153">
            <a:extLst>
              <a:ext uri="{FF2B5EF4-FFF2-40B4-BE49-F238E27FC236}">
                <a16:creationId xmlns:a16="http://schemas.microsoft.com/office/drawing/2014/main" id="{46B59B80-74B0-4E2F-A9E5-62F7143ACFFD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35545" y="4945590"/>
            <a:ext cx="673200" cy="673200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grpSp>
        <p:nvGrpSpPr>
          <p:cNvPr id="206" name="INSTRUCTION">
            <a:extLst>
              <a:ext uri="{FF2B5EF4-FFF2-40B4-BE49-F238E27FC236}">
                <a16:creationId xmlns:a16="http://schemas.microsoft.com/office/drawing/2014/main" id="{458E37C6-F8BD-4F65-9297-6E280A7EDA82}"/>
              </a:ext>
            </a:extLst>
          </p:cNvPr>
          <p:cNvGrpSpPr/>
          <p:nvPr userDrawn="1"/>
        </p:nvGrpSpPr>
        <p:grpSpPr>
          <a:xfrm>
            <a:off x="12377595" y="0"/>
            <a:ext cx="3693386" cy="6549272"/>
            <a:chOff x="-3786437" y="0"/>
            <a:chExt cx="3693386" cy="6549272"/>
          </a:xfrm>
        </p:grpSpPr>
        <p:sp>
          <p:nvSpPr>
            <p:cNvPr id="207" name="Rechthoek 206">
              <a:extLst>
                <a:ext uri="{FF2B5EF4-FFF2-40B4-BE49-F238E27FC236}">
                  <a16:creationId xmlns:a16="http://schemas.microsoft.com/office/drawing/2014/main" id="{2DF5C559-0935-4191-8A72-881E34E7ED1D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82664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Create/edit a Hyperlink</a:t>
              </a:r>
            </a:p>
          </p:txBody>
        </p:sp>
        <p:sp>
          <p:nvSpPr>
            <p:cNvPr id="208" name="Ovaal 207">
              <a:extLst>
                <a:ext uri="{FF2B5EF4-FFF2-40B4-BE49-F238E27FC236}">
                  <a16:creationId xmlns:a16="http://schemas.microsoft.com/office/drawing/2014/main" id="{FA3A339F-8D93-4FAD-AD3E-AAE3A22F46B0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09" name="Rechthoek 208">
              <a:extLst>
                <a:ext uri="{FF2B5EF4-FFF2-40B4-BE49-F238E27FC236}">
                  <a16:creationId xmlns:a16="http://schemas.microsoft.com/office/drawing/2014/main" id="{9144B63B-0F03-4856-8610-E7AC963A1F82}"/>
                </a:ext>
              </a:extLst>
            </p:cNvPr>
            <p:cNvSpPr/>
            <p:nvPr userDrawn="1"/>
          </p:nvSpPr>
          <p:spPr>
            <a:xfrm>
              <a:off x="-3319415" y="465324"/>
              <a:ext cx="3031548" cy="4681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‘Shapes’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Choose the shape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‘Rectangle’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drag the mouse over the slide to create a shape.</a:t>
              </a:r>
            </a:p>
          </p:txBody>
        </p:sp>
        <p:sp>
          <p:nvSpPr>
            <p:cNvPr id="210" name="Ovaal 209">
              <a:extLst>
                <a:ext uri="{FF2B5EF4-FFF2-40B4-BE49-F238E27FC236}">
                  <a16:creationId xmlns:a16="http://schemas.microsoft.com/office/drawing/2014/main" id="{B80C175D-0AAB-4D17-9C85-84E8732E95B8}"/>
                </a:ext>
              </a:extLst>
            </p:cNvPr>
            <p:cNvSpPr/>
            <p:nvPr userDrawn="1"/>
          </p:nvSpPr>
          <p:spPr>
            <a:xfrm>
              <a:off x="-3603587" y="17392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11" name="Rechthoek 210">
              <a:extLst>
                <a:ext uri="{FF2B5EF4-FFF2-40B4-BE49-F238E27FC236}">
                  <a16:creationId xmlns:a16="http://schemas.microsoft.com/office/drawing/2014/main" id="{6D3B9659-3FD1-4E35-AADB-AFE1F7B38EED}"/>
                </a:ext>
              </a:extLst>
            </p:cNvPr>
            <p:cNvSpPr/>
            <p:nvPr userDrawn="1"/>
          </p:nvSpPr>
          <p:spPr>
            <a:xfrm>
              <a:off x="-3319415" y="1739234"/>
              <a:ext cx="2944682" cy="65274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Drag the shape over the menu button and scale the shape as large as the button. Click with the right mouse button on the shape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‘Edit shape’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12" name="Ovaal 211">
              <a:extLst>
                <a:ext uri="{FF2B5EF4-FFF2-40B4-BE49-F238E27FC236}">
                  <a16:creationId xmlns:a16="http://schemas.microsoft.com/office/drawing/2014/main" id="{D53A9D35-823B-4D49-8569-9732D4BEFCF4}"/>
                </a:ext>
              </a:extLst>
            </p:cNvPr>
            <p:cNvSpPr/>
            <p:nvPr userDrawn="1"/>
          </p:nvSpPr>
          <p:spPr>
            <a:xfrm>
              <a:off x="-3603859" y="322751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13" name="Rechthoek 212">
              <a:extLst>
                <a:ext uri="{FF2B5EF4-FFF2-40B4-BE49-F238E27FC236}">
                  <a16:creationId xmlns:a16="http://schemas.microsoft.com/office/drawing/2014/main" id="{6974964D-CE33-440A-BE6E-C5710B6DE81A}"/>
                </a:ext>
              </a:extLst>
            </p:cNvPr>
            <p:cNvSpPr/>
            <p:nvPr userDrawn="1"/>
          </p:nvSpPr>
          <p:spPr>
            <a:xfrm>
              <a:off x="-3319687" y="3227520"/>
              <a:ext cx="3046732" cy="48033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on the paint bucket icon, click 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‘Shape Fill’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drag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‘Transparency’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slider to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100%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Now the shape is completely transparent.</a:t>
              </a:r>
            </a:p>
          </p:txBody>
        </p:sp>
        <p:grpSp>
          <p:nvGrpSpPr>
            <p:cNvPr id="214" name="Groep 213">
              <a:extLst>
                <a:ext uri="{FF2B5EF4-FFF2-40B4-BE49-F238E27FC236}">
                  <a16:creationId xmlns:a16="http://schemas.microsoft.com/office/drawing/2014/main" id="{9F53F42D-E0F5-42A2-808C-95DAD8D91299}"/>
                </a:ext>
              </a:extLst>
            </p:cNvPr>
            <p:cNvGrpSpPr/>
            <p:nvPr userDrawn="1"/>
          </p:nvGrpSpPr>
          <p:grpSpPr>
            <a:xfrm>
              <a:off x="-3319415" y="1050229"/>
              <a:ext cx="394772" cy="511953"/>
              <a:chOff x="12926733" y="1159941"/>
              <a:chExt cx="394772" cy="511953"/>
            </a:xfrm>
          </p:grpSpPr>
          <p:grpSp>
            <p:nvGrpSpPr>
              <p:cNvPr id="251" name="Groep 250">
                <a:extLst>
                  <a:ext uri="{FF2B5EF4-FFF2-40B4-BE49-F238E27FC236}">
                    <a16:creationId xmlns:a16="http://schemas.microsoft.com/office/drawing/2014/main" id="{C18761C4-2026-48EE-B0D4-935B5006EE17}"/>
                  </a:ext>
                </a:extLst>
              </p:cNvPr>
              <p:cNvGrpSpPr/>
              <p:nvPr userDrawn="1"/>
            </p:nvGrpSpPr>
            <p:grpSpPr>
              <a:xfrm>
                <a:off x="12986056" y="1159941"/>
                <a:ext cx="276126" cy="284085"/>
                <a:chOff x="806580" y="907261"/>
                <a:chExt cx="421725" cy="433881"/>
              </a:xfrm>
            </p:grpSpPr>
            <p:sp>
              <p:nvSpPr>
                <p:cNvPr id="254" name="Ovaal 253">
                  <a:extLst>
                    <a:ext uri="{FF2B5EF4-FFF2-40B4-BE49-F238E27FC236}">
                      <a16:creationId xmlns:a16="http://schemas.microsoft.com/office/drawing/2014/main" id="{8CAB722A-4CC7-4521-9F84-684B856FAB16}"/>
                    </a:ext>
                  </a:extLst>
                </p:cNvPr>
                <p:cNvSpPr/>
                <p:nvPr userDrawn="1"/>
              </p:nvSpPr>
              <p:spPr>
                <a:xfrm>
                  <a:off x="961059" y="907261"/>
                  <a:ext cx="267246" cy="26724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7693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/>
                  <a:endPara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5" name="Rechthoek 254">
                  <a:extLst>
                    <a:ext uri="{FF2B5EF4-FFF2-40B4-BE49-F238E27FC236}">
                      <a16:creationId xmlns:a16="http://schemas.microsoft.com/office/drawing/2014/main" id="{4192137C-A90F-4048-BA9F-287AD53378B6}"/>
                    </a:ext>
                  </a:extLst>
                </p:cNvPr>
                <p:cNvSpPr/>
                <p:nvPr userDrawn="1"/>
              </p:nvSpPr>
              <p:spPr>
                <a:xfrm>
                  <a:off x="806580" y="968645"/>
                  <a:ext cx="247157" cy="24184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7693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6" name="Ruit 255">
                  <a:extLst>
                    <a:ext uri="{FF2B5EF4-FFF2-40B4-BE49-F238E27FC236}">
                      <a16:creationId xmlns:a16="http://schemas.microsoft.com/office/drawing/2014/main" id="{0252F200-EE56-4D03-8C3B-3CF90D480546}"/>
                    </a:ext>
                  </a:extLst>
                </p:cNvPr>
                <p:cNvSpPr/>
                <p:nvPr userDrawn="1"/>
              </p:nvSpPr>
              <p:spPr>
                <a:xfrm>
                  <a:off x="888274" y="1060969"/>
                  <a:ext cx="280173" cy="280173"/>
                </a:xfrm>
                <a:prstGeom prst="diamond">
                  <a:avLst/>
                </a:prstGeom>
                <a:solidFill>
                  <a:schemeClr val="bg1"/>
                </a:solidFill>
                <a:ln w="12700">
                  <a:solidFill>
                    <a:srgbClr val="7693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/>
                  <a:endPara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52" name="Rechthoek 251">
                <a:extLst>
                  <a:ext uri="{FF2B5EF4-FFF2-40B4-BE49-F238E27FC236}">
                    <a16:creationId xmlns:a16="http://schemas.microsoft.com/office/drawing/2014/main" id="{CBB3406D-1D2C-45A8-BE77-9FFB70AAC1D0}"/>
                  </a:ext>
                </a:extLst>
              </p:cNvPr>
              <p:cNvSpPr/>
              <p:nvPr userDrawn="1"/>
            </p:nvSpPr>
            <p:spPr>
              <a:xfrm>
                <a:off x="12926733" y="1454984"/>
                <a:ext cx="394772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Shapes</a:t>
                </a:r>
              </a:p>
            </p:txBody>
          </p:sp>
          <p:sp>
            <p:nvSpPr>
              <p:cNvPr id="253" name="Gelijkbenige driehoek 252">
                <a:extLst>
                  <a:ext uri="{FF2B5EF4-FFF2-40B4-BE49-F238E27FC236}">
                    <a16:creationId xmlns:a16="http://schemas.microsoft.com/office/drawing/2014/main" id="{D202B077-96A4-4014-9418-951367FD5A2E}"/>
                  </a:ext>
                </a:extLst>
              </p:cNvPr>
              <p:cNvSpPr/>
              <p:nvPr userDrawn="1"/>
            </p:nvSpPr>
            <p:spPr>
              <a:xfrm rot="10800000">
                <a:off x="13080686" y="1620747"/>
                <a:ext cx="86866" cy="51147"/>
              </a:xfrm>
              <a:prstGeom prst="triangle">
                <a:avLst/>
              </a:prstGeom>
              <a:solidFill>
                <a:srgbClr val="9D9FA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15" name="Groep 214">
              <a:extLst>
                <a:ext uri="{FF2B5EF4-FFF2-40B4-BE49-F238E27FC236}">
                  <a16:creationId xmlns:a16="http://schemas.microsoft.com/office/drawing/2014/main" id="{AE21D772-29C5-4652-BED2-D8DB77E2D1E0}"/>
                </a:ext>
              </a:extLst>
            </p:cNvPr>
            <p:cNvGrpSpPr/>
            <p:nvPr userDrawn="1"/>
          </p:nvGrpSpPr>
          <p:grpSpPr>
            <a:xfrm>
              <a:off x="-3314820" y="2485426"/>
              <a:ext cx="1503599" cy="563933"/>
              <a:chOff x="-3314820" y="1384649"/>
              <a:chExt cx="1503599" cy="563933"/>
            </a:xfrm>
          </p:grpSpPr>
          <p:sp>
            <p:nvSpPr>
              <p:cNvPr id="232" name="Rechthoek 231">
                <a:extLst>
                  <a:ext uri="{FF2B5EF4-FFF2-40B4-BE49-F238E27FC236}">
                    <a16:creationId xmlns:a16="http://schemas.microsoft.com/office/drawing/2014/main" id="{30B7BABC-6782-4E90-82D0-46C07FD36DC6}"/>
                  </a:ext>
                </a:extLst>
              </p:cNvPr>
              <p:cNvSpPr/>
              <p:nvPr userDrawn="1"/>
            </p:nvSpPr>
            <p:spPr>
              <a:xfrm>
                <a:off x="-3314820" y="1384649"/>
                <a:ext cx="1454798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3" name="Rechthoek 232">
                <a:extLst>
                  <a:ext uri="{FF2B5EF4-FFF2-40B4-BE49-F238E27FC236}">
                    <a16:creationId xmlns:a16="http://schemas.microsoft.com/office/drawing/2014/main" id="{20EDA7E1-9EB2-4DB7-8D2F-48E9B7AB340B}"/>
                  </a:ext>
                </a:extLst>
              </p:cNvPr>
              <p:cNvSpPr/>
              <p:nvPr userDrawn="1"/>
            </p:nvSpPr>
            <p:spPr>
              <a:xfrm>
                <a:off x="-3304718" y="1638374"/>
                <a:ext cx="1438234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4" name="Tekstvak 233">
                <a:extLst>
                  <a:ext uri="{FF2B5EF4-FFF2-40B4-BE49-F238E27FC236}">
                    <a16:creationId xmlns:a16="http://schemas.microsoft.com/office/drawing/2014/main" id="{1C73C3D9-3EFF-4CBA-B8A2-857E82EE21B4}"/>
                  </a:ext>
                </a:extLst>
              </p:cNvPr>
              <p:cNvSpPr txBox="1"/>
              <p:nvPr userDrawn="1"/>
            </p:nvSpPr>
            <p:spPr>
              <a:xfrm>
                <a:off x="-3090391" y="1441807"/>
                <a:ext cx="1150080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Size and position…</a:t>
                </a:r>
              </a:p>
            </p:txBody>
          </p:sp>
          <p:sp>
            <p:nvSpPr>
              <p:cNvPr id="235" name="Tekstvak 234">
                <a:extLst>
                  <a:ext uri="{FF2B5EF4-FFF2-40B4-BE49-F238E27FC236}">
                    <a16:creationId xmlns:a16="http://schemas.microsoft.com/office/drawing/2014/main" id="{A32FFC99-4996-4A11-891F-6DB84F851413}"/>
                  </a:ext>
                </a:extLst>
              </p:cNvPr>
              <p:cNvSpPr txBox="1"/>
              <p:nvPr userDrawn="1"/>
            </p:nvSpPr>
            <p:spPr>
              <a:xfrm>
                <a:off x="-3090391" y="1703359"/>
                <a:ext cx="1150079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Edit shape…</a:t>
                </a:r>
              </a:p>
            </p:txBody>
          </p:sp>
          <p:sp>
            <p:nvSpPr>
              <p:cNvPr id="236" name="Vrije vorm: vorm 235">
                <a:extLst>
                  <a:ext uri="{FF2B5EF4-FFF2-40B4-BE49-F238E27FC236}">
                    <a16:creationId xmlns:a16="http://schemas.microsoft.com/office/drawing/2014/main" id="{B93983F7-E09E-4506-A179-1AB214F68F5D}"/>
                  </a:ext>
                </a:extLst>
              </p:cNvPr>
              <p:cNvSpPr/>
              <p:nvPr userDrawn="1"/>
            </p:nvSpPr>
            <p:spPr>
              <a:xfrm>
                <a:off x="-1908783" y="1768582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7" name="Rechthoek: afgeronde hoeken 236">
                <a:extLst>
                  <a:ext uri="{FF2B5EF4-FFF2-40B4-BE49-F238E27FC236}">
                    <a16:creationId xmlns:a16="http://schemas.microsoft.com/office/drawing/2014/main" id="{4540BA80-073A-4370-80A7-5236544DDD46}"/>
                  </a:ext>
                </a:extLst>
              </p:cNvPr>
              <p:cNvSpPr/>
              <p:nvPr userDrawn="1"/>
            </p:nvSpPr>
            <p:spPr>
              <a:xfrm>
                <a:off x="-3142832" y="1431436"/>
                <a:ext cx="46013" cy="155567"/>
              </a:xfrm>
              <a:prstGeom prst="roundRect">
                <a:avLst>
                  <a:gd name="adj" fmla="val 2911"/>
                </a:avLst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8" name="Rechthoek: afgeronde hoeken 237">
                <a:extLst>
                  <a:ext uri="{FF2B5EF4-FFF2-40B4-BE49-F238E27FC236}">
                    <a16:creationId xmlns:a16="http://schemas.microsoft.com/office/drawing/2014/main" id="{367CA244-D79C-43E5-AAFC-CABD5A9EE2DA}"/>
                  </a:ext>
                </a:extLst>
              </p:cNvPr>
              <p:cNvSpPr/>
              <p:nvPr userDrawn="1"/>
            </p:nvSpPr>
            <p:spPr>
              <a:xfrm>
                <a:off x="-3244585" y="1493351"/>
                <a:ext cx="34272" cy="34272"/>
              </a:xfrm>
              <a:prstGeom prst="roundRect">
                <a:avLst>
                  <a:gd name="adj" fmla="val 2911"/>
                </a:avLst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9" name="Rechthoek 238">
                <a:extLst>
                  <a:ext uri="{FF2B5EF4-FFF2-40B4-BE49-F238E27FC236}">
                    <a16:creationId xmlns:a16="http://schemas.microsoft.com/office/drawing/2014/main" id="{37CC99CC-5165-440D-B670-EF28BA2C7C92}"/>
                  </a:ext>
                </a:extLst>
              </p:cNvPr>
              <p:cNvSpPr/>
              <p:nvPr userDrawn="1"/>
            </p:nvSpPr>
            <p:spPr>
              <a:xfrm>
                <a:off x="-3234192" y="1435895"/>
                <a:ext cx="21280" cy="41469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0" name="Pijl: punthaak 239">
                <a:extLst>
                  <a:ext uri="{FF2B5EF4-FFF2-40B4-BE49-F238E27FC236}">
                    <a16:creationId xmlns:a16="http://schemas.microsoft.com/office/drawing/2014/main" id="{DD1181AA-3EF7-4880-965E-A1C5A7C4B700}"/>
                  </a:ext>
                </a:extLst>
              </p:cNvPr>
              <p:cNvSpPr/>
              <p:nvPr userDrawn="1"/>
            </p:nvSpPr>
            <p:spPr>
              <a:xfrm rot="16200000">
                <a:off x="-3244286" y="1420769"/>
                <a:ext cx="41469" cy="60384"/>
              </a:xfrm>
              <a:prstGeom prst="chevron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1" name="Rechthoek 240">
                <a:extLst>
                  <a:ext uri="{FF2B5EF4-FFF2-40B4-BE49-F238E27FC236}">
                    <a16:creationId xmlns:a16="http://schemas.microsoft.com/office/drawing/2014/main" id="{B11F32A2-C9C1-4302-9912-714D0F04885B}"/>
                  </a:ext>
                </a:extLst>
              </p:cNvPr>
              <p:cNvSpPr/>
              <p:nvPr userDrawn="1"/>
            </p:nvSpPr>
            <p:spPr>
              <a:xfrm flipV="1">
                <a:off x="-3234192" y="1543744"/>
                <a:ext cx="21280" cy="41469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2" name="Pijl: punthaak 241">
                <a:extLst>
                  <a:ext uri="{FF2B5EF4-FFF2-40B4-BE49-F238E27FC236}">
                    <a16:creationId xmlns:a16="http://schemas.microsoft.com/office/drawing/2014/main" id="{B60BCA53-9038-4BB0-A2CC-FBFF43AFB009}"/>
                  </a:ext>
                </a:extLst>
              </p:cNvPr>
              <p:cNvSpPr/>
              <p:nvPr userDrawn="1"/>
            </p:nvSpPr>
            <p:spPr>
              <a:xfrm rot="5400000" flipV="1">
                <a:off x="-3244286" y="1539955"/>
                <a:ext cx="41469" cy="60384"/>
              </a:xfrm>
              <a:prstGeom prst="chevron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43" name="Rechte verbindingslijn 242">
                <a:extLst>
                  <a:ext uri="{FF2B5EF4-FFF2-40B4-BE49-F238E27FC236}">
                    <a16:creationId xmlns:a16="http://schemas.microsoft.com/office/drawing/2014/main" id="{A20A1131-1EB0-43F2-A8BA-FB99D39A579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02653" y="1432300"/>
                <a:ext cx="66956" cy="0"/>
              </a:xfrm>
              <a:prstGeom prst="line">
                <a:avLst/>
              </a:prstGeom>
              <a:noFill/>
              <a:ln w="12700" cap="rnd" cmpd="sng" algn="ctr">
                <a:solidFill>
                  <a:srgbClr val="818181"/>
                </a:solidFill>
                <a:prstDash val="sysDot"/>
              </a:ln>
              <a:effectLst/>
            </p:spPr>
          </p:cxnSp>
          <p:cxnSp>
            <p:nvCxnSpPr>
              <p:cNvPr id="244" name="Rechte verbindingslijn 243">
                <a:extLst>
                  <a:ext uri="{FF2B5EF4-FFF2-40B4-BE49-F238E27FC236}">
                    <a16:creationId xmlns:a16="http://schemas.microsoft.com/office/drawing/2014/main" id="{DFEBC0F1-5FC5-4CE6-A99A-0753A4C256A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02653" y="1585650"/>
                <a:ext cx="66956" cy="0"/>
              </a:xfrm>
              <a:prstGeom prst="line">
                <a:avLst/>
              </a:prstGeom>
              <a:noFill/>
              <a:ln w="12700" cap="rnd" cmpd="sng" algn="ctr">
                <a:solidFill>
                  <a:srgbClr val="818181"/>
                </a:solidFill>
                <a:prstDash val="sysDot"/>
              </a:ln>
              <a:effectLst/>
            </p:spPr>
          </p:cxnSp>
          <p:sp>
            <p:nvSpPr>
              <p:cNvPr id="245" name="Vrije vorm: vorm 244">
                <a:extLst>
                  <a:ext uri="{FF2B5EF4-FFF2-40B4-BE49-F238E27FC236}">
                    <a16:creationId xmlns:a16="http://schemas.microsoft.com/office/drawing/2014/main" id="{B5544E84-59AB-43AB-A938-BE3135D79C2C}"/>
                  </a:ext>
                </a:extLst>
              </p:cNvPr>
              <p:cNvSpPr/>
              <p:nvPr userDrawn="1"/>
            </p:nvSpPr>
            <p:spPr>
              <a:xfrm>
                <a:off x="-3175561" y="1707315"/>
                <a:ext cx="42279" cy="61833"/>
              </a:xfrm>
              <a:custGeom>
                <a:avLst/>
                <a:gdLst>
                  <a:gd name="connsiteX0" fmla="*/ 50006 w 111919"/>
                  <a:gd name="connsiteY0" fmla="*/ 64294 h 145256"/>
                  <a:gd name="connsiteX1" fmla="*/ 47625 w 111919"/>
                  <a:gd name="connsiteY1" fmla="*/ 145256 h 145256"/>
                  <a:gd name="connsiteX2" fmla="*/ 111919 w 111919"/>
                  <a:gd name="connsiteY2" fmla="*/ 92869 h 145256"/>
                  <a:gd name="connsiteX3" fmla="*/ 111919 w 111919"/>
                  <a:gd name="connsiteY3" fmla="*/ 28575 h 145256"/>
                  <a:gd name="connsiteX4" fmla="*/ 52387 w 111919"/>
                  <a:gd name="connsiteY4" fmla="*/ 0 h 145256"/>
                  <a:gd name="connsiteX5" fmla="*/ 4762 w 111919"/>
                  <a:gd name="connsiteY5" fmla="*/ 11906 h 145256"/>
                  <a:gd name="connsiteX6" fmla="*/ 0 w 111919"/>
                  <a:gd name="connsiteY6" fmla="*/ 45244 h 145256"/>
                  <a:gd name="connsiteX7" fmla="*/ 50006 w 111919"/>
                  <a:gd name="connsiteY7" fmla="*/ 64294 h 145256"/>
                  <a:gd name="connsiteX0" fmla="*/ 50006 w 124049"/>
                  <a:gd name="connsiteY0" fmla="*/ 64294 h 145256"/>
                  <a:gd name="connsiteX1" fmla="*/ 47625 w 124049"/>
                  <a:gd name="connsiteY1" fmla="*/ 145256 h 145256"/>
                  <a:gd name="connsiteX2" fmla="*/ 111919 w 124049"/>
                  <a:gd name="connsiteY2" fmla="*/ 92869 h 145256"/>
                  <a:gd name="connsiteX3" fmla="*/ 111919 w 124049"/>
                  <a:gd name="connsiteY3" fmla="*/ 28575 h 145256"/>
                  <a:gd name="connsiteX4" fmla="*/ 52387 w 124049"/>
                  <a:gd name="connsiteY4" fmla="*/ 0 h 145256"/>
                  <a:gd name="connsiteX5" fmla="*/ 4762 w 124049"/>
                  <a:gd name="connsiteY5" fmla="*/ 11906 h 145256"/>
                  <a:gd name="connsiteX6" fmla="*/ 0 w 124049"/>
                  <a:gd name="connsiteY6" fmla="*/ 45244 h 145256"/>
                  <a:gd name="connsiteX7" fmla="*/ 50006 w 124049"/>
                  <a:gd name="connsiteY7" fmla="*/ 64294 h 145256"/>
                  <a:gd name="connsiteX0" fmla="*/ 50006 w 123624"/>
                  <a:gd name="connsiteY0" fmla="*/ 64294 h 145256"/>
                  <a:gd name="connsiteX1" fmla="*/ 47625 w 123624"/>
                  <a:gd name="connsiteY1" fmla="*/ 145256 h 145256"/>
                  <a:gd name="connsiteX2" fmla="*/ 111919 w 123624"/>
                  <a:gd name="connsiteY2" fmla="*/ 92869 h 145256"/>
                  <a:gd name="connsiteX3" fmla="*/ 111919 w 123624"/>
                  <a:gd name="connsiteY3" fmla="*/ 28575 h 145256"/>
                  <a:gd name="connsiteX4" fmla="*/ 52387 w 123624"/>
                  <a:gd name="connsiteY4" fmla="*/ 0 h 145256"/>
                  <a:gd name="connsiteX5" fmla="*/ 4762 w 123624"/>
                  <a:gd name="connsiteY5" fmla="*/ 11906 h 145256"/>
                  <a:gd name="connsiteX6" fmla="*/ 0 w 123624"/>
                  <a:gd name="connsiteY6" fmla="*/ 45244 h 145256"/>
                  <a:gd name="connsiteX7" fmla="*/ 50006 w 123624"/>
                  <a:gd name="connsiteY7" fmla="*/ 64294 h 145256"/>
                  <a:gd name="connsiteX0" fmla="*/ 50006 w 123624"/>
                  <a:gd name="connsiteY0" fmla="*/ 67517 h 148479"/>
                  <a:gd name="connsiteX1" fmla="*/ 47625 w 123624"/>
                  <a:gd name="connsiteY1" fmla="*/ 148479 h 148479"/>
                  <a:gd name="connsiteX2" fmla="*/ 111919 w 123624"/>
                  <a:gd name="connsiteY2" fmla="*/ 96092 h 148479"/>
                  <a:gd name="connsiteX3" fmla="*/ 111919 w 123624"/>
                  <a:gd name="connsiteY3" fmla="*/ 31798 h 148479"/>
                  <a:gd name="connsiteX4" fmla="*/ 52387 w 123624"/>
                  <a:gd name="connsiteY4" fmla="*/ 3223 h 148479"/>
                  <a:gd name="connsiteX5" fmla="*/ 4762 w 123624"/>
                  <a:gd name="connsiteY5" fmla="*/ 15129 h 148479"/>
                  <a:gd name="connsiteX6" fmla="*/ 0 w 123624"/>
                  <a:gd name="connsiteY6" fmla="*/ 48467 h 148479"/>
                  <a:gd name="connsiteX7" fmla="*/ 50006 w 123624"/>
                  <a:gd name="connsiteY7" fmla="*/ 67517 h 148479"/>
                  <a:gd name="connsiteX0" fmla="*/ 50006 w 118952"/>
                  <a:gd name="connsiteY0" fmla="*/ 73868 h 154830"/>
                  <a:gd name="connsiteX1" fmla="*/ 47625 w 118952"/>
                  <a:gd name="connsiteY1" fmla="*/ 154830 h 154830"/>
                  <a:gd name="connsiteX2" fmla="*/ 111919 w 118952"/>
                  <a:gd name="connsiteY2" fmla="*/ 102443 h 154830"/>
                  <a:gd name="connsiteX3" fmla="*/ 111919 w 118952"/>
                  <a:gd name="connsiteY3" fmla="*/ 38149 h 154830"/>
                  <a:gd name="connsiteX4" fmla="*/ 64294 w 118952"/>
                  <a:gd name="connsiteY4" fmla="*/ 2430 h 154830"/>
                  <a:gd name="connsiteX5" fmla="*/ 4762 w 118952"/>
                  <a:gd name="connsiteY5" fmla="*/ 21480 h 154830"/>
                  <a:gd name="connsiteX6" fmla="*/ 0 w 118952"/>
                  <a:gd name="connsiteY6" fmla="*/ 54818 h 154830"/>
                  <a:gd name="connsiteX7" fmla="*/ 50006 w 118952"/>
                  <a:gd name="connsiteY7" fmla="*/ 73868 h 154830"/>
                  <a:gd name="connsiteX0" fmla="*/ 50006 w 118952"/>
                  <a:gd name="connsiteY0" fmla="*/ 71438 h 152400"/>
                  <a:gd name="connsiteX1" fmla="*/ 47625 w 118952"/>
                  <a:gd name="connsiteY1" fmla="*/ 152400 h 152400"/>
                  <a:gd name="connsiteX2" fmla="*/ 111919 w 118952"/>
                  <a:gd name="connsiteY2" fmla="*/ 100013 h 152400"/>
                  <a:gd name="connsiteX3" fmla="*/ 111919 w 118952"/>
                  <a:gd name="connsiteY3" fmla="*/ 35719 h 152400"/>
                  <a:gd name="connsiteX4" fmla="*/ 64294 w 118952"/>
                  <a:gd name="connsiteY4" fmla="*/ 0 h 152400"/>
                  <a:gd name="connsiteX5" fmla="*/ 0 w 118952"/>
                  <a:gd name="connsiteY5" fmla="*/ 52388 h 152400"/>
                  <a:gd name="connsiteX6" fmla="*/ 50006 w 118952"/>
                  <a:gd name="connsiteY6" fmla="*/ 71438 h 152400"/>
                  <a:gd name="connsiteX0" fmla="*/ 50006 w 118952"/>
                  <a:gd name="connsiteY0" fmla="*/ 71735 h 152697"/>
                  <a:gd name="connsiteX1" fmla="*/ 47625 w 118952"/>
                  <a:gd name="connsiteY1" fmla="*/ 152697 h 152697"/>
                  <a:gd name="connsiteX2" fmla="*/ 111919 w 118952"/>
                  <a:gd name="connsiteY2" fmla="*/ 100310 h 152697"/>
                  <a:gd name="connsiteX3" fmla="*/ 111919 w 118952"/>
                  <a:gd name="connsiteY3" fmla="*/ 36016 h 152697"/>
                  <a:gd name="connsiteX4" fmla="*/ 64294 w 118952"/>
                  <a:gd name="connsiteY4" fmla="*/ 297 h 152697"/>
                  <a:gd name="connsiteX5" fmla="*/ 0 w 118952"/>
                  <a:gd name="connsiteY5" fmla="*/ 52685 h 152697"/>
                  <a:gd name="connsiteX6" fmla="*/ 50006 w 118952"/>
                  <a:gd name="connsiteY6" fmla="*/ 71735 h 152697"/>
                  <a:gd name="connsiteX0" fmla="*/ 50006 w 118952"/>
                  <a:gd name="connsiteY0" fmla="*/ 71961 h 152923"/>
                  <a:gd name="connsiteX1" fmla="*/ 47625 w 118952"/>
                  <a:gd name="connsiteY1" fmla="*/ 152923 h 152923"/>
                  <a:gd name="connsiteX2" fmla="*/ 111919 w 118952"/>
                  <a:gd name="connsiteY2" fmla="*/ 100536 h 152923"/>
                  <a:gd name="connsiteX3" fmla="*/ 111919 w 118952"/>
                  <a:gd name="connsiteY3" fmla="*/ 36242 h 152923"/>
                  <a:gd name="connsiteX4" fmla="*/ 64294 w 118952"/>
                  <a:gd name="connsiteY4" fmla="*/ 523 h 152923"/>
                  <a:gd name="connsiteX5" fmla="*/ 0 w 118952"/>
                  <a:gd name="connsiteY5" fmla="*/ 52911 h 152923"/>
                  <a:gd name="connsiteX6" fmla="*/ 50006 w 118952"/>
                  <a:gd name="connsiteY6" fmla="*/ 71961 h 152923"/>
                  <a:gd name="connsiteX0" fmla="*/ 50006 w 118480"/>
                  <a:gd name="connsiteY0" fmla="*/ 71961 h 152923"/>
                  <a:gd name="connsiteX1" fmla="*/ 47625 w 118480"/>
                  <a:gd name="connsiteY1" fmla="*/ 152923 h 152923"/>
                  <a:gd name="connsiteX2" fmla="*/ 111919 w 118480"/>
                  <a:gd name="connsiteY2" fmla="*/ 100536 h 152923"/>
                  <a:gd name="connsiteX3" fmla="*/ 111919 w 118480"/>
                  <a:gd name="connsiteY3" fmla="*/ 36242 h 152923"/>
                  <a:gd name="connsiteX4" fmla="*/ 64294 w 118480"/>
                  <a:gd name="connsiteY4" fmla="*/ 523 h 152923"/>
                  <a:gd name="connsiteX5" fmla="*/ 0 w 118480"/>
                  <a:gd name="connsiteY5" fmla="*/ 52911 h 152923"/>
                  <a:gd name="connsiteX6" fmla="*/ 50006 w 118480"/>
                  <a:gd name="connsiteY6" fmla="*/ 71961 h 152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480" h="152923">
                    <a:moveTo>
                      <a:pt x="50006" y="71961"/>
                    </a:moveTo>
                    <a:cubicBezTo>
                      <a:pt x="49212" y="98948"/>
                      <a:pt x="48419" y="125936"/>
                      <a:pt x="47625" y="152923"/>
                    </a:cubicBezTo>
                    <a:cubicBezTo>
                      <a:pt x="69056" y="135461"/>
                      <a:pt x="102395" y="122761"/>
                      <a:pt x="111919" y="100536"/>
                    </a:cubicBezTo>
                    <a:cubicBezTo>
                      <a:pt x="121443" y="78311"/>
                      <a:pt x="119856" y="52911"/>
                      <a:pt x="111919" y="36242"/>
                    </a:cubicBezTo>
                    <a:cubicBezTo>
                      <a:pt x="103982" y="19573"/>
                      <a:pt x="94853" y="4888"/>
                      <a:pt x="64294" y="523"/>
                    </a:cubicBezTo>
                    <a:cubicBezTo>
                      <a:pt x="33735" y="-3842"/>
                      <a:pt x="0" y="19574"/>
                      <a:pt x="0" y="52911"/>
                    </a:cubicBezTo>
                    <a:lnTo>
                      <a:pt x="50006" y="71961"/>
                    </a:lnTo>
                    <a:close/>
                  </a:path>
                </a:pathLst>
              </a:cu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6" name="Rechthoek: afgeronde hoeken 245">
                <a:extLst>
                  <a:ext uri="{FF2B5EF4-FFF2-40B4-BE49-F238E27FC236}">
                    <a16:creationId xmlns:a16="http://schemas.microsoft.com/office/drawing/2014/main" id="{76D119A9-C5EE-4A6E-9D6B-2D0185914ADD}"/>
                  </a:ext>
                </a:extLst>
              </p:cNvPr>
              <p:cNvSpPr/>
              <p:nvPr userDrawn="1"/>
            </p:nvSpPr>
            <p:spPr>
              <a:xfrm rot="2770829">
                <a:off x="-3234197" y="1703273"/>
                <a:ext cx="57923" cy="72481"/>
              </a:xfrm>
              <a:prstGeom prst="roundRect">
                <a:avLst>
                  <a:gd name="adj" fmla="val 2911"/>
                </a:avLst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7" name="Vrije vorm: vorm 246">
                <a:extLst>
                  <a:ext uri="{FF2B5EF4-FFF2-40B4-BE49-F238E27FC236}">
                    <a16:creationId xmlns:a16="http://schemas.microsoft.com/office/drawing/2014/main" id="{655BFE07-07D9-4424-8AE1-74D408FB19C5}"/>
                  </a:ext>
                </a:extLst>
              </p:cNvPr>
              <p:cNvSpPr/>
              <p:nvPr userDrawn="1"/>
            </p:nvSpPr>
            <p:spPr>
              <a:xfrm>
                <a:off x="-3237180" y="1677339"/>
                <a:ext cx="42279" cy="55298"/>
              </a:xfrm>
              <a:custGeom>
                <a:avLst/>
                <a:gdLst>
                  <a:gd name="connsiteX0" fmla="*/ 76475 w 79906"/>
                  <a:gd name="connsiteY0" fmla="*/ 104510 h 104510"/>
                  <a:gd name="connsiteX1" fmla="*/ 71712 w 79906"/>
                  <a:gd name="connsiteY1" fmla="*/ 6879 h 104510"/>
                  <a:gd name="connsiteX2" fmla="*/ 5037 w 79906"/>
                  <a:gd name="connsiteY2" fmla="*/ 16404 h 104510"/>
                  <a:gd name="connsiteX3" fmla="*/ 9800 w 79906"/>
                  <a:gd name="connsiteY3" fmla="*/ 83079 h 104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906" h="104510">
                    <a:moveTo>
                      <a:pt x="76475" y="104510"/>
                    </a:moveTo>
                    <a:cubicBezTo>
                      <a:pt x="80046" y="63036"/>
                      <a:pt x="83618" y="21563"/>
                      <a:pt x="71712" y="6879"/>
                    </a:cubicBezTo>
                    <a:cubicBezTo>
                      <a:pt x="59806" y="-7805"/>
                      <a:pt x="15356" y="3704"/>
                      <a:pt x="5037" y="16404"/>
                    </a:cubicBezTo>
                    <a:cubicBezTo>
                      <a:pt x="-5282" y="29104"/>
                      <a:pt x="2259" y="56091"/>
                      <a:pt x="9800" y="83079"/>
                    </a:cubicBezTo>
                  </a:path>
                </a:pathLst>
              </a:custGeom>
              <a:noFill/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8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8" name="Vrije vorm: vorm 247">
                <a:extLst>
                  <a:ext uri="{FF2B5EF4-FFF2-40B4-BE49-F238E27FC236}">
                    <a16:creationId xmlns:a16="http://schemas.microsoft.com/office/drawing/2014/main" id="{308C43F5-0248-4A15-BC2C-1CF17A71EBFF}"/>
                  </a:ext>
                </a:extLst>
              </p:cNvPr>
              <p:cNvSpPr/>
              <p:nvPr userDrawn="1"/>
            </p:nvSpPr>
            <p:spPr>
              <a:xfrm>
                <a:off x="-3147647" y="1714096"/>
                <a:ext cx="57254" cy="77074"/>
              </a:xfrm>
              <a:custGeom>
                <a:avLst/>
                <a:gdLst>
                  <a:gd name="connsiteX0" fmla="*/ 0 w 61912"/>
                  <a:gd name="connsiteY0" fmla="*/ 80963 h 80963"/>
                  <a:gd name="connsiteX1" fmla="*/ 57150 w 61912"/>
                  <a:gd name="connsiteY1" fmla="*/ 0 h 80963"/>
                  <a:gd name="connsiteX2" fmla="*/ 61912 w 61912"/>
                  <a:gd name="connsiteY2" fmla="*/ 50006 h 80963"/>
                  <a:gd name="connsiteX3" fmla="*/ 0 w 61912"/>
                  <a:gd name="connsiteY3" fmla="*/ 80963 h 80963"/>
                  <a:gd name="connsiteX0" fmla="*/ 0 w 61912"/>
                  <a:gd name="connsiteY0" fmla="*/ 80963 h 83344"/>
                  <a:gd name="connsiteX1" fmla="*/ 57150 w 61912"/>
                  <a:gd name="connsiteY1" fmla="*/ 0 h 83344"/>
                  <a:gd name="connsiteX2" fmla="*/ 61912 w 61912"/>
                  <a:gd name="connsiteY2" fmla="*/ 50006 h 83344"/>
                  <a:gd name="connsiteX3" fmla="*/ 19050 w 61912"/>
                  <a:gd name="connsiteY3" fmla="*/ 83344 h 83344"/>
                  <a:gd name="connsiteX4" fmla="*/ 0 w 61912"/>
                  <a:gd name="connsiteY4" fmla="*/ 80963 h 83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912" h="83344">
                    <a:moveTo>
                      <a:pt x="0" y="80963"/>
                    </a:moveTo>
                    <a:lnTo>
                      <a:pt x="57150" y="0"/>
                    </a:lnTo>
                    <a:lnTo>
                      <a:pt x="61912" y="50006"/>
                    </a:lnTo>
                    <a:cubicBezTo>
                      <a:pt x="48418" y="56356"/>
                      <a:pt x="32544" y="76994"/>
                      <a:pt x="19050" y="83344"/>
                    </a:cubicBezTo>
                    <a:lnTo>
                      <a:pt x="0" y="80963"/>
                    </a:lnTo>
                    <a:close/>
                  </a:path>
                </a:pathLst>
              </a:cu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9" name="Ovaal 248">
                <a:extLst>
                  <a:ext uri="{FF2B5EF4-FFF2-40B4-BE49-F238E27FC236}">
                    <a16:creationId xmlns:a16="http://schemas.microsoft.com/office/drawing/2014/main" id="{2390D611-8D1C-4E3F-8521-E1713CD7A4D1}"/>
                  </a:ext>
                </a:extLst>
              </p:cNvPr>
              <p:cNvSpPr/>
              <p:nvPr userDrawn="1"/>
            </p:nvSpPr>
            <p:spPr>
              <a:xfrm rot="12332780">
                <a:off x="-3185085" y="1782358"/>
                <a:ext cx="50650" cy="57255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4D82B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0" name="Gelijkbenige driehoek 34">
                <a:extLst>
                  <a:ext uri="{FF2B5EF4-FFF2-40B4-BE49-F238E27FC236}">
                    <a16:creationId xmlns:a16="http://schemas.microsoft.com/office/drawing/2014/main" id="{5BA542C9-22DE-42DD-B2AD-0CA3650E175B}"/>
                  </a:ext>
                </a:extLst>
              </p:cNvPr>
              <p:cNvSpPr/>
              <p:nvPr userDrawn="1"/>
            </p:nvSpPr>
            <p:spPr>
              <a:xfrm rot="14772351">
                <a:off x="-3215597" y="1797313"/>
                <a:ext cx="52327" cy="57916"/>
              </a:xfrm>
              <a:custGeom>
                <a:avLst/>
                <a:gdLst>
                  <a:gd name="connsiteX0" fmla="*/ 0 w 56584"/>
                  <a:gd name="connsiteY0" fmla="*/ 55534 h 55534"/>
                  <a:gd name="connsiteX1" fmla="*/ 28292 w 56584"/>
                  <a:gd name="connsiteY1" fmla="*/ 0 h 55534"/>
                  <a:gd name="connsiteX2" fmla="*/ 56584 w 56584"/>
                  <a:gd name="connsiteY2" fmla="*/ 55534 h 55534"/>
                  <a:gd name="connsiteX3" fmla="*/ 0 w 56584"/>
                  <a:gd name="connsiteY3" fmla="*/ 55534 h 55534"/>
                  <a:gd name="connsiteX0" fmla="*/ 0 w 56584"/>
                  <a:gd name="connsiteY0" fmla="*/ 55534 h 60261"/>
                  <a:gd name="connsiteX1" fmla="*/ 28292 w 56584"/>
                  <a:gd name="connsiteY1" fmla="*/ 0 h 60261"/>
                  <a:gd name="connsiteX2" fmla="*/ 56584 w 56584"/>
                  <a:gd name="connsiteY2" fmla="*/ 55534 h 60261"/>
                  <a:gd name="connsiteX3" fmla="*/ 0 w 56584"/>
                  <a:gd name="connsiteY3" fmla="*/ 55534 h 60261"/>
                  <a:gd name="connsiteX0" fmla="*/ 0 w 56584"/>
                  <a:gd name="connsiteY0" fmla="*/ 55534 h 62627"/>
                  <a:gd name="connsiteX1" fmla="*/ 28292 w 56584"/>
                  <a:gd name="connsiteY1" fmla="*/ 0 h 62627"/>
                  <a:gd name="connsiteX2" fmla="*/ 56584 w 56584"/>
                  <a:gd name="connsiteY2" fmla="*/ 55534 h 62627"/>
                  <a:gd name="connsiteX3" fmla="*/ 0 w 56584"/>
                  <a:gd name="connsiteY3" fmla="*/ 55534 h 62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584" h="62627">
                    <a:moveTo>
                      <a:pt x="0" y="55534"/>
                    </a:moveTo>
                    <a:lnTo>
                      <a:pt x="28292" y="0"/>
                    </a:lnTo>
                    <a:lnTo>
                      <a:pt x="56584" y="55534"/>
                    </a:lnTo>
                    <a:cubicBezTo>
                      <a:pt x="44518" y="63735"/>
                      <a:pt x="19376" y="66171"/>
                      <a:pt x="0" y="55534"/>
                    </a:cubicBezTo>
                    <a:close/>
                  </a:path>
                </a:pathLst>
              </a:cu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16" name="Groep 215">
              <a:extLst>
                <a:ext uri="{FF2B5EF4-FFF2-40B4-BE49-F238E27FC236}">
                  <a16:creationId xmlns:a16="http://schemas.microsoft.com/office/drawing/2014/main" id="{DBB2A06D-BEB1-462C-B497-6593475A199A}"/>
                </a:ext>
              </a:extLst>
            </p:cNvPr>
            <p:cNvGrpSpPr/>
            <p:nvPr userDrawn="1"/>
          </p:nvGrpSpPr>
          <p:grpSpPr>
            <a:xfrm>
              <a:off x="-3323231" y="3821749"/>
              <a:ext cx="2734765" cy="262633"/>
              <a:chOff x="5114260" y="1193211"/>
              <a:chExt cx="2516594" cy="241682"/>
            </a:xfrm>
          </p:grpSpPr>
          <p:sp>
            <p:nvSpPr>
              <p:cNvPr id="225" name="Rechthoek 224">
                <a:extLst>
                  <a:ext uri="{FF2B5EF4-FFF2-40B4-BE49-F238E27FC236}">
                    <a16:creationId xmlns:a16="http://schemas.microsoft.com/office/drawing/2014/main" id="{0A5BBC69-F2BD-45B4-8268-FE6DE0C4B5B2}"/>
                  </a:ext>
                </a:extLst>
              </p:cNvPr>
              <p:cNvSpPr/>
              <p:nvPr userDrawn="1"/>
            </p:nvSpPr>
            <p:spPr>
              <a:xfrm>
                <a:off x="5114260" y="1193211"/>
                <a:ext cx="2516594" cy="241682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6" name="Tekstvak 225">
                <a:extLst>
                  <a:ext uri="{FF2B5EF4-FFF2-40B4-BE49-F238E27FC236}">
                    <a16:creationId xmlns:a16="http://schemas.microsoft.com/office/drawing/2014/main" id="{96EF527F-4C33-40CF-BA7C-A4B69F368EA2}"/>
                  </a:ext>
                </a:extLst>
              </p:cNvPr>
              <p:cNvSpPr txBox="1"/>
              <p:nvPr userDrawn="1"/>
            </p:nvSpPr>
            <p:spPr>
              <a:xfrm>
                <a:off x="5121009" y="1214216"/>
                <a:ext cx="1156604" cy="212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u="none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Transparency</a:t>
                </a:r>
              </a:p>
            </p:txBody>
          </p:sp>
          <p:cxnSp>
            <p:nvCxnSpPr>
              <p:cNvPr id="227" name="Rechte verbindingslijn 226">
                <a:extLst>
                  <a:ext uri="{FF2B5EF4-FFF2-40B4-BE49-F238E27FC236}">
                    <a16:creationId xmlns:a16="http://schemas.microsoft.com/office/drawing/2014/main" id="{AF3F6523-EBC7-4905-8D35-780696A7DF27}"/>
                  </a:ext>
                </a:extLst>
              </p:cNvPr>
              <p:cNvCxnSpPr>
                <a:cxnSpLocks/>
                <a:endCxn id="231" idx="1"/>
              </p:cNvCxnSpPr>
              <p:nvPr userDrawn="1"/>
            </p:nvCxnSpPr>
            <p:spPr>
              <a:xfrm>
                <a:off x="5949074" y="1317963"/>
                <a:ext cx="958480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9D9FA1"/>
                </a:solidFill>
                <a:prstDash val="solid"/>
              </a:ln>
              <a:effectLst/>
            </p:spPr>
          </p:cxnSp>
          <p:sp>
            <p:nvSpPr>
              <p:cNvPr id="228" name="Rechthoek 227">
                <a:extLst>
                  <a:ext uri="{FF2B5EF4-FFF2-40B4-BE49-F238E27FC236}">
                    <a16:creationId xmlns:a16="http://schemas.microsoft.com/office/drawing/2014/main" id="{AEC60DC5-12D4-4DDF-ADCD-AB1A9A4D0BC1}"/>
                  </a:ext>
                </a:extLst>
              </p:cNvPr>
              <p:cNvSpPr/>
              <p:nvPr userDrawn="1"/>
            </p:nvSpPr>
            <p:spPr>
              <a:xfrm>
                <a:off x="7020991" y="1230251"/>
                <a:ext cx="570656" cy="15949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100%</a:t>
                </a:r>
              </a:p>
            </p:txBody>
          </p:sp>
          <p:sp>
            <p:nvSpPr>
              <p:cNvPr id="229" name="Gelijkbenige driehoek 228">
                <a:extLst>
                  <a:ext uri="{FF2B5EF4-FFF2-40B4-BE49-F238E27FC236}">
                    <a16:creationId xmlns:a16="http://schemas.microsoft.com/office/drawing/2014/main" id="{A0B6274C-A668-4817-B148-81232D39CCDC}"/>
                  </a:ext>
                </a:extLst>
              </p:cNvPr>
              <p:cNvSpPr/>
              <p:nvPr userDrawn="1"/>
            </p:nvSpPr>
            <p:spPr>
              <a:xfrm>
                <a:off x="7508703" y="1255045"/>
                <a:ext cx="44712" cy="31855"/>
              </a:xfrm>
              <a:prstGeom prst="triangle">
                <a:avLst/>
              </a:prstGeom>
              <a:solidFill>
                <a:srgbClr val="6969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0" name="Gelijkbenige driehoek 229">
                <a:extLst>
                  <a:ext uri="{FF2B5EF4-FFF2-40B4-BE49-F238E27FC236}">
                    <a16:creationId xmlns:a16="http://schemas.microsoft.com/office/drawing/2014/main" id="{62280279-AB10-439F-9803-B719EE6D34EE}"/>
                  </a:ext>
                </a:extLst>
              </p:cNvPr>
              <p:cNvSpPr/>
              <p:nvPr userDrawn="1"/>
            </p:nvSpPr>
            <p:spPr>
              <a:xfrm flipV="1">
                <a:off x="7508703" y="1332327"/>
                <a:ext cx="44712" cy="31855"/>
              </a:xfrm>
              <a:prstGeom prst="triangle">
                <a:avLst/>
              </a:prstGeom>
              <a:solidFill>
                <a:srgbClr val="6969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1" name="Rechthoek 230">
                <a:extLst>
                  <a:ext uri="{FF2B5EF4-FFF2-40B4-BE49-F238E27FC236}">
                    <a16:creationId xmlns:a16="http://schemas.microsoft.com/office/drawing/2014/main" id="{998C899C-D725-492C-8E9F-74B6B40D1A7E}"/>
                  </a:ext>
                </a:extLst>
              </p:cNvPr>
              <p:cNvSpPr/>
              <p:nvPr userDrawn="1"/>
            </p:nvSpPr>
            <p:spPr>
              <a:xfrm>
                <a:off x="6907553" y="1274066"/>
                <a:ext cx="28792" cy="87795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17" name="Ovaal 216">
              <a:extLst>
                <a:ext uri="{FF2B5EF4-FFF2-40B4-BE49-F238E27FC236}">
                  <a16:creationId xmlns:a16="http://schemas.microsoft.com/office/drawing/2014/main" id="{9A1ECA68-7474-4D8F-BB39-16F83F70F4D7}"/>
                </a:ext>
              </a:extLst>
            </p:cNvPr>
            <p:cNvSpPr/>
            <p:nvPr userDrawn="1"/>
          </p:nvSpPr>
          <p:spPr>
            <a:xfrm>
              <a:off x="-3603859" y="426602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8" name="Rechthoek 217">
              <a:extLst>
                <a:ext uri="{FF2B5EF4-FFF2-40B4-BE49-F238E27FC236}">
                  <a16:creationId xmlns:a16="http://schemas.microsoft.com/office/drawing/2014/main" id="{869C5DBB-8261-4DD9-B826-39EA0623B39C}"/>
                </a:ext>
              </a:extLst>
            </p:cNvPr>
            <p:cNvSpPr/>
            <p:nvPr userDrawn="1"/>
          </p:nvSpPr>
          <p:spPr>
            <a:xfrm>
              <a:off x="-3319687" y="4266029"/>
              <a:ext cx="2944682" cy="79449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on the transparent shape and use the shortcut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Ctrl + K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add a hyperlink. At the left side of the window, click 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‘Place in this document’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select the preferred slide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in the list. Then click 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‘OK’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br>
                <a:rPr kumimoji="0" lang="en-GB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9" name="Ovaal 218">
              <a:extLst>
                <a:ext uri="{FF2B5EF4-FFF2-40B4-BE49-F238E27FC236}">
                  <a16:creationId xmlns:a16="http://schemas.microsoft.com/office/drawing/2014/main" id="{792A6E1B-7623-4EA7-84DA-DB7C84FF9922}"/>
                </a:ext>
              </a:extLst>
            </p:cNvPr>
            <p:cNvSpPr/>
            <p:nvPr userDrawn="1"/>
          </p:nvSpPr>
          <p:spPr>
            <a:xfrm>
              <a:off x="-3603859" y="524598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0" name="Rechthoek 219">
              <a:extLst>
                <a:ext uri="{FF2B5EF4-FFF2-40B4-BE49-F238E27FC236}">
                  <a16:creationId xmlns:a16="http://schemas.microsoft.com/office/drawing/2014/main" id="{37C3BCAC-D833-4D3D-9436-C3DF183A1B9E}"/>
                </a:ext>
              </a:extLst>
            </p:cNvPr>
            <p:cNvSpPr/>
            <p:nvPr userDrawn="1"/>
          </p:nvSpPr>
          <p:spPr>
            <a:xfrm>
              <a:off x="-3319687" y="5245987"/>
              <a:ext cx="2944682" cy="30721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Copy the transparent shape and repeat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step 4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Do this for all menu buttons.</a:t>
              </a:r>
            </a:p>
          </p:txBody>
        </p:sp>
        <p:sp>
          <p:nvSpPr>
            <p:cNvPr id="221" name="Rechthoek 220">
              <a:extLst>
                <a:ext uri="{FF2B5EF4-FFF2-40B4-BE49-F238E27FC236}">
                  <a16:creationId xmlns:a16="http://schemas.microsoft.com/office/drawing/2014/main" id="{13D099CB-2B37-4C66-922E-AA67C44BBC7C}"/>
                </a:ext>
              </a:extLst>
            </p:cNvPr>
            <p:cNvSpPr/>
            <p:nvPr userDrawn="1"/>
          </p:nvSpPr>
          <p:spPr>
            <a:xfrm>
              <a:off x="-3786437" y="572127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22" name="ICOON_info">
              <a:extLst>
                <a:ext uri="{FF2B5EF4-FFF2-40B4-BE49-F238E27FC236}">
                  <a16:creationId xmlns:a16="http://schemas.microsoft.com/office/drawing/2014/main" id="{BC053857-2250-4312-8DB5-0A69CE1797CB}"/>
                </a:ext>
              </a:extLst>
            </p:cNvPr>
            <p:cNvGrpSpPr/>
            <p:nvPr userDrawn="1"/>
          </p:nvGrpSpPr>
          <p:grpSpPr>
            <a:xfrm>
              <a:off x="-376736" y="5598297"/>
              <a:ext cx="283685" cy="283685"/>
              <a:chOff x="-510741" y="5913713"/>
              <a:chExt cx="267555" cy="267555"/>
            </a:xfrm>
          </p:grpSpPr>
          <p:sp>
            <p:nvSpPr>
              <p:cNvPr id="223" name="Ovaal 222">
                <a:extLst>
                  <a:ext uri="{FF2B5EF4-FFF2-40B4-BE49-F238E27FC236}">
                    <a16:creationId xmlns:a16="http://schemas.microsoft.com/office/drawing/2014/main" id="{1BADC09F-C9F8-4735-A578-6EEE99F509A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4" name="Graphic 163" descr="Informatie">
                <a:extLst>
                  <a:ext uri="{FF2B5EF4-FFF2-40B4-BE49-F238E27FC236}">
                    <a16:creationId xmlns:a16="http://schemas.microsoft.com/office/drawing/2014/main" id="{B1D8330E-B60D-4106-A901-CF9BE73B1AB4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83" name="Tijdelijke aanduiding voor tekst 17">
            <a:extLst>
              <a:ext uri="{FF2B5EF4-FFF2-40B4-BE49-F238E27FC236}">
                <a16:creationId xmlns:a16="http://schemas.microsoft.com/office/drawing/2014/main" id="{8ADAC74C-A1BA-41E1-8EA1-70D6A91216B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5949" y="6424534"/>
            <a:ext cx="307022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2553828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decel="10000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6" presetClass="emp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5" dur="3500" fill="hold"/>
                                        <p:tgtEl>
                                          <p:spTgt spid="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91" grpId="0" animBg="1">
        <p:tmplLst>
          <p:tmpl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500" fill="hold"/>
                        <p:tgtEl>
                          <p:spTgt spid="19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500" fill="hold"/>
                        <p:tgtEl>
                          <p:spTgt spid="19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7" grpId="0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5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1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1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/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4" grpId="0" animBg="1">
        <p:tmplLst>
          <p:tmpl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6" grpId="0" animBg="1">
        <p:tmplLst>
          <p:tmpl>
            <p:tnLst>
              <p:par>
                <p:cTn presetID="10" presetClass="entr" presetSubtype="0" fill="hold" nodeType="withEffect">
                  <p:stCondLst>
                    <p:cond delay="1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7" grpId="0" animBg="1">
        <p:tmplLst>
          <p:tmpl>
            <p:tnLst>
              <p:par>
                <p:cTn presetID="10" presetClass="entr" presetSubtype="0" fill="hold" nodeType="withEffect">
                  <p:stCondLst>
                    <p:cond delay="2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7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8" grpId="0" animBg="1">
        <p:tmplLst>
          <p:tmpl>
            <p:tnLst>
              <p:par>
                <p:cTn presetID="10" presetClass="entr" presetSubtype="0" fill="hold" nodeType="withEffect">
                  <p:stCondLst>
                    <p:cond delay="2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9" grpId="0">
        <p:tmplLst>
          <p:tmpl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7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0" grpId="0">
        <p:tmplLst>
          <p:tmpl>
            <p:tnLst>
              <p:par>
                <p:cTn presetID="10" presetClass="entr" presetSubtype="0" fill="hold" nodeType="withEffect">
                  <p:stCondLst>
                    <p:cond delay="1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8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1" grpId="0">
        <p:tmplLst>
          <p:tmpl>
            <p:tnLst>
              <p:par>
                <p:cTn presetID="10" presetClass="entr" presetSubtype="0" fill="hold" nodeType="withEffect">
                  <p:stCondLst>
                    <p:cond delay="2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8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2" grpId="0">
        <p:tmplLst>
          <p:tmpl>
            <p:tnLst>
              <p:par>
                <p:cTn presetID="10" presetClass="entr" presetSubtype="0" fill="hold" nodeType="withEffect">
                  <p:stCondLst>
                    <p:cond delay="2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8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0" grpId="0" animBg="1">
        <p:tmplLst>
          <p:tmpl>
            <p:tnLst>
              <p:par>
                <p:cTn presetID="2" presetClass="entr" presetSubtype="8" decel="100000" fill="hold" nodeType="withEffect">
                  <p:stCondLst>
                    <p:cond delay="6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1" grpId="0" animBg="1">
        <p:tmplLst>
          <p:tmpl>
            <p:tnLst>
              <p:par>
                <p:cTn presetID="2" presetClass="entr" presetSubtype="8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2" grpId="0" animBg="1">
        <p:tmplLst>
          <p:tmpl>
            <p:tnLst>
              <p:par>
                <p:cTn presetID="2" presetClass="entr" presetSubtype="8" decel="10000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3" grpId="0" animBg="1">
        <p:tmplLst>
          <p:tmpl>
            <p:tnLst>
              <p:par>
                <p:cTn presetID="2" presetClass="entr" presetSubtype="8" decel="100000" fill="hold" nodeType="withEffect">
                  <p:stCondLst>
                    <p:cond delay="10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4" grpId="0" animBg="1">
        <p:tmplLst>
          <p:tmpl>
            <p:tnLst>
              <p:par>
                <p:cTn presetID="2" presetClass="entr" presetSubtype="8" decel="100000" fill="hold" nodeType="withEffect">
                  <p:stCondLst>
                    <p:cond delay="1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5" grpId="0" animBg="1">
        <p:tmplLst>
          <p:tmpl>
            <p:tnLst>
              <p:par>
                <p:cTn presetID="2" presetClass="entr" presetSubtype="8" decel="100000" fill="hold" nodeType="withEffect">
                  <p:stCondLst>
                    <p:cond delay="1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HOTO + TEXT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jdelijke aanduiding voor afbeelding 16">
            <a:extLst>
              <a:ext uri="{FF2B5EF4-FFF2-40B4-BE49-F238E27FC236}">
                <a16:creationId xmlns:a16="http://schemas.microsoft.com/office/drawing/2014/main" id="{A069FBBC-87BA-4F45-9AAA-DB41BB7BADD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3674615"/>
          </a:xfrm>
          <a:solidFill>
            <a:schemeClr val="bg1">
              <a:lumMod val="95000"/>
            </a:schemeClr>
          </a:solidFill>
        </p:spPr>
        <p:txBody>
          <a:bodyPr lIns="360000" tIns="0" rIns="36000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24829" y="3293904"/>
            <a:ext cx="10742342" cy="2854484"/>
          </a:xfrm>
          <a:solidFill>
            <a:schemeClr val="bg1"/>
          </a:solidFill>
          <a:effectLst>
            <a:outerShdw blurRad="1016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lIns="324000" tIns="288000" rIns="324000" bIns="180000" numCol="2" spcCol="36000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/>
            </a:lvl5pPr>
            <a:lvl6pPr>
              <a:defRPr/>
            </a:lvl6pPr>
            <a:lvl7pPr>
              <a:defRPr sz="1600"/>
            </a:lvl7pPr>
            <a:lvl8pPr>
              <a:defRPr sz="1400"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b="1" i="0" u="none" cap="all" baseline="0" noProof="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PHOTO + TEXT (M)</a:t>
            </a:r>
          </a:p>
        </p:txBody>
      </p:sp>
      <p:sp>
        <p:nvSpPr>
          <p:cNvPr id="78" name="Tijdelijke aanduiding voor tekst 12">
            <a:extLst>
              <a:ext uri="{FF2B5EF4-FFF2-40B4-BE49-F238E27FC236}">
                <a16:creationId xmlns:a16="http://schemas.microsoft.com/office/drawing/2014/main" id="{1C5E0CD9-7591-4B82-8F39-8DABC5704A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8678514-C7AA-4AF8-A079-D58C91C7B0E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381751" y="6424534"/>
            <a:ext cx="270000" cy="154868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0" name="Tijdelijke aanduiding voor tekst 17">
            <a:extLst>
              <a:ext uri="{FF2B5EF4-FFF2-40B4-BE49-F238E27FC236}">
                <a16:creationId xmlns:a16="http://schemas.microsoft.com/office/drawing/2014/main" id="{9A179F21-2DB0-4CF8-981B-B8DE3E80E7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661" y="6424534"/>
            <a:ext cx="3238414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44" name="Tijdelijke aanduiding voor tekst 17">
            <a:extLst>
              <a:ext uri="{FF2B5EF4-FFF2-40B4-BE49-F238E27FC236}">
                <a16:creationId xmlns:a16="http://schemas.microsoft.com/office/drawing/2014/main" id="{06E19544-658B-4679-AC09-AAB8AD2C9E4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97362" y="6424534"/>
            <a:ext cx="3597805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D8E5B480-BA61-4884-8A5D-3130454C1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977" y="373978"/>
            <a:ext cx="8695889" cy="234000"/>
          </a:xfrm>
        </p:spPr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grpSp>
        <p:nvGrpSpPr>
          <p:cNvPr id="149" name="INSTRUCTION">
            <a:extLst>
              <a:ext uri="{FF2B5EF4-FFF2-40B4-BE49-F238E27FC236}">
                <a16:creationId xmlns:a16="http://schemas.microsoft.com/office/drawing/2014/main" id="{7668A99F-7F71-4499-9DAD-B2AE74CB94D2}"/>
              </a:ext>
            </a:extLst>
          </p:cNvPr>
          <p:cNvGrpSpPr/>
          <p:nvPr userDrawn="1"/>
        </p:nvGrpSpPr>
        <p:grpSpPr>
          <a:xfrm>
            <a:off x="12377595" y="1"/>
            <a:ext cx="3693386" cy="5084661"/>
            <a:chOff x="-3786437" y="1"/>
            <a:chExt cx="3693386" cy="5084661"/>
          </a:xfrm>
        </p:grpSpPr>
        <p:sp>
          <p:nvSpPr>
            <p:cNvPr id="150" name="Rechthoek 149">
              <a:extLst>
                <a:ext uri="{FF2B5EF4-FFF2-40B4-BE49-F238E27FC236}">
                  <a16:creationId xmlns:a16="http://schemas.microsoft.com/office/drawing/2014/main" id="{E6367463-530F-48F9-88A8-E0373F4B1541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43692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1" name="Rechthoek 150">
              <a:extLst>
                <a:ext uri="{FF2B5EF4-FFF2-40B4-BE49-F238E27FC236}">
                  <a16:creationId xmlns:a16="http://schemas.microsoft.com/office/drawing/2014/main" id="{D0F88800-108B-4104-92C1-857EF646CE16}"/>
                </a:ext>
              </a:extLst>
            </p:cNvPr>
            <p:cNvSpPr/>
            <p:nvPr userDrawn="1"/>
          </p:nvSpPr>
          <p:spPr>
            <a:xfrm>
              <a:off x="-3786437" y="425666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52" name="Ovaal 151">
              <a:extLst>
                <a:ext uri="{FF2B5EF4-FFF2-40B4-BE49-F238E27FC236}">
                  <a16:creationId xmlns:a16="http://schemas.microsoft.com/office/drawing/2014/main" id="{ED8BEBDF-45E7-4436-9299-2435BEA19D8D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3" name="Rechthoek 152">
              <a:extLst>
                <a:ext uri="{FF2B5EF4-FFF2-40B4-BE49-F238E27FC236}">
                  <a16:creationId xmlns:a16="http://schemas.microsoft.com/office/drawing/2014/main" id="{BE711A10-684D-4E08-B790-3C982FA86181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4" name="Groep 153">
              <a:extLst>
                <a:ext uri="{FF2B5EF4-FFF2-40B4-BE49-F238E27FC236}">
                  <a16:creationId xmlns:a16="http://schemas.microsoft.com/office/drawing/2014/main" id="{9FCD1AB6-5A5B-4C08-B0F7-A61F90F8FD64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83" name="Rechthoek 182">
                <a:extLst>
                  <a:ext uri="{FF2B5EF4-FFF2-40B4-BE49-F238E27FC236}">
                    <a16:creationId xmlns:a16="http://schemas.microsoft.com/office/drawing/2014/main" id="{BD40C02C-159D-4BA3-B199-CD579B1C884D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4" name="Ovaal 183">
                <a:extLst>
                  <a:ext uri="{FF2B5EF4-FFF2-40B4-BE49-F238E27FC236}">
                    <a16:creationId xmlns:a16="http://schemas.microsoft.com/office/drawing/2014/main" id="{02B80073-0D51-4243-9A34-3B34E75ED3E1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5" name="Vrije vorm: vorm 184">
                <a:extLst>
                  <a:ext uri="{FF2B5EF4-FFF2-40B4-BE49-F238E27FC236}">
                    <a16:creationId xmlns:a16="http://schemas.microsoft.com/office/drawing/2014/main" id="{867FE117-CE45-4ADA-9321-D17DF91153CB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6" name="Rechthoek: afgeronde hoeken 185">
                <a:extLst>
                  <a:ext uri="{FF2B5EF4-FFF2-40B4-BE49-F238E27FC236}">
                    <a16:creationId xmlns:a16="http://schemas.microsoft.com/office/drawing/2014/main" id="{6FD05196-69A5-4C63-933C-C36E62DA49B6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87" name="Rechte verbindingslijn 186">
                <a:extLst>
                  <a:ext uri="{FF2B5EF4-FFF2-40B4-BE49-F238E27FC236}">
                    <a16:creationId xmlns:a16="http://schemas.microsoft.com/office/drawing/2014/main" id="{05C7C58D-D040-4B3C-ABBB-73E2CBB4F88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8" name="Rechte verbindingslijn 187">
                <a:extLst>
                  <a:ext uri="{FF2B5EF4-FFF2-40B4-BE49-F238E27FC236}">
                    <a16:creationId xmlns:a16="http://schemas.microsoft.com/office/drawing/2014/main" id="{7F9E503C-04C6-4480-A712-EF6D2085A5BC}"/>
                  </a:ext>
                </a:extLst>
              </p:cNvPr>
              <p:cNvCxnSpPr>
                <a:cxnSpLocks/>
                <a:stCxn id="186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55" name="Ovaal 154">
              <a:extLst>
                <a:ext uri="{FF2B5EF4-FFF2-40B4-BE49-F238E27FC236}">
                  <a16:creationId xmlns:a16="http://schemas.microsoft.com/office/drawing/2014/main" id="{6EBA6BFB-6223-46E6-8DF7-BFAF0F46B819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6" name="Rechthoek 155">
              <a:extLst>
                <a:ext uri="{FF2B5EF4-FFF2-40B4-BE49-F238E27FC236}">
                  <a16:creationId xmlns:a16="http://schemas.microsoft.com/office/drawing/2014/main" id="{484EBA82-981E-4DDC-8DCF-C3DDE2855FED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7" name="Groep 156">
              <a:extLst>
                <a:ext uri="{FF2B5EF4-FFF2-40B4-BE49-F238E27FC236}">
                  <a16:creationId xmlns:a16="http://schemas.microsoft.com/office/drawing/2014/main" id="{C42EC0B6-C117-4006-ACB7-FB65B8173B27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80" name="Rechthoek 179">
                <a:extLst>
                  <a:ext uri="{FF2B5EF4-FFF2-40B4-BE49-F238E27FC236}">
                    <a16:creationId xmlns:a16="http://schemas.microsoft.com/office/drawing/2014/main" id="{0D04F057-75A1-428D-88AC-DEC9BCB6DCB3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81" name="Rechte verbindingslijn 180">
                <a:extLst>
                  <a:ext uri="{FF2B5EF4-FFF2-40B4-BE49-F238E27FC236}">
                    <a16:creationId xmlns:a16="http://schemas.microsoft.com/office/drawing/2014/main" id="{F8092C83-B6CA-4241-ABD8-4D3F010050FF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82" name="Gelijkbenige driehoek 181">
                <a:extLst>
                  <a:ext uri="{FF2B5EF4-FFF2-40B4-BE49-F238E27FC236}">
                    <a16:creationId xmlns:a16="http://schemas.microsoft.com/office/drawing/2014/main" id="{BB60641B-8216-42D1-BCA3-26564AE5CA1A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8" name="Ovaal 157">
              <a:extLst>
                <a:ext uri="{FF2B5EF4-FFF2-40B4-BE49-F238E27FC236}">
                  <a16:creationId xmlns:a16="http://schemas.microsoft.com/office/drawing/2014/main" id="{68ADE0B5-0893-4A79-B515-FE53C4DAFA58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6E0FB277-8086-4C09-8AA4-192AB17A6CB0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79034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60" name="Groep 159">
              <a:extLst>
                <a:ext uri="{FF2B5EF4-FFF2-40B4-BE49-F238E27FC236}">
                  <a16:creationId xmlns:a16="http://schemas.microsoft.com/office/drawing/2014/main" id="{14D6989A-1CE4-44CB-9447-3C37E0C89A60}"/>
                </a:ext>
              </a:extLst>
            </p:cNvPr>
            <p:cNvGrpSpPr/>
            <p:nvPr userDrawn="1"/>
          </p:nvGrpSpPr>
          <p:grpSpPr>
            <a:xfrm>
              <a:off x="-3441613" y="3457758"/>
              <a:ext cx="622283" cy="612920"/>
              <a:chOff x="12617641" y="3403239"/>
              <a:chExt cx="752963" cy="741634"/>
            </a:xfrm>
          </p:grpSpPr>
          <p:grpSp>
            <p:nvGrpSpPr>
              <p:cNvPr id="164" name="Groep 163">
                <a:extLst>
                  <a:ext uri="{FF2B5EF4-FFF2-40B4-BE49-F238E27FC236}">
                    <a16:creationId xmlns:a16="http://schemas.microsoft.com/office/drawing/2014/main" id="{C836DAC7-1705-49D1-9373-13145168BF22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67" name="Groep 166">
                  <a:extLst>
                    <a:ext uri="{FF2B5EF4-FFF2-40B4-BE49-F238E27FC236}">
                      <a16:creationId xmlns:a16="http://schemas.microsoft.com/office/drawing/2014/main" id="{2E350CEB-054C-4588-B500-5CA9FD1F79F2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74" name="Groep 173">
                    <a:extLst>
                      <a:ext uri="{FF2B5EF4-FFF2-40B4-BE49-F238E27FC236}">
                        <a16:creationId xmlns:a16="http://schemas.microsoft.com/office/drawing/2014/main" id="{B1ECBB91-0918-4A85-A654-0A4D28E920E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77" name="Rechthoek 176">
                      <a:extLst>
                        <a:ext uri="{FF2B5EF4-FFF2-40B4-BE49-F238E27FC236}">
                          <a16:creationId xmlns:a16="http://schemas.microsoft.com/office/drawing/2014/main" id="{63F6443E-204B-4E55-A63D-ED76C417333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78" name="Rechthoek 177">
                      <a:extLst>
                        <a:ext uri="{FF2B5EF4-FFF2-40B4-BE49-F238E27FC236}">
                          <a16:creationId xmlns:a16="http://schemas.microsoft.com/office/drawing/2014/main" id="{53BCC528-90FE-4CEE-8F67-E125D8AE078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79" name="Ovaal 178">
                      <a:extLst>
                        <a:ext uri="{FF2B5EF4-FFF2-40B4-BE49-F238E27FC236}">
                          <a16:creationId xmlns:a16="http://schemas.microsoft.com/office/drawing/2014/main" id="{22345CDB-DE6A-4209-A924-8E7422D098E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75" name="Afbeelding 174">
                    <a:extLst>
                      <a:ext uri="{FF2B5EF4-FFF2-40B4-BE49-F238E27FC236}">
                        <a16:creationId xmlns:a16="http://schemas.microsoft.com/office/drawing/2014/main" id="{87EE6432-C521-4426-8D93-3FE4B3FFA31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76" name="Afbeelding 175">
                    <a:extLst>
                      <a:ext uri="{FF2B5EF4-FFF2-40B4-BE49-F238E27FC236}">
                        <a16:creationId xmlns:a16="http://schemas.microsoft.com/office/drawing/2014/main" id="{39E8962C-C3D4-488F-AD58-17AF9CD8A27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68" name="Groep 167">
                  <a:extLst>
                    <a:ext uri="{FF2B5EF4-FFF2-40B4-BE49-F238E27FC236}">
                      <a16:creationId xmlns:a16="http://schemas.microsoft.com/office/drawing/2014/main" id="{11734586-7F8A-4995-870F-91A3607A9DB4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72" name="Rechthoek 171">
                    <a:extLst>
                      <a:ext uri="{FF2B5EF4-FFF2-40B4-BE49-F238E27FC236}">
                        <a16:creationId xmlns:a16="http://schemas.microsoft.com/office/drawing/2014/main" id="{3EC0E415-FBD8-4DD7-AC94-D80B6542B2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73" name="Rechthoek 172">
                    <a:extLst>
                      <a:ext uri="{FF2B5EF4-FFF2-40B4-BE49-F238E27FC236}">
                        <a16:creationId xmlns:a16="http://schemas.microsoft.com/office/drawing/2014/main" id="{705AA7FA-7182-4B1E-9F6B-D98C0D1A6BF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69" name="Groep 168">
                  <a:extLst>
                    <a:ext uri="{FF2B5EF4-FFF2-40B4-BE49-F238E27FC236}">
                      <a16:creationId xmlns:a16="http://schemas.microsoft.com/office/drawing/2014/main" id="{599BE5AF-792F-4FFF-AF48-CC34E3E07D7A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70" name="Rechthoek 169">
                    <a:extLst>
                      <a:ext uri="{FF2B5EF4-FFF2-40B4-BE49-F238E27FC236}">
                        <a16:creationId xmlns:a16="http://schemas.microsoft.com/office/drawing/2014/main" id="{D7A213C0-53E5-4A17-8BFB-F9E76FBE198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71" name="Rechthoek 170">
                    <a:extLst>
                      <a:ext uri="{FF2B5EF4-FFF2-40B4-BE49-F238E27FC236}">
                        <a16:creationId xmlns:a16="http://schemas.microsoft.com/office/drawing/2014/main" id="{A8699246-AEE3-4856-A789-BFB1B205C65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FA4DACB3-E2FB-41B8-9055-65A1D8EB09E7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66" name="Gelijkbenige driehoek 165">
                <a:extLst>
                  <a:ext uri="{FF2B5EF4-FFF2-40B4-BE49-F238E27FC236}">
                    <a16:creationId xmlns:a16="http://schemas.microsoft.com/office/drawing/2014/main" id="{FB916EC9-5D54-4DA5-82FC-5484DDCB9191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1" name="ICOON_info">
              <a:extLst>
                <a:ext uri="{FF2B5EF4-FFF2-40B4-BE49-F238E27FC236}">
                  <a16:creationId xmlns:a16="http://schemas.microsoft.com/office/drawing/2014/main" id="{45D1BF24-48DD-40E9-B698-8E55F8089C2D}"/>
                </a:ext>
              </a:extLst>
            </p:cNvPr>
            <p:cNvGrpSpPr/>
            <p:nvPr userDrawn="1"/>
          </p:nvGrpSpPr>
          <p:grpSpPr>
            <a:xfrm>
              <a:off x="-376736" y="4085613"/>
              <a:ext cx="283685" cy="283685"/>
              <a:chOff x="-510741" y="5913713"/>
              <a:chExt cx="267555" cy="267555"/>
            </a:xfrm>
          </p:grpSpPr>
          <p:sp>
            <p:nvSpPr>
              <p:cNvPr id="162" name="Ovaal 161">
                <a:extLst>
                  <a:ext uri="{FF2B5EF4-FFF2-40B4-BE49-F238E27FC236}">
                    <a16:creationId xmlns:a16="http://schemas.microsoft.com/office/drawing/2014/main" id="{48F47CB1-6E63-4489-AFEC-066CE72E42F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3" name="Graphic 163" descr="Informatie">
                <a:extLst>
                  <a:ext uri="{FF2B5EF4-FFF2-40B4-BE49-F238E27FC236}">
                    <a16:creationId xmlns:a16="http://schemas.microsoft.com/office/drawing/2014/main" id="{911EB3BF-7FE8-4CE6-B871-52B9ECE15A1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19" name="Tijdelijke aanduiding voor tekst 153">
            <a:extLst>
              <a:ext uri="{FF2B5EF4-FFF2-40B4-BE49-F238E27FC236}">
                <a16:creationId xmlns:a16="http://schemas.microsoft.com/office/drawing/2014/main" id="{7D2003AA-6B7E-44F4-A228-658981A14C64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0060781" y="373978"/>
            <a:ext cx="1600993" cy="540000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t="1766" b="1766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2" name="Tijdelijke aanduiding voor tekst 150">
            <a:extLst>
              <a:ext uri="{FF2B5EF4-FFF2-40B4-BE49-F238E27FC236}">
                <a16:creationId xmlns:a16="http://schemas.microsoft.com/office/drawing/2014/main" id="{29143352-AC04-492B-9499-22A71718BED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8638" y="373978"/>
            <a:ext cx="72000" cy="756000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f</a:t>
            </a:r>
          </a:p>
        </p:txBody>
      </p:sp>
      <p:grpSp>
        <p:nvGrpSpPr>
          <p:cNvPr id="112" name="INSTRUCTION">
            <a:extLst>
              <a:ext uri="{FF2B5EF4-FFF2-40B4-BE49-F238E27FC236}">
                <a16:creationId xmlns:a16="http://schemas.microsoft.com/office/drawing/2014/main" id="{8E98BAD8-06B3-48C7-BCE9-9FE0F679394C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13" name="Rechthoek 112">
              <a:extLst>
                <a:ext uri="{FF2B5EF4-FFF2-40B4-BE49-F238E27FC236}">
                  <a16:creationId xmlns:a16="http://schemas.microsoft.com/office/drawing/2014/main" id="{D64B3874-90BC-4B66-8569-A67500BB6712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14" name="Ovaal 113">
              <a:extLst>
                <a:ext uri="{FF2B5EF4-FFF2-40B4-BE49-F238E27FC236}">
                  <a16:creationId xmlns:a16="http://schemas.microsoft.com/office/drawing/2014/main" id="{660C5057-CA1F-439E-8A52-B682D7F240DF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C6EB80BF-FB48-445A-BE13-E95FD0544B55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>
                    <a:lumMod val="75000"/>
                  </a:schemeClr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16" name="Ovaal 115">
              <a:extLst>
                <a:ext uri="{FF2B5EF4-FFF2-40B4-BE49-F238E27FC236}">
                  <a16:creationId xmlns:a16="http://schemas.microsoft.com/office/drawing/2014/main" id="{AD645EB1-C9F7-452D-A4F0-A242220C8B1C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C5DE27BB-FF71-4515-8BD3-3C3EA5D0D880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18" name="Ovaal 117">
              <a:extLst>
                <a:ext uri="{FF2B5EF4-FFF2-40B4-BE49-F238E27FC236}">
                  <a16:creationId xmlns:a16="http://schemas.microsoft.com/office/drawing/2014/main" id="{E4EE3D3D-AD9A-4138-84CB-F12473517AFD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D1F0F6FF-21BD-49A5-AEF6-B08BD0C71BDB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21" name="Ovaal 120">
              <a:extLst>
                <a:ext uri="{FF2B5EF4-FFF2-40B4-BE49-F238E27FC236}">
                  <a16:creationId xmlns:a16="http://schemas.microsoft.com/office/drawing/2014/main" id="{8E21EECF-A1F1-4F80-BF12-8C9ADB15CC82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7421CCC5-CEF2-454C-8CD4-CD5762AB4AA8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24" name="Ovaal 123">
              <a:extLst>
                <a:ext uri="{FF2B5EF4-FFF2-40B4-BE49-F238E27FC236}">
                  <a16:creationId xmlns:a16="http://schemas.microsoft.com/office/drawing/2014/main" id="{E0589EBB-4B68-4D95-A678-8284E851E74D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25" name="Ovaal 124">
              <a:extLst>
                <a:ext uri="{FF2B5EF4-FFF2-40B4-BE49-F238E27FC236}">
                  <a16:creationId xmlns:a16="http://schemas.microsoft.com/office/drawing/2014/main" id="{9A003D26-AA59-40ED-A5E4-5FA2A815D75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5DEFA3B4-42D6-4139-9897-5CBC0C400B27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2776AEF6-D3CD-40C7-A758-01163F8B1485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128" name="ICOON_info">
              <a:extLst>
                <a:ext uri="{FF2B5EF4-FFF2-40B4-BE49-F238E27FC236}">
                  <a16:creationId xmlns:a16="http://schemas.microsoft.com/office/drawing/2014/main" id="{DE825FF1-9565-482D-AFAC-CFE46775CADD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70" name="Ovaal 269">
                <a:extLst>
                  <a:ext uri="{FF2B5EF4-FFF2-40B4-BE49-F238E27FC236}">
                    <a16:creationId xmlns:a16="http://schemas.microsoft.com/office/drawing/2014/main" id="{8B65A94C-031C-4E42-B5AA-333E8830798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1" name="Graphic 163" descr="Informatie">
                <a:extLst>
                  <a:ext uri="{FF2B5EF4-FFF2-40B4-BE49-F238E27FC236}">
                    <a16:creationId xmlns:a16="http://schemas.microsoft.com/office/drawing/2014/main" id="{74A515CC-2982-4EA0-8391-1728BF49B590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29" name="VOORBEELD">
              <a:extLst>
                <a:ext uri="{FF2B5EF4-FFF2-40B4-BE49-F238E27FC236}">
                  <a16:creationId xmlns:a16="http://schemas.microsoft.com/office/drawing/2014/main" id="{11C0A605-416A-414A-B06D-811D0C6FAD39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30" name="Rechthoek 129">
                <a:extLst>
                  <a:ext uri="{FF2B5EF4-FFF2-40B4-BE49-F238E27FC236}">
                    <a16:creationId xmlns:a16="http://schemas.microsoft.com/office/drawing/2014/main" id="{D9114915-E2E8-437B-85BB-FDB3C7749041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AE8CD4AE-A52C-4120-BD43-0182A01478F8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2" name="Groep 131">
                <a:extLst>
                  <a:ext uri="{FF2B5EF4-FFF2-40B4-BE49-F238E27FC236}">
                    <a16:creationId xmlns:a16="http://schemas.microsoft.com/office/drawing/2014/main" id="{E534CC48-2E68-490D-889F-1E09CDAC8434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63" name="Groep 262">
                  <a:extLst>
                    <a:ext uri="{FF2B5EF4-FFF2-40B4-BE49-F238E27FC236}">
                      <a16:creationId xmlns:a16="http://schemas.microsoft.com/office/drawing/2014/main" id="{31CF55F6-1859-48AC-A55C-AC08267E439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65" name="Rechte verbindingslijn 264">
                    <a:extLst>
                      <a:ext uri="{FF2B5EF4-FFF2-40B4-BE49-F238E27FC236}">
                        <a16:creationId xmlns:a16="http://schemas.microsoft.com/office/drawing/2014/main" id="{0848308C-812A-409D-ADF7-AFE4C7C5B16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6" name="Rechte verbindingslijn 265">
                    <a:extLst>
                      <a:ext uri="{FF2B5EF4-FFF2-40B4-BE49-F238E27FC236}">
                        <a16:creationId xmlns:a16="http://schemas.microsoft.com/office/drawing/2014/main" id="{EAB84836-A30B-4461-8B44-B5B0F9E5265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7" name="Rechte verbindingslijn 266">
                    <a:extLst>
                      <a:ext uri="{FF2B5EF4-FFF2-40B4-BE49-F238E27FC236}">
                        <a16:creationId xmlns:a16="http://schemas.microsoft.com/office/drawing/2014/main" id="{B468B9DE-E8A3-4AEA-A969-AC49F414FAB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8" name="Rechte verbindingslijn 267">
                    <a:extLst>
                      <a:ext uri="{FF2B5EF4-FFF2-40B4-BE49-F238E27FC236}">
                        <a16:creationId xmlns:a16="http://schemas.microsoft.com/office/drawing/2014/main" id="{99011E49-D9CA-4D3A-988B-330258F031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9" name="Rechte verbindingslijn 268">
                    <a:extLst>
                      <a:ext uri="{FF2B5EF4-FFF2-40B4-BE49-F238E27FC236}">
                        <a16:creationId xmlns:a16="http://schemas.microsoft.com/office/drawing/2014/main" id="{2FB3BB37-9653-4E62-9481-98F05A256E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64" name="Pijl: rechts 263">
                  <a:extLst>
                    <a:ext uri="{FF2B5EF4-FFF2-40B4-BE49-F238E27FC236}">
                      <a16:creationId xmlns:a16="http://schemas.microsoft.com/office/drawing/2014/main" id="{9C90348B-76A3-4D82-A0B3-CE1C80BDAFE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FC375B6A-4A85-47E6-A1BA-D8E76BE38734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56" name="Groep 255">
                  <a:extLst>
                    <a:ext uri="{FF2B5EF4-FFF2-40B4-BE49-F238E27FC236}">
                      <a16:creationId xmlns:a16="http://schemas.microsoft.com/office/drawing/2014/main" id="{872D7A14-2609-469E-8773-5FBDC01B93F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58" name="Rechte verbindingslijn 257">
                    <a:extLst>
                      <a:ext uri="{FF2B5EF4-FFF2-40B4-BE49-F238E27FC236}">
                        <a16:creationId xmlns:a16="http://schemas.microsoft.com/office/drawing/2014/main" id="{ED4A80EC-2C02-46CF-9E56-081710129EC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9" name="Rechte verbindingslijn 258">
                    <a:extLst>
                      <a:ext uri="{FF2B5EF4-FFF2-40B4-BE49-F238E27FC236}">
                        <a16:creationId xmlns:a16="http://schemas.microsoft.com/office/drawing/2014/main" id="{9EF6ABE8-BBE6-4171-9B34-D3D388070E9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0" name="Rechte verbindingslijn 259">
                    <a:extLst>
                      <a:ext uri="{FF2B5EF4-FFF2-40B4-BE49-F238E27FC236}">
                        <a16:creationId xmlns:a16="http://schemas.microsoft.com/office/drawing/2014/main" id="{99157E24-2A09-4FEB-8153-74F3205431E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1" name="Rechte verbindingslijn 260">
                    <a:extLst>
                      <a:ext uri="{FF2B5EF4-FFF2-40B4-BE49-F238E27FC236}">
                        <a16:creationId xmlns:a16="http://schemas.microsoft.com/office/drawing/2014/main" id="{64C151A5-3E27-4E24-9CDC-16AEB1E7FE3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2" name="Rechte verbindingslijn 261">
                    <a:extLst>
                      <a:ext uri="{FF2B5EF4-FFF2-40B4-BE49-F238E27FC236}">
                        <a16:creationId xmlns:a16="http://schemas.microsoft.com/office/drawing/2014/main" id="{6A659F1F-3499-4D26-95CF-54A37895365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57" name="Pijl: rechts 256">
                  <a:extLst>
                    <a:ext uri="{FF2B5EF4-FFF2-40B4-BE49-F238E27FC236}">
                      <a16:creationId xmlns:a16="http://schemas.microsoft.com/office/drawing/2014/main" id="{0766E1A8-9014-4B8A-835C-B30DE7F4C41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45D62361-D580-4924-AE47-0CDF8A7DC27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35" name="Rechte verbindingslijn 134">
                <a:extLst>
                  <a:ext uri="{FF2B5EF4-FFF2-40B4-BE49-F238E27FC236}">
                    <a16:creationId xmlns:a16="http://schemas.microsoft.com/office/drawing/2014/main" id="{380142CE-2D6A-4592-8D0B-122EF713A33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36" name="Rechthoek 135">
                <a:extLst>
                  <a:ext uri="{FF2B5EF4-FFF2-40B4-BE49-F238E27FC236}">
                    <a16:creationId xmlns:a16="http://schemas.microsoft.com/office/drawing/2014/main" id="{6DFC2F44-98E5-4CFB-A021-77B2E6D4E264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F016ADA4-1F15-4ECF-BE3B-83314042DC9E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138" name="Groep 137">
                <a:extLst>
                  <a:ext uri="{FF2B5EF4-FFF2-40B4-BE49-F238E27FC236}">
                    <a16:creationId xmlns:a16="http://schemas.microsoft.com/office/drawing/2014/main" id="{40EAC886-BA29-43D0-A46F-2AF6F61A01B8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48" name="Rechthoek 247">
                  <a:extLst>
                    <a:ext uri="{FF2B5EF4-FFF2-40B4-BE49-F238E27FC236}">
                      <a16:creationId xmlns:a16="http://schemas.microsoft.com/office/drawing/2014/main" id="{20FA0A01-419B-41BB-8A11-266274E31B13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49" name="Groep 248">
                  <a:extLst>
                    <a:ext uri="{FF2B5EF4-FFF2-40B4-BE49-F238E27FC236}">
                      <a16:creationId xmlns:a16="http://schemas.microsoft.com/office/drawing/2014/main" id="{6B69DCEC-E312-446D-8F4C-247C701AB51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51" name="Rechte verbindingslijn 250">
                    <a:extLst>
                      <a:ext uri="{FF2B5EF4-FFF2-40B4-BE49-F238E27FC236}">
                        <a16:creationId xmlns:a16="http://schemas.microsoft.com/office/drawing/2014/main" id="{8DCAE821-DA1B-4F22-BC30-2AB53435363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2" name="Rechte verbindingslijn 251">
                    <a:extLst>
                      <a:ext uri="{FF2B5EF4-FFF2-40B4-BE49-F238E27FC236}">
                        <a16:creationId xmlns:a16="http://schemas.microsoft.com/office/drawing/2014/main" id="{369423E9-B100-451F-AC7B-E27AEA9E189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3" name="Rechte verbindingslijn 252">
                    <a:extLst>
                      <a:ext uri="{FF2B5EF4-FFF2-40B4-BE49-F238E27FC236}">
                        <a16:creationId xmlns:a16="http://schemas.microsoft.com/office/drawing/2014/main" id="{EA0350F7-BBE4-4FD1-A3D4-1D6648D876D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4" name="Rechte verbindingslijn 253">
                    <a:extLst>
                      <a:ext uri="{FF2B5EF4-FFF2-40B4-BE49-F238E27FC236}">
                        <a16:creationId xmlns:a16="http://schemas.microsoft.com/office/drawing/2014/main" id="{FAABC493-5BB0-4D32-A835-B5F35DEFF8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5" name="Rechte verbindingslijn 254">
                    <a:extLst>
                      <a:ext uri="{FF2B5EF4-FFF2-40B4-BE49-F238E27FC236}">
                        <a16:creationId xmlns:a16="http://schemas.microsoft.com/office/drawing/2014/main" id="{08323C05-F30D-4911-AD8E-060356B2D80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50" name="Pijl: rechts 249">
                  <a:extLst>
                    <a:ext uri="{FF2B5EF4-FFF2-40B4-BE49-F238E27FC236}">
                      <a16:creationId xmlns:a16="http://schemas.microsoft.com/office/drawing/2014/main" id="{68F117EC-DA57-415E-BA1E-C637C89DA20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9" name="Groep 138">
                <a:extLst>
                  <a:ext uri="{FF2B5EF4-FFF2-40B4-BE49-F238E27FC236}">
                    <a16:creationId xmlns:a16="http://schemas.microsoft.com/office/drawing/2014/main" id="{A1687160-21D4-476A-AFDF-7E485A382840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40" name="Rechthoek 139">
                  <a:extLst>
                    <a:ext uri="{FF2B5EF4-FFF2-40B4-BE49-F238E27FC236}">
                      <a16:creationId xmlns:a16="http://schemas.microsoft.com/office/drawing/2014/main" id="{BA8274AD-30BC-4EE1-B524-8DE0A7A4810D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41" name="Groep 140">
                  <a:extLst>
                    <a:ext uri="{FF2B5EF4-FFF2-40B4-BE49-F238E27FC236}">
                      <a16:creationId xmlns:a16="http://schemas.microsoft.com/office/drawing/2014/main" id="{8B17600D-FE78-4B30-91DE-A806DED096E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45" name="Rechte verbindingslijn 144">
                    <a:extLst>
                      <a:ext uri="{FF2B5EF4-FFF2-40B4-BE49-F238E27FC236}">
                        <a16:creationId xmlns:a16="http://schemas.microsoft.com/office/drawing/2014/main" id="{675E2724-172C-448B-92C5-ADE65E25126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6" name="Rechte verbindingslijn 145">
                    <a:extLst>
                      <a:ext uri="{FF2B5EF4-FFF2-40B4-BE49-F238E27FC236}">
                        <a16:creationId xmlns:a16="http://schemas.microsoft.com/office/drawing/2014/main" id="{AF18330A-AF1D-42A0-AF57-AD9356B10A1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7" name="Rechte verbindingslijn 146">
                    <a:extLst>
                      <a:ext uri="{FF2B5EF4-FFF2-40B4-BE49-F238E27FC236}">
                        <a16:creationId xmlns:a16="http://schemas.microsoft.com/office/drawing/2014/main" id="{7D28542A-6AA4-4FC1-811B-C077960ECA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8" name="Rechte verbindingslijn 147">
                    <a:extLst>
                      <a:ext uri="{FF2B5EF4-FFF2-40B4-BE49-F238E27FC236}">
                        <a16:creationId xmlns:a16="http://schemas.microsoft.com/office/drawing/2014/main" id="{3E31AA27-8001-4B38-8CB6-1A2BB7FD114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7" name="Rechte verbindingslijn 246">
                    <a:extLst>
                      <a:ext uri="{FF2B5EF4-FFF2-40B4-BE49-F238E27FC236}">
                        <a16:creationId xmlns:a16="http://schemas.microsoft.com/office/drawing/2014/main" id="{70D7D851-038B-4A86-A217-EBCFAD765FA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2" name="Pijl: rechts 141">
                  <a:extLst>
                    <a:ext uri="{FF2B5EF4-FFF2-40B4-BE49-F238E27FC236}">
                      <a16:creationId xmlns:a16="http://schemas.microsoft.com/office/drawing/2014/main" id="{F3A056A6-4343-4A76-87CF-3D820D651D2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2481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36661" y="1805651"/>
            <a:ext cx="11113017" cy="4495138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6C7C313A-00D7-48A9-9645-99F6A819CA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100" name="Rechthoek: afgeronde hoeken 99">
            <a:extLst>
              <a:ext uri="{FF2B5EF4-FFF2-40B4-BE49-F238E27FC236}">
                <a16:creationId xmlns:a16="http://schemas.microsoft.com/office/drawing/2014/main" id="{2A43200A-15B0-4F97-9E04-D3DB9BDED895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TEXT ONLY</a:t>
            </a:r>
          </a:p>
        </p:txBody>
      </p:sp>
      <p:sp>
        <p:nvSpPr>
          <p:cNvPr id="77" name="Tijdelijke aanduiding voor tekst 17">
            <a:extLst>
              <a:ext uri="{FF2B5EF4-FFF2-40B4-BE49-F238E27FC236}">
                <a16:creationId xmlns:a16="http://schemas.microsoft.com/office/drawing/2014/main" id="{ADB5C624-BFC2-4CEA-8498-672743FB77D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1" y="6424534"/>
            <a:ext cx="3240002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43" name="Tijdelijke aanduiding voor tekst 17">
            <a:extLst>
              <a:ext uri="{FF2B5EF4-FFF2-40B4-BE49-F238E27FC236}">
                <a16:creationId xmlns:a16="http://schemas.microsoft.com/office/drawing/2014/main" id="{631CBD78-C220-4701-B4C2-2ABD685608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00537" y="6424534"/>
            <a:ext cx="3595688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42C26337-57C9-404C-A027-AFE438D48D8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381751" y="6424534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52" name="INSTRUCTION">
            <a:extLst>
              <a:ext uri="{FF2B5EF4-FFF2-40B4-BE49-F238E27FC236}">
                <a16:creationId xmlns:a16="http://schemas.microsoft.com/office/drawing/2014/main" id="{B7AF26F8-5963-479E-A582-07F4292B14CA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53" name="Rechthoek 152">
              <a:extLst>
                <a:ext uri="{FF2B5EF4-FFF2-40B4-BE49-F238E27FC236}">
                  <a16:creationId xmlns:a16="http://schemas.microsoft.com/office/drawing/2014/main" id="{1445A0C1-2339-4E76-9588-63DA89E0232D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54" name="Ovaal 153">
              <a:extLst>
                <a:ext uri="{FF2B5EF4-FFF2-40B4-BE49-F238E27FC236}">
                  <a16:creationId xmlns:a16="http://schemas.microsoft.com/office/drawing/2014/main" id="{6CF72FD9-105C-4D77-8620-640D25260C0E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BFEBBC7E-F9D9-4D77-8E87-214CDB60EBEA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2526750E-A127-4D63-B0BB-A1052ABE626A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77C55FD1-30D2-4E1E-9AFE-3216C9CD703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9" name="Ovaal 158">
              <a:extLst>
                <a:ext uri="{FF2B5EF4-FFF2-40B4-BE49-F238E27FC236}">
                  <a16:creationId xmlns:a16="http://schemas.microsoft.com/office/drawing/2014/main" id="{7ADB2C55-A795-4FE9-A0D7-F35DCA02E954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1" name="Ovaal 160">
              <a:extLst>
                <a:ext uri="{FF2B5EF4-FFF2-40B4-BE49-F238E27FC236}">
                  <a16:creationId xmlns:a16="http://schemas.microsoft.com/office/drawing/2014/main" id="{236BDF71-44A6-432B-8280-186B8F08FC16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3" name="Ovaal 162">
              <a:extLst>
                <a:ext uri="{FF2B5EF4-FFF2-40B4-BE49-F238E27FC236}">
                  <a16:creationId xmlns:a16="http://schemas.microsoft.com/office/drawing/2014/main" id="{8528E6AB-4EE7-4DFE-BD58-4C162A8EF566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65" name="Ovaal 164">
              <a:extLst>
                <a:ext uri="{FF2B5EF4-FFF2-40B4-BE49-F238E27FC236}">
                  <a16:creationId xmlns:a16="http://schemas.microsoft.com/office/drawing/2014/main" id="{2161A396-EEE3-4D9F-ACAF-AD3CFBC8E31E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67" name="Ovaal 166">
              <a:extLst>
                <a:ext uri="{FF2B5EF4-FFF2-40B4-BE49-F238E27FC236}">
                  <a16:creationId xmlns:a16="http://schemas.microsoft.com/office/drawing/2014/main" id="{45310631-703B-4F2B-8268-CB81BE7519AB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69" name="Ovaal 168">
              <a:extLst>
                <a:ext uri="{FF2B5EF4-FFF2-40B4-BE49-F238E27FC236}">
                  <a16:creationId xmlns:a16="http://schemas.microsoft.com/office/drawing/2014/main" id="{13156666-33F8-4521-96A2-8C7A36E70762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71" name="Ovaal 170">
              <a:extLst>
                <a:ext uri="{FF2B5EF4-FFF2-40B4-BE49-F238E27FC236}">
                  <a16:creationId xmlns:a16="http://schemas.microsoft.com/office/drawing/2014/main" id="{EAC378F7-08E6-4647-80B6-CE78B643D535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73" name="Rechthoek 172">
              <a:extLst>
                <a:ext uri="{FF2B5EF4-FFF2-40B4-BE49-F238E27FC236}">
                  <a16:creationId xmlns:a16="http://schemas.microsoft.com/office/drawing/2014/main" id="{1950237F-9822-4283-8B0B-7A67363BE16C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174" name="ICOON_info">
              <a:extLst>
                <a:ext uri="{FF2B5EF4-FFF2-40B4-BE49-F238E27FC236}">
                  <a16:creationId xmlns:a16="http://schemas.microsoft.com/office/drawing/2014/main" id="{FE870F3B-85F4-49B3-984A-ECB08AF0CB97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16" name="Ovaal 215">
                <a:extLst>
                  <a:ext uri="{FF2B5EF4-FFF2-40B4-BE49-F238E27FC236}">
                    <a16:creationId xmlns:a16="http://schemas.microsoft.com/office/drawing/2014/main" id="{03EC5683-4C23-4E60-BF12-9A2769EB6FEB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7" name="Graphic 163" descr="Informatie">
                <a:extLst>
                  <a:ext uri="{FF2B5EF4-FFF2-40B4-BE49-F238E27FC236}">
                    <a16:creationId xmlns:a16="http://schemas.microsoft.com/office/drawing/2014/main" id="{652EE3C4-37D5-4EB8-85F3-EE0A054709DA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75" name="VOORBEELD">
              <a:extLst>
                <a:ext uri="{FF2B5EF4-FFF2-40B4-BE49-F238E27FC236}">
                  <a16:creationId xmlns:a16="http://schemas.microsoft.com/office/drawing/2014/main" id="{BF143C5E-CFF7-46B8-8757-CC1FCC035B8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76" name="Rechthoek 175">
                <a:extLst>
                  <a:ext uri="{FF2B5EF4-FFF2-40B4-BE49-F238E27FC236}">
                    <a16:creationId xmlns:a16="http://schemas.microsoft.com/office/drawing/2014/main" id="{42576A98-C700-4198-B480-FED355E05B4D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E01B0738-8D17-4F87-AC65-B432D646660C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78" name="Groep 177">
                <a:extLst>
                  <a:ext uri="{FF2B5EF4-FFF2-40B4-BE49-F238E27FC236}">
                    <a16:creationId xmlns:a16="http://schemas.microsoft.com/office/drawing/2014/main" id="{F341EB7F-602B-414E-9EF2-B4FEBD6E05F0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09" name="Groep 208">
                  <a:extLst>
                    <a:ext uri="{FF2B5EF4-FFF2-40B4-BE49-F238E27FC236}">
                      <a16:creationId xmlns:a16="http://schemas.microsoft.com/office/drawing/2014/main" id="{E998A888-6833-4191-90E6-23A217BE697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11" name="Rechte verbindingslijn 210">
                    <a:extLst>
                      <a:ext uri="{FF2B5EF4-FFF2-40B4-BE49-F238E27FC236}">
                        <a16:creationId xmlns:a16="http://schemas.microsoft.com/office/drawing/2014/main" id="{9F39DCD9-430C-4E8E-98A2-079FC99516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2" name="Rechte verbindingslijn 211">
                    <a:extLst>
                      <a:ext uri="{FF2B5EF4-FFF2-40B4-BE49-F238E27FC236}">
                        <a16:creationId xmlns:a16="http://schemas.microsoft.com/office/drawing/2014/main" id="{D499E26D-8321-4886-9EA6-8414243999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3" name="Rechte verbindingslijn 212">
                    <a:extLst>
                      <a:ext uri="{FF2B5EF4-FFF2-40B4-BE49-F238E27FC236}">
                        <a16:creationId xmlns:a16="http://schemas.microsoft.com/office/drawing/2014/main" id="{98424503-32E3-4DD3-9BA8-AEA60EAF0D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4" name="Rechte verbindingslijn 213">
                    <a:extLst>
                      <a:ext uri="{FF2B5EF4-FFF2-40B4-BE49-F238E27FC236}">
                        <a16:creationId xmlns:a16="http://schemas.microsoft.com/office/drawing/2014/main" id="{C2E03785-7FDF-4A8C-A675-7C8C7151A75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5" name="Rechte verbindingslijn 214">
                    <a:extLst>
                      <a:ext uri="{FF2B5EF4-FFF2-40B4-BE49-F238E27FC236}">
                        <a16:creationId xmlns:a16="http://schemas.microsoft.com/office/drawing/2014/main" id="{7DEA12AA-4A30-40EF-9B31-12C4003E725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10" name="Pijl: rechts 209">
                  <a:extLst>
                    <a:ext uri="{FF2B5EF4-FFF2-40B4-BE49-F238E27FC236}">
                      <a16:creationId xmlns:a16="http://schemas.microsoft.com/office/drawing/2014/main" id="{F3198FE9-2DFC-4372-81E4-43D16F591B9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9" name="Groep 178">
                <a:extLst>
                  <a:ext uri="{FF2B5EF4-FFF2-40B4-BE49-F238E27FC236}">
                    <a16:creationId xmlns:a16="http://schemas.microsoft.com/office/drawing/2014/main" id="{3D6E602A-0CC3-4BF1-9E4F-357BD0F34D45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02" name="Groep 201">
                  <a:extLst>
                    <a:ext uri="{FF2B5EF4-FFF2-40B4-BE49-F238E27FC236}">
                      <a16:creationId xmlns:a16="http://schemas.microsoft.com/office/drawing/2014/main" id="{F8B2F0B3-B689-4EC6-BA1F-0182D5C0612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04" name="Rechte verbindingslijn 203">
                    <a:extLst>
                      <a:ext uri="{FF2B5EF4-FFF2-40B4-BE49-F238E27FC236}">
                        <a16:creationId xmlns:a16="http://schemas.microsoft.com/office/drawing/2014/main" id="{57234866-6E20-4DAC-AB1C-B842CBC547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5" name="Rechte verbindingslijn 204">
                    <a:extLst>
                      <a:ext uri="{FF2B5EF4-FFF2-40B4-BE49-F238E27FC236}">
                        <a16:creationId xmlns:a16="http://schemas.microsoft.com/office/drawing/2014/main" id="{265557F3-4D28-4342-B71B-A80C2077D1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6" name="Rechte verbindingslijn 205">
                    <a:extLst>
                      <a:ext uri="{FF2B5EF4-FFF2-40B4-BE49-F238E27FC236}">
                        <a16:creationId xmlns:a16="http://schemas.microsoft.com/office/drawing/2014/main" id="{EDF58FF5-F4E7-4730-8580-0A453402E5B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7" name="Rechte verbindingslijn 206">
                    <a:extLst>
                      <a:ext uri="{FF2B5EF4-FFF2-40B4-BE49-F238E27FC236}">
                        <a16:creationId xmlns:a16="http://schemas.microsoft.com/office/drawing/2014/main" id="{6B39A3D4-568F-4374-BD99-9C87B75B980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8" name="Rechte verbindingslijn 207">
                    <a:extLst>
                      <a:ext uri="{FF2B5EF4-FFF2-40B4-BE49-F238E27FC236}">
                        <a16:creationId xmlns:a16="http://schemas.microsoft.com/office/drawing/2014/main" id="{8A2DBCE6-6EB3-460F-8C35-D35CCCD1FB6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03" name="Pijl: rechts 202">
                  <a:extLst>
                    <a:ext uri="{FF2B5EF4-FFF2-40B4-BE49-F238E27FC236}">
                      <a16:creationId xmlns:a16="http://schemas.microsoft.com/office/drawing/2014/main" id="{0F639769-A10A-4068-A98A-AC75F73E5076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80" name="Rechte verbindingslijn 179">
                <a:extLst>
                  <a:ext uri="{FF2B5EF4-FFF2-40B4-BE49-F238E27FC236}">
                    <a16:creationId xmlns:a16="http://schemas.microsoft.com/office/drawing/2014/main" id="{E15774D2-8ADE-4A64-A90E-8E5E3CF00F6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81" name="Rechte verbindingslijn 180">
                <a:extLst>
                  <a:ext uri="{FF2B5EF4-FFF2-40B4-BE49-F238E27FC236}">
                    <a16:creationId xmlns:a16="http://schemas.microsoft.com/office/drawing/2014/main" id="{5C8AC8BF-E29C-4726-BD86-FB57D889DD6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82" name="Rechthoek 181">
                <a:extLst>
                  <a:ext uri="{FF2B5EF4-FFF2-40B4-BE49-F238E27FC236}">
                    <a16:creationId xmlns:a16="http://schemas.microsoft.com/office/drawing/2014/main" id="{EF3FB308-F984-405A-B874-3E822E63A786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183" name="Rechthoek 182">
                <a:extLst>
                  <a:ext uri="{FF2B5EF4-FFF2-40B4-BE49-F238E27FC236}">
                    <a16:creationId xmlns:a16="http://schemas.microsoft.com/office/drawing/2014/main" id="{7F264FD2-CF60-42FE-9DB7-9101C880D62D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184" name="Groep 183">
                <a:extLst>
                  <a:ext uri="{FF2B5EF4-FFF2-40B4-BE49-F238E27FC236}">
                    <a16:creationId xmlns:a16="http://schemas.microsoft.com/office/drawing/2014/main" id="{71104BC7-E34A-45DC-B6D3-1206F9C09E3E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94" name="Rechthoek 193">
                  <a:extLst>
                    <a:ext uri="{FF2B5EF4-FFF2-40B4-BE49-F238E27FC236}">
                      <a16:creationId xmlns:a16="http://schemas.microsoft.com/office/drawing/2014/main" id="{AD41D7E4-E69D-4BDF-B44E-8325163BCB89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95" name="Groep 194">
                  <a:extLst>
                    <a:ext uri="{FF2B5EF4-FFF2-40B4-BE49-F238E27FC236}">
                      <a16:creationId xmlns:a16="http://schemas.microsoft.com/office/drawing/2014/main" id="{C4AB450F-CB47-44B9-8903-F4697BCF4D4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97" name="Rechte verbindingslijn 196">
                    <a:extLst>
                      <a:ext uri="{FF2B5EF4-FFF2-40B4-BE49-F238E27FC236}">
                        <a16:creationId xmlns:a16="http://schemas.microsoft.com/office/drawing/2014/main" id="{D71D049E-2086-4CD0-87F6-58147D383C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8" name="Rechte verbindingslijn 197">
                    <a:extLst>
                      <a:ext uri="{FF2B5EF4-FFF2-40B4-BE49-F238E27FC236}">
                        <a16:creationId xmlns:a16="http://schemas.microsoft.com/office/drawing/2014/main" id="{7CA3480D-EFD0-4FF9-A7BB-9756BEF090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9" name="Rechte verbindingslijn 198">
                    <a:extLst>
                      <a:ext uri="{FF2B5EF4-FFF2-40B4-BE49-F238E27FC236}">
                        <a16:creationId xmlns:a16="http://schemas.microsoft.com/office/drawing/2014/main" id="{5644B4D8-D51B-440D-9BCC-CB571717B2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0" name="Rechte verbindingslijn 199">
                    <a:extLst>
                      <a:ext uri="{FF2B5EF4-FFF2-40B4-BE49-F238E27FC236}">
                        <a16:creationId xmlns:a16="http://schemas.microsoft.com/office/drawing/2014/main" id="{DF9FC1B9-35D5-45A9-A41A-1B1ADEA316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1" name="Rechte verbindingslijn 200">
                    <a:extLst>
                      <a:ext uri="{FF2B5EF4-FFF2-40B4-BE49-F238E27FC236}">
                        <a16:creationId xmlns:a16="http://schemas.microsoft.com/office/drawing/2014/main" id="{CB6D0EE5-45B4-417F-8DD9-C11909344B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96" name="Pijl: rechts 195">
                  <a:extLst>
                    <a:ext uri="{FF2B5EF4-FFF2-40B4-BE49-F238E27FC236}">
                      <a16:creationId xmlns:a16="http://schemas.microsoft.com/office/drawing/2014/main" id="{F1FBBFD0-CAE8-4DE6-9E94-0B335CE24A3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85" name="Groep 184">
                <a:extLst>
                  <a:ext uri="{FF2B5EF4-FFF2-40B4-BE49-F238E27FC236}">
                    <a16:creationId xmlns:a16="http://schemas.microsoft.com/office/drawing/2014/main" id="{C1DA432A-18AB-43B0-832F-315F2E46317B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86" name="Rechthoek 185">
                  <a:extLst>
                    <a:ext uri="{FF2B5EF4-FFF2-40B4-BE49-F238E27FC236}">
                      <a16:creationId xmlns:a16="http://schemas.microsoft.com/office/drawing/2014/main" id="{59F36AE0-964B-4BB7-962E-60E11DD23265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87" name="Groep 186">
                  <a:extLst>
                    <a:ext uri="{FF2B5EF4-FFF2-40B4-BE49-F238E27FC236}">
                      <a16:creationId xmlns:a16="http://schemas.microsoft.com/office/drawing/2014/main" id="{D7AAC7E9-7ABD-4FD1-8B07-06793868342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89" name="Rechte verbindingslijn 188">
                    <a:extLst>
                      <a:ext uri="{FF2B5EF4-FFF2-40B4-BE49-F238E27FC236}">
                        <a16:creationId xmlns:a16="http://schemas.microsoft.com/office/drawing/2014/main" id="{F15F739C-EDF0-4BBD-BF89-5F1B5D33A75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0" name="Rechte verbindingslijn 189">
                    <a:extLst>
                      <a:ext uri="{FF2B5EF4-FFF2-40B4-BE49-F238E27FC236}">
                        <a16:creationId xmlns:a16="http://schemas.microsoft.com/office/drawing/2014/main" id="{59BA5148-65FE-4BA8-9F86-5083E48FDB0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1" name="Rechte verbindingslijn 190">
                    <a:extLst>
                      <a:ext uri="{FF2B5EF4-FFF2-40B4-BE49-F238E27FC236}">
                        <a16:creationId xmlns:a16="http://schemas.microsoft.com/office/drawing/2014/main" id="{0D948CB7-8837-420D-923F-4F26394311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2" name="Rechte verbindingslijn 191">
                    <a:extLst>
                      <a:ext uri="{FF2B5EF4-FFF2-40B4-BE49-F238E27FC236}">
                        <a16:creationId xmlns:a16="http://schemas.microsoft.com/office/drawing/2014/main" id="{C6747271-E5B3-492A-BB1A-C4DF564D58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3" name="Rechte verbindingslijn 192">
                    <a:extLst>
                      <a:ext uri="{FF2B5EF4-FFF2-40B4-BE49-F238E27FC236}">
                        <a16:creationId xmlns:a16="http://schemas.microsoft.com/office/drawing/2014/main" id="{E6BB512D-4FE3-43BB-A62A-9A27DA6CB4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8" name="Pijl: rechts 187">
                  <a:extLst>
                    <a:ext uri="{FF2B5EF4-FFF2-40B4-BE49-F238E27FC236}">
                      <a16:creationId xmlns:a16="http://schemas.microsoft.com/office/drawing/2014/main" id="{BE3EF01A-8A7E-4214-B9E3-27DF6317B44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218" name="Tekstvak 217">
            <a:extLst>
              <a:ext uri="{FF2B5EF4-FFF2-40B4-BE49-F238E27FC236}">
                <a16:creationId xmlns:a16="http://schemas.microsoft.com/office/drawing/2014/main" id="{5E2A5206-430B-40FE-9369-A67AA7143A6D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4F15C9-988D-4480-868C-2FD3276653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79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ERGENCY RESPON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30FAFF97-EFD9-4762-ADFF-2CBB104646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73" name="Rechthoek: afgeronde hoeken 72">
            <a:extLst>
              <a:ext uri="{FF2B5EF4-FFF2-40B4-BE49-F238E27FC236}">
                <a16:creationId xmlns:a16="http://schemas.microsoft.com/office/drawing/2014/main" id="{C74B21DC-5AE8-41F4-9636-A54BD6685976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EMERGENCY RESPONSE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89DA14E-9F3E-42A8-A71B-A7BF26907F5A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382001" y="622531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7" name="Rectangle 13">
            <a:extLst>
              <a:ext uri="{FF2B5EF4-FFF2-40B4-BE49-F238E27FC236}">
                <a16:creationId xmlns:a16="http://schemas.microsoft.com/office/drawing/2014/main" id="{AC6BD48F-85A3-448F-B871-025E0A010604}"/>
              </a:ext>
            </a:extLst>
          </p:cNvPr>
          <p:cNvSpPr/>
          <p:nvPr userDrawn="1"/>
        </p:nvSpPr>
        <p:spPr>
          <a:xfrm>
            <a:off x="528638" y="385333"/>
            <a:ext cx="72000" cy="75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grpSp>
        <p:nvGrpSpPr>
          <p:cNvPr id="107" name="Groep 106">
            <a:extLst>
              <a:ext uri="{FF2B5EF4-FFF2-40B4-BE49-F238E27FC236}">
                <a16:creationId xmlns:a16="http://schemas.microsoft.com/office/drawing/2014/main" id="{D854E85E-9B3D-42A2-A9EE-2D26FF1D1C5D}"/>
              </a:ext>
            </a:extLst>
          </p:cNvPr>
          <p:cNvGrpSpPr/>
          <p:nvPr userDrawn="1"/>
        </p:nvGrpSpPr>
        <p:grpSpPr>
          <a:xfrm>
            <a:off x="714977" y="385334"/>
            <a:ext cx="8697601" cy="733423"/>
            <a:chOff x="867377" y="676277"/>
            <a:chExt cx="8697601" cy="733423"/>
          </a:xfrm>
        </p:grpSpPr>
        <p:sp>
          <p:nvSpPr>
            <p:cNvPr id="108" name="Titel 9">
              <a:extLst>
                <a:ext uri="{FF2B5EF4-FFF2-40B4-BE49-F238E27FC236}">
                  <a16:creationId xmlns:a16="http://schemas.microsoft.com/office/drawing/2014/main" id="{A06CE8F7-BAFD-4213-8D2B-4CDEB2E7F71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67377" y="676277"/>
              <a:ext cx="8695889" cy="234000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1800" b="1" kern="1200">
                  <a:solidFill>
                    <a:schemeClr val="accent3"/>
                  </a:solidFill>
                  <a:latin typeface="+mn-lt"/>
                  <a:ea typeface="+mj-ea"/>
                  <a:cs typeface="+mj-cs"/>
                </a:defRPr>
              </a:lvl1pPr>
            </a:lstStyle>
            <a:p>
              <a:r>
                <a:rPr lang="en-GB" dirty="0">
                  <a:solidFill>
                    <a:schemeClr val="accent1">
                      <a:alpha val="70000"/>
                    </a:schemeClr>
                  </a:solidFill>
                </a:rPr>
                <a:t>Van Oord</a:t>
              </a:r>
            </a:p>
          </p:txBody>
        </p:sp>
        <p:sp>
          <p:nvSpPr>
            <p:cNvPr id="109" name="Tijdelijke aanduiding voor tekst 10">
              <a:extLst>
                <a:ext uri="{FF2B5EF4-FFF2-40B4-BE49-F238E27FC236}">
                  <a16:creationId xmlns:a16="http://schemas.microsoft.com/office/drawing/2014/main" id="{175CE1D8-7B78-477B-8CBA-1D9E9B22414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67378" y="919956"/>
              <a:ext cx="8697600" cy="489744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Font typeface="Arial" panose="020B0604020202020204" pitchFamily="34" charset="0"/>
                <a:buNone/>
                <a:defRPr sz="18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542925" indent="-276225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Font typeface="Arial" panose="020B0604020202020204" pitchFamily="34" charset="0"/>
                <a:buChar char="–"/>
                <a:tabLst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808038" indent="-26670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>
                    <a:lumMod val="60000"/>
                    <a:lumOff val="40000"/>
                  </a:schemeClr>
                </a:buClr>
                <a:buFont typeface="Calibri" panose="020F0502020204030204" pitchFamily="34" charset="0"/>
                <a:buChar char="→"/>
                <a:defRPr sz="1200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600" b="1" i="0" u="none" kern="1200" cap="none" baseline="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6pPr>
              <a:lvl7pPr marL="268288" indent="-268288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Font typeface="+mj-lt"/>
                <a:buAutoNum type="arabicPeriod"/>
                <a:tabLst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536575" indent="-268288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Font typeface="+mj-lt"/>
                <a:buAutoNum type="alphaLcPeriod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800" b="1" i="0" u="sng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In case of an emergency</a:t>
              </a:r>
            </a:p>
          </p:txBody>
        </p:sp>
      </p:grpSp>
      <p:sp>
        <p:nvSpPr>
          <p:cNvPr id="65" name="Vrije vorm: vorm 135">
            <a:extLst>
              <a:ext uri="{FF2B5EF4-FFF2-40B4-BE49-F238E27FC236}">
                <a16:creationId xmlns:a16="http://schemas.microsoft.com/office/drawing/2014/main" id="{AEA5548F-94EF-4CA2-AAE6-F42AFEBF39E3}"/>
              </a:ext>
            </a:extLst>
          </p:cNvPr>
          <p:cNvSpPr txBox="1">
            <a:spLocks/>
          </p:cNvSpPr>
          <p:nvPr userDrawn="1"/>
        </p:nvSpPr>
        <p:spPr>
          <a:xfrm>
            <a:off x="9971963" y="385334"/>
            <a:ext cx="1680287" cy="538656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blipFill>
            <a:blip r:embed="rId2"/>
            <a:srcRect/>
            <a:stretch>
              <a:fillRect t="1004" b="1004"/>
            </a:stretch>
          </a:blipFill>
        </p:spPr>
        <p:txBody>
          <a:bodyPr wrap="square" anchor="b">
            <a:noAutofit/>
          </a:bodyPr>
          <a:lstStyle>
            <a:lvl1pPr marL="266700" indent="-266700" algn="ctr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Font typeface="Calibri" panose="020F0502020204030204" pitchFamily="34" charset="0"/>
              <a:buNone/>
              <a:defRPr sz="100" b="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tabLst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8038" indent="-2667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▪"/>
              <a:defRPr sz="120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1" kern="1200">
                <a:solidFill>
                  <a:schemeClr val="accent1"/>
                </a:solidFill>
                <a:latin typeface="Arial Black" panose="020B0A04020102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1" i="1" u="none" kern="1200" cap="none" baseline="0">
                <a:solidFill>
                  <a:schemeClr val="accent2"/>
                </a:solidFill>
                <a:latin typeface="Arial Black" panose="020B0A04020102020204" pitchFamily="34" charset="0"/>
                <a:ea typeface="+mn-ea"/>
                <a:cs typeface="+mn-cs"/>
              </a:defRPr>
            </a:lvl6pPr>
            <a:lvl7pPr marL="268288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+mj-lt"/>
              <a:buAutoNum type="arabicPeriod"/>
              <a:tabLst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53657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+mj-lt"/>
              <a:buAutoNum type="alphaLcPeriod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b="1" i="1" u="sng" kern="1200">
                <a:solidFill>
                  <a:schemeClr val="accent3"/>
                </a:solidFill>
                <a:latin typeface="Arial Black" panose="020B0A04020102020204" pitchFamily="34" charset="0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15" name="Tijdelijke aanduiding voor tekst 114">
            <a:extLst>
              <a:ext uri="{FF2B5EF4-FFF2-40B4-BE49-F238E27FC236}">
                <a16:creationId xmlns:a16="http://schemas.microsoft.com/office/drawing/2014/main" id="{86958102-FFC2-48BA-AE13-BBB6A6EBE2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20575" y="1460501"/>
            <a:ext cx="2741293" cy="2080344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905" r="-3231" b="-4147"/>
            </a:stretch>
          </a:blipFill>
          <a:effectLst>
            <a:outerShdw blurRad="127000" dist="38100" dir="2700000" algn="tl" rotWithShape="0">
              <a:prstClr val="black">
                <a:alpha val="10000"/>
              </a:prstClr>
            </a:outerShdw>
          </a:effectLst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17" name="Tijdelijke aanduiding voor tekst 114">
            <a:extLst>
              <a:ext uri="{FF2B5EF4-FFF2-40B4-BE49-F238E27FC236}">
                <a16:creationId xmlns:a16="http://schemas.microsoft.com/office/drawing/2014/main" id="{E25D3E15-6BA2-4F4E-842D-9CF3E211F53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71842" y="1460501"/>
            <a:ext cx="2741293" cy="2080344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905" r="-3231" b="-4147"/>
            </a:stretch>
          </a:blipFill>
          <a:effectLst>
            <a:outerShdw blurRad="127000" dist="38100" dir="2700000" algn="tl" rotWithShape="0">
              <a:prstClr val="black">
                <a:alpha val="10000"/>
              </a:prstClr>
            </a:outerShdw>
          </a:effectLst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08" name="Tijdelijke aanduiding voor tekst 114">
            <a:extLst>
              <a:ext uri="{FF2B5EF4-FFF2-40B4-BE49-F238E27FC236}">
                <a16:creationId xmlns:a16="http://schemas.microsoft.com/office/drawing/2014/main" id="{90435F94-2B78-48B3-8E24-ED654764FFE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69309" y="1460501"/>
            <a:ext cx="2741293" cy="2080344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905" r="-3231" b="-4147"/>
            </a:stretch>
          </a:blipFill>
          <a:effectLst>
            <a:outerShdw blurRad="127000" dist="38100" dir="2700000" algn="tl" rotWithShape="0">
              <a:prstClr val="black">
                <a:alpha val="10000"/>
              </a:prstClr>
            </a:outerShdw>
          </a:effectLst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pic>
        <p:nvPicPr>
          <p:cNvPr id="299" name="Afbeelding 298">
            <a:extLst>
              <a:ext uri="{FF2B5EF4-FFF2-40B4-BE49-F238E27FC236}">
                <a16:creationId xmlns:a16="http://schemas.microsoft.com/office/drawing/2014/main" id="{42ED702B-2779-4873-86CF-E637AA4BAC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" y="6477048"/>
            <a:ext cx="12190476" cy="380952"/>
          </a:xfrm>
          <a:prstGeom prst="rect">
            <a:avLst/>
          </a:prstGeom>
        </p:spPr>
      </p:pic>
      <p:sp>
        <p:nvSpPr>
          <p:cNvPr id="300" name="Tijdelijke aanduiding voor tekst 111">
            <a:extLst>
              <a:ext uri="{FF2B5EF4-FFF2-40B4-BE49-F238E27FC236}">
                <a16:creationId xmlns:a16="http://schemas.microsoft.com/office/drawing/2014/main" id="{EE342846-5DA9-4696-A7A5-A515B3A550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2894" y="2652872"/>
            <a:ext cx="2350008" cy="455781"/>
          </a:xfr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Use a landline to call </a:t>
            </a:r>
            <a:br>
              <a:rPr lang="en-GB"/>
            </a:br>
            <a:r>
              <a:rPr lang="en-GB"/>
              <a:t>the emergency number</a:t>
            </a:r>
            <a:endParaRPr lang="en-GB" dirty="0"/>
          </a:p>
        </p:txBody>
      </p:sp>
      <p:sp>
        <p:nvSpPr>
          <p:cNvPr id="301" name="Tijdelijke aanduiding voor tekst 111">
            <a:extLst>
              <a:ext uri="{FF2B5EF4-FFF2-40B4-BE49-F238E27FC236}">
                <a16:creationId xmlns:a16="http://schemas.microsoft.com/office/drawing/2014/main" id="{3C167848-AAD2-4174-834F-02EB06C216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20997" y="2652872"/>
            <a:ext cx="2350008" cy="455781"/>
          </a:xfr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The alarm emits </a:t>
            </a:r>
            <a:br>
              <a:rPr lang="en-GB"/>
            </a:br>
            <a:r>
              <a:rPr lang="en-GB"/>
              <a:t>a repeating tone </a:t>
            </a:r>
            <a:endParaRPr lang="en-GB" dirty="0"/>
          </a:p>
        </p:txBody>
      </p:sp>
      <p:sp>
        <p:nvSpPr>
          <p:cNvPr id="302" name="Tijdelijke aanduiding voor tekst 111">
            <a:extLst>
              <a:ext uri="{FF2B5EF4-FFF2-40B4-BE49-F238E27FC236}">
                <a16:creationId xmlns:a16="http://schemas.microsoft.com/office/drawing/2014/main" id="{F43FC2CA-AA20-4C07-AE75-8F668B1A22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39101" y="2652872"/>
            <a:ext cx="2350008" cy="455781"/>
          </a:xfr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Follow these signs </a:t>
            </a:r>
            <a:br>
              <a:rPr lang="en-GB"/>
            </a:br>
            <a:r>
              <a:rPr lang="en-GB"/>
              <a:t>to the nearest exit</a:t>
            </a:r>
            <a:endParaRPr lang="en-GB" dirty="0"/>
          </a:p>
        </p:txBody>
      </p:sp>
      <p:sp>
        <p:nvSpPr>
          <p:cNvPr id="307" name="Tijdelijke aanduiding voor tekst 111">
            <a:extLst>
              <a:ext uri="{FF2B5EF4-FFF2-40B4-BE49-F238E27FC236}">
                <a16:creationId xmlns:a16="http://schemas.microsoft.com/office/drawing/2014/main" id="{7A03788B-7EB7-4D3C-8BC9-2FF0F236F3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67344" y="2056032"/>
            <a:ext cx="571276" cy="455781"/>
          </a:xfrm>
        </p:spPr>
        <p:txBody>
          <a:bodyPr wrap="none" anchor="ctr"/>
          <a:lstStyle>
            <a:lvl1pPr marL="0" indent="0" algn="l">
              <a:buNone/>
              <a:defRPr sz="1400" b="1">
                <a:solidFill>
                  <a:srgbClr val="E42B2B"/>
                </a:solidFill>
              </a:defRPr>
            </a:lvl1pPr>
          </a:lstStyle>
          <a:p>
            <a:pPr lvl="0"/>
            <a:r>
              <a:rPr lang="en-GB"/>
              <a:t>2112</a:t>
            </a:r>
            <a:endParaRPr lang="en-GB" dirty="0"/>
          </a:p>
        </p:txBody>
      </p:sp>
      <p:sp>
        <p:nvSpPr>
          <p:cNvPr id="310" name="Tijdelijke aanduiding voor tekst 114">
            <a:extLst>
              <a:ext uri="{FF2B5EF4-FFF2-40B4-BE49-F238E27FC236}">
                <a16:creationId xmlns:a16="http://schemas.microsoft.com/office/drawing/2014/main" id="{75832C26-6840-4E04-9447-47BE92BEC4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21355" y="1889201"/>
            <a:ext cx="637200" cy="122400"/>
          </a:xfrm>
          <a:blipFill>
            <a:blip r:embed="rId5"/>
            <a:srcRect/>
            <a:stretch>
              <a:fillRect t="-905" r="-3231" b="-4147"/>
            </a:stretch>
          </a:blipFill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12" name="Tijdelijke aanduiding voor tekst 114">
            <a:extLst>
              <a:ext uri="{FF2B5EF4-FFF2-40B4-BE49-F238E27FC236}">
                <a16:creationId xmlns:a16="http://schemas.microsoft.com/office/drawing/2014/main" id="{E9DB1D8D-D709-4A0B-ADD2-68FB578EFE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39582" y="2042212"/>
            <a:ext cx="345600" cy="536400"/>
          </a:xfrm>
          <a:blipFill>
            <a:blip r:embed="rId6"/>
            <a:srcRect/>
            <a:stretch>
              <a:fillRect l="-266" r="-266"/>
            </a:stretch>
          </a:blipFill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19" name="Tijdelijke aanduiding voor tekst 114">
            <a:extLst>
              <a:ext uri="{FF2B5EF4-FFF2-40B4-BE49-F238E27FC236}">
                <a16:creationId xmlns:a16="http://schemas.microsoft.com/office/drawing/2014/main" id="{EC33C521-ED85-4F9F-B9CE-2B11B7D0B21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31247" y="2094715"/>
            <a:ext cx="438426" cy="439200"/>
          </a:xfrm>
          <a:blipFill>
            <a:blip r:embed="rId7"/>
            <a:srcRect/>
            <a:stretch>
              <a:fillRect l="-11086" r="-11086"/>
            </a:stretch>
          </a:blipFill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21" name="Tijdelijke aanduiding voor tekst 114">
            <a:extLst>
              <a:ext uri="{FF2B5EF4-FFF2-40B4-BE49-F238E27FC236}">
                <a16:creationId xmlns:a16="http://schemas.microsoft.com/office/drawing/2014/main" id="{F9A1E764-09B3-4026-9D63-D6F0035ED7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16017" y="2094715"/>
            <a:ext cx="438426" cy="439200"/>
          </a:xfrm>
          <a:blipFill>
            <a:blip r:embed="rId8"/>
            <a:srcRect/>
            <a:stretch>
              <a:fillRect l="-4527" r="-4527"/>
            </a:stretch>
          </a:blipFill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23" name="Tijdelijke aanduiding voor tekst 114">
            <a:extLst>
              <a:ext uri="{FF2B5EF4-FFF2-40B4-BE49-F238E27FC236}">
                <a16:creationId xmlns:a16="http://schemas.microsoft.com/office/drawing/2014/main" id="{380475EA-F26A-41EC-8938-F5177AC78F4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11923" y="2116750"/>
            <a:ext cx="1261130" cy="428130"/>
          </a:xfrm>
          <a:blipFill>
            <a:blip r:embed="rId9"/>
            <a:srcRect/>
            <a:stretch>
              <a:fillRect l="-4527" r="-4527"/>
            </a:stretch>
          </a:blipFill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41" name="Tijdelijke aanduiding voor tekst 114">
            <a:extLst>
              <a:ext uri="{FF2B5EF4-FFF2-40B4-BE49-F238E27FC236}">
                <a16:creationId xmlns:a16="http://schemas.microsoft.com/office/drawing/2014/main" id="{9783B18A-BC00-497D-AA4D-7596BD46CD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20575" y="3899587"/>
            <a:ext cx="2741293" cy="2080344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905" r="-3231" b="-4147"/>
            </a:stretch>
          </a:blipFill>
          <a:effectLst>
            <a:outerShdw blurRad="127000" dist="38100" dir="2700000" algn="tl" rotWithShape="0">
              <a:prstClr val="black">
                <a:alpha val="10000"/>
              </a:prstClr>
            </a:outerShdw>
          </a:effectLst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42" name="Tijdelijke aanduiding voor tekst 114">
            <a:extLst>
              <a:ext uri="{FF2B5EF4-FFF2-40B4-BE49-F238E27FC236}">
                <a16:creationId xmlns:a16="http://schemas.microsoft.com/office/drawing/2014/main" id="{72ED1235-DC90-483C-9FDB-73249A8A82A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71842" y="3899587"/>
            <a:ext cx="2741293" cy="2080344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905" r="-3231" b="-4147"/>
            </a:stretch>
          </a:blipFill>
          <a:effectLst>
            <a:outerShdw blurRad="127000" dist="38100" dir="2700000" algn="tl" rotWithShape="0">
              <a:prstClr val="black">
                <a:alpha val="10000"/>
              </a:prstClr>
            </a:outerShdw>
          </a:effectLst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43" name="Tijdelijke aanduiding voor tekst 114">
            <a:extLst>
              <a:ext uri="{FF2B5EF4-FFF2-40B4-BE49-F238E27FC236}">
                <a16:creationId xmlns:a16="http://schemas.microsoft.com/office/drawing/2014/main" id="{23CC9FF2-CA1D-4330-81BE-39C6FC0433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69309" y="3899587"/>
            <a:ext cx="2741293" cy="2080344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905" r="-3231" b="-4147"/>
            </a:stretch>
          </a:blipFill>
          <a:effectLst>
            <a:outerShdw blurRad="127000" dist="38100" dir="2700000" algn="tl" rotWithShape="0">
              <a:prstClr val="black">
                <a:alpha val="10000"/>
              </a:prstClr>
            </a:outerShdw>
          </a:effectLst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03" name="Tijdelijke aanduiding voor tekst 111">
            <a:extLst>
              <a:ext uri="{FF2B5EF4-FFF2-40B4-BE49-F238E27FC236}">
                <a16:creationId xmlns:a16="http://schemas.microsoft.com/office/drawing/2014/main" id="{203E7F63-79F1-4724-9373-50C97289A2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02894" y="5158819"/>
            <a:ext cx="2350008" cy="455781"/>
          </a:xfr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Do not use </a:t>
            </a:r>
            <a:br>
              <a:rPr lang="en-GB"/>
            </a:br>
            <a:r>
              <a:rPr lang="en-GB"/>
              <a:t>the elevators</a:t>
            </a:r>
            <a:endParaRPr lang="en-GB" dirty="0"/>
          </a:p>
        </p:txBody>
      </p:sp>
      <p:sp>
        <p:nvSpPr>
          <p:cNvPr id="304" name="Tijdelijke aanduiding voor tekst 111">
            <a:extLst>
              <a:ext uri="{FF2B5EF4-FFF2-40B4-BE49-F238E27FC236}">
                <a16:creationId xmlns:a16="http://schemas.microsoft.com/office/drawing/2014/main" id="{C5C01F98-EB4F-469A-9B32-877BB9BBAC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0997" y="5158819"/>
            <a:ext cx="2350008" cy="455781"/>
          </a:xfr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Follow staff </a:t>
            </a:r>
            <a:br>
              <a:rPr lang="en-GB"/>
            </a:br>
            <a:r>
              <a:rPr lang="en-GB"/>
              <a:t>instructions</a:t>
            </a:r>
            <a:endParaRPr lang="en-GB" dirty="0"/>
          </a:p>
        </p:txBody>
      </p:sp>
      <p:sp>
        <p:nvSpPr>
          <p:cNvPr id="305" name="Tijdelijke aanduiding voor tekst 111">
            <a:extLst>
              <a:ext uri="{FF2B5EF4-FFF2-40B4-BE49-F238E27FC236}">
                <a16:creationId xmlns:a16="http://schemas.microsoft.com/office/drawing/2014/main" id="{A028DD86-A075-48E7-8B38-A04BD709352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9101" y="5158819"/>
            <a:ext cx="2350008" cy="455781"/>
          </a:xfr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Go to the assembly </a:t>
            </a:r>
            <a:br>
              <a:rPr lang="en-GB"/>
            </a:br>
            <a:r>
              <a:rPr lang="en-GB"/>
              <a:t>point at the parking lot</a:t>
            </a:r>
            <a:endParaRPr lang="en-GB" dirty="0"/>
          </a:p>
        </p:txBody>
      </p:sp>
      <p:sp>
        <p:nvSpPr>
          <p:cNvPr id="325" name="Tijdelijke aanduiding voor tekst 114">
            <a:extLst>
              <a:ext uri="{FF2B5EF4-FFF2-40B4-BE49-F238E27FC236}">
                <a16:creationId xmlns:a16="http://schemas.microsoft.com/office/drawing/2014/main" id="{87EE7651-2E26-47E8-94B8-9B724E55361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34288" y="4460101"/>
            <a:ext cx="478812" cy="479658"/>
          </a:xfrm>
          <a:blipFill>
            <a:blip r:embed="rId10"/>
            <a:srcRect/>
            <a:stretch>
              <a:fillRect l="-7617" t="-3365" r="-1877" b="-2169"/>
            </a:stretch>
          </a:blipFill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27" name="Tijdelijke aanduiding voor tekst 114">
            <a:extLst>
              <a:ext uri="{FF2B5EF4-FFF2-40B4-BE49-F238E27FC236}">
                <a16:creationId xmlns:a16="http://schemas.microsoft.com/office/drawing/2014/main" id="{63BDA5D6-32B8-406B-9A1B-D54CBB5935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56594" y="4460596"/>
            <a:ext cx="478812" cy="479658"/>
          </a:xfrm>
          <a:blipFill>
            <a:blip r:embed="rId11"/>
            <a:srcRect/>
            <a:stretch>
              <a:fillRect l="-7617" t="-10713" r="-9500" b="-2169"/>
            </a:stretch>
          </a:blipFill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30" name="Tijdelijke aanduiding voor tekst 114">
            <a:extLst>
              <a:ext uri="{FF2B5EF4-FFF2-40B4-BE49-F238E27FC236}">
                <a16:creationId xmlns:a16="http://schemas.microsoft.com/office/drawing/2014/main" id="{183DD827-CA48-4D57-B287-63A43FB012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11139" y="4460910"/>
            <a:ext cx="462697" cy="463515"/>
          </a:xfrm>
          <a:blipFill>
            <a:blip r:embed="rId12"/>
            <a:srcRect/>
            <a:stretch>
              <a:fillRect l="-7617" t="-6741" r="-9500" b="-6141"/>
            </a:stretch>
          </a:blipFill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31" name="Tijdelijke aanduiding voor tekst 2047">
            <a:extLst>
              <a:ext uri="{FF2B5EF4-FFF2-40B4-BE49-F238E27FC236}">
                <a16:creationId xmlns:a16="http://schemas.microsoft.com/office/drawing/2014/main" id="{6976F26E-ED1D-485D-80DA-4C754929F83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297062">
            <a:off x="10422652" y="5410255"/>
            <a:ext cx="673535" cy="729221"/>
          </a:xfr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>
              <a:fillRect l="-4752" t="-2796" r="-3042" b="-2796"/>
            </a:stretch>
          </a:blip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400">
                <a:solidFill>
                  <a:srgbClr val="A6A6A6">
                    <a:alpha val="0"/>
                  </a:srgbClr>
                </a:solidFill>
              </a:defRPr>
            </a:lvl1pPr>
          </a:lstStyle>
          <a:p>
            <a:pPr lvl="0"/>
            <a:r>
              <a:rPr lang="en-GB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1052264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4978" y="1460501"/>
            <a:ext cx="10934700" cy="4399200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6C7C313A-00D7-48A9-9645-99F6A819CA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100" name="Rechthoek: afgeronde hoeken 99">
            <a:extLst>
              <a:ext uri="{FF2B5EF4-FFF2-40B4-BE49-F238E27FC236}">
                <a16:creationId xmlns:a16="http://schemas.microsoft.com/office/drawing/2014/main" id="{2A43200A-15B0-4F97-9E04-D3DB9BDED895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TEXT ONLY</a:t>
            </a:r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42C26337-57C9-404C-A027-AFE438D48D8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382001" y="622531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52" name="INSTRUCTION">
            <a:extLst>
              <a:ext uri="{FF2B5EF4-FFF2-40B4-BE49-F238E27FC236}">
                <a16:creationId xmlns:a16="http://schemas.microsoft.com/office/drawing/2014/main" id="{B7AF26F8-5963-479E-A582-07F4292B14CA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53" name="Rechthoek 152">
              <a:extLst>
                <a:ext uri="{FF2B5EF4-FFF2-40B4-BE49-F238E27FC236}">
                  <a16:creationId xmlns:a16="http://schemas.microsoft.com/office/drawing/2014/main" id="{1445A0C1-2339-4E76-9588-63DA89E0232D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54" name="Ovaal 153">
              <a:extLst>
                <a:ext uri="{FF2B5EF4-FFF2-40B4-BE49-F238E27FC236}">
                  <a16:creationId xmlns:a16="http://schemas.microsoft.com/office/drawing/2014/main" id="{6CF72FD9-105C-4D77-8620-640D25260C0E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BFEBBC7E-F9D9-4D77-8E87-214CDB60EBEA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2526750E-A127-4D63-B0BB-A1052ABE626A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77C55FD1-30D2-4E1E-9AFE-3216C9CD703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9" name="Ovaal 158">
              <a:extLst>
                <a:ext uri="{FF2B5EF4-FFF2-40B4-BE49-F238E27FC236}">
                  <a16:creationId xmlns:a16="http://schemas.microsoft.com/office/drawing/2014/main" id="{7ADB2C55-A795-4FE9-A0D7-F35DCA02E954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1" name="Ovaal 160">
              <a:extLst>
                <a:ext uri="{FF2B5EF4-FFF2-40B4-BE49-F238E27FC236}">
                  <a16:creationId xmlns:a16="http://schemas.microsoft.com/office/drawing/2014/main" id="{236BDF71-44A6-432B-8280-186B8F08FC16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3" name="Ovaal 162">
              <a:extLst>
                <a:ext uri="{FF2B5EF4-FFF2-40B4-BE49-F238E27FC236}">
                  <a16:creationId xmlns:a16="http://schemas.microsoft.com/office/drawing/2014/main" id="{8528E6AB-4EE7-4DFE-BD58-4C162A8EF566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65" name="Ovaal 164">
              <a:extLst>
                <a:ext uri="{FF2B5EF4-FFF2-40B4-BE49-F238E27FC236}">
                  <a16:creationId xmlns:a16="http://schemas.microsoft.com/office/drawing/2014/main" id="{2161A396-EEE3-4D9F-ACAF-AD3CFBC8E31E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67" name="Ovaal 166">
              <a:extLst>
                <a:ext uri="{FF2B5EF4-FFF2-40B4-BE49-F238E27FC236}">
                  <a16:creationId xmlns:a16="http://schemas.microsoft.com/office/drawing/2014/main" id="{45310631-703B-4F2B-8268-CB81BE7519AB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69" name="Ovaal 168">
              <a:extLst>
                <a:ext uri="{FF2B5EF4-FFF2-40B4-BE49-F238E27FC236}">
                  <a16:creationId xmlns:a16="http://schemas.microsoft.com/office/drawing/2014/main" id="{13156666-33F8-4521-96A2-8C7A36E70762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71" name="Ovaal 170">
              <a:extLst>
                <a:ext uri="{FF2B5EF4-FFF2-40B4-BE49-F238E27FC236}">
                  <a16:creationId xmlns:a16="http://schemas.microsoft.com/office/drawing/2014/main" id="{EAC378F7-08E6-4647-80B6-CE78B643D535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73" name="Rechthoek 172">
              <a:extLst>
                <a:ext uri="{FF2B5EF4-FFF2-40B4-BE49-F238E27FC236}">
                  <a16:creationId xmlns:a16="http://schemas.microsoft.com/office/drawing/2014/main" id="{1950237F-9822-4283-8B0B-7A67363BE16C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174" name="ICOON_info">
              <a:extLst>
                <a:ext uri="{FF2B5EF4-FFF2-40B4-BE49-F238E27FC236}">
                  <a16:creationId xmlns:a16="http://schemas.microsoft.com/office/drawing/2014/main" id="{FE870F3B-85F4-49B3-984A-ECB08AF0CB97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16" name="Ovaal 215">
                <a:extLst>
                  <a:ext uri="{FF2B5EF4-FFF2-40B4-BE49-F238E27FC236}">
                    <a16:creationId xmlns:a16="http://schemas.microsoft.com/office/drawing/2014/main" id="{03EC5683-4C23-4E60-BF12-9A2769EB6FEB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7" name="Graphic 163" descr="Informatie">
                <a:extLst>
                  <a:ext uri="{FF2B5EF4-FFF2-40B4-BE49-F238E27FC236}">
                    <a16:creationId xmlns:a16="http://schemas.microsoft.com/office/drawing/2014/main" id="{652EE3C4-37D5-4EB8-85F3-EE0A054709DA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75" name="VOORBEELD">
              <a:extLst>
                <a:ext uri="{FF2B5EF4-FFF2-40B4-BE49-F238E27FC236}">
                  <a16:creationId xmlns:a16="http://schemas.microsoft.com/office/drawing/2014/main" id="{BF143C5E-CFF7-46B8-8757-CC1FCC035B8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76" name="Rechthoek 175">
                <a:extLst>
                  <a:ext uri="{FF2B5EF4-FFF2-40B4-BE49-F238E27FC236}">
                    <a16:creationId xmlns:a16="http://schemas.microsoft.com/office/drawing/2014/main" id="{42576A98-C700-4198-B480-FED355E05B4D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E01B0738-8D17-4F87-AC65-B432D646660C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78" name="Groep 177">
                <a:extLst>
                  <a:ext uri="{FF2B5EF4-FFF2-40B4-BE49-F238E27FC236}">
                    <a16:creationId xmlns:a16="http://schemas.microsoft.com/office/drawing/2014/main" id="{F341EB7F-602B-414E-9EF2-B4FEBD6E05F0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09" name="Groep 208">
                  <a:extLst>
                    <a:ext uri="{FF2B5EF4-FFF2-40B4-BE49-F238E27FC236}">
                      <a16:creationId xmlns:a16="http://schemas.microsoft.com/office/drawing/2014/main" id="{E998A888-6833-4191-90E6-23A217BE697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11" name="Rechte verbindingslijn 210">
                    <a:extLst>
                      <a:ext uri="{FF2B5EF4-FFF2-40B4-BE49-F238E27FC236}">
                        <a16:creationId xmlns:a16="http://schemas.microsoft.com/office/drawing/2014/main" id="{9F39DCD9-430C-4E8E-98A2-079FC99516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2" name="Rechte verbindingslijn 211">
                    <a:extLst>
                      <a:ext uri="{FF2B5EF4-FFF2-40B4-BE49-F238E27FC236}">
                        <a16:creationId xmlns:a16="http://schemas.microsoft.com/office/drawing/2014/main" id="{D499E26D-8321-4886-9EA6-8414243999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3" name="Rechte verbindingslijn 212">
                    <a:extLst>
                      <a:ext uri="{FF2B5EF4-FFF2-40B4-BE49-F238E27FC236}">
                        <a16:creationId xmlns:a16="http://schemas.microsoft.com/office/drawing/2014/main" id="{98424503-32E3-4DD3-9BA8-AEA60EAF0D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4" name="Rechte verbindingslijn 213">
                    <a:extLst>
                      <a:ext uri="{FF2B5EF4-FFF2-40B4-BE49-F238E27FC236}">
                        <a16:creationId xmlns:a16="http://schemas.microsoft.com/office/drawing/2014/main" id="{C2E03785-7FDF-4A8C-A675-7C8C7151A75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5" name="Rechte verbindingslijn 214">
                    <a:extLst>
                      <a:ext uri="{FF2B5EF4-FFF2-40B4-BE49-F238E27FC236}">
                        <a16:creationId xmlns:a16="http://schemas.microsoft.com/office/drawing/2014/main" id="{7DEA12AA-4A30-40EF-9B31-12C4003E725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10" name="Pijl: rechts 209">
                  <a:extLst>
                    <a:ext uri="{FF2B5EF4-FFF2-40B4-BE49-F238E27FC236}">
                      <a16:creationId xmlns:a16="http://schemas.microsoft.com/office/drawing/2014/main" id="{F3198FE9-2DFC-4372-81E4-43D16F591B9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9" name="Groep 178">
                <a:extLst>
                  <a:ext uri="{FF2B5EF4-FFF2-40B4-BE49-F238E27FC236}">
                    <a16:creationId xmlns:a16="http://schemas.microsoft.com/office/drawing/2014/main" id="{3D6E602A-0CC3-4BF1-9E4F-357BD0F34D45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02" name="Groep 201">
                  <a:extLst>
                    <a:ext uri="{FF2B5EF4-FFF2-40B4-BE49-F238E27FC236}">
                      <a16:creationId xmlns:a16="http://schemas.microsoft.com/office/drawing/2014/main" id="{F8B2F0B3-B689-4EC6-BA1F-0182D5C0612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04" name="Rechte verbindingslijn 203">
                    <a:extLst>
                      <a:ext uri="{FF2B5EF4-FFF2-40B4-BE49-F238E27FC236}">
                        <a16:creationId xmlns:a16="http://schemas.microsoft.com/office/drawing/2014/main" id="{57234866-6E20-4DAC-AB1C-B842CBC547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5" name="Rechte verbindingslijn 204">
                    <a:extLst>
                      <a:ext uri="{FF2B5EF4-FFF2-40B4-BE49-F238E27FC236}">
                        <a16:creationId xmlns:a16="http://schemas.microsoft.com/office/drawing/2014/main" id="{265557F3-4D28-4342-B71B-A80C2077D1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6" name="Rechte verbindingslijn 205">
                    <a:extLst>
                      <a:ext uri="{FF2B5EF4-FFF2-40B4-BE49-F238E27FC236}">
                        <a16:creationId xmlns:a16="http://schemas.microsoft.com/office/drawing/2014/main" id="{EDF58FF5-F4E7-4730-8580-0A453402E5B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7" name="Rechte verbindingslijn 206">
                    <a:extLst>
                      <a:ext uri="{FF2B5EF4-FFF2-40B4-BE49-F238E27FC236}">
                        <a16:creationId xmlns:a16="http://schemas.microsoft.com/office/drawing/2014/main" id="{6B39A3D4-568F-4374-BD99-9C87B75B980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8" name="Rechte verbindingslijn 207">
                    <a:extLst>
                      <a:ext uri="{FF2B5EF4-FFF2-40B4-BE49-F238E27FC236}">
                        <a16:creationId xmlns:a16="http://schemas.microsoft.com/office/drawing/2014/main" id="{8A2DBCE6-6EB3-460F-8C35-D35CCCD1FB6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03" name="Pijl: rechts 202">
                  <a:extLst>
                    <a:ext uri="{FF2B5EF4-FFF2-40B4-BE49-F238E27FC236}">
                      <a16:creationId xmlns:a16="http://schemas.microsoft.com/office/drawing/2014/main" id="{0F639769-A10A-4068-A98A-AC75F73E5076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80" name="Rechte verbindingslijn 179">
                <a:extLst>
                  <a:ext uri="{FF2B5EF4-FFF2-40B4-BE49-F238E27FC236}">
                    <a16:creationId xmlns:a16="http://schemas.microsoft.com/office/drawing/2014/main" id="{E15774D2-8ADE-4A64-A90E-8E5E3CF00F6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81" name="Rechte verbindingslijn 180">
                <a:extLst>
                  <a:ext uri="{FF2B5EF4-FFF2-40B4-BE49-F238E27FC236}">
                    <a16:creationId xmlns:a16="http://schemas.microsoft.com/office/drawing/2014/main" id="{5C8AC8BF-E29C-4726-BD86-FB57D889DD6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82" name="Rechthoek 181">
                <a:extLst>
                  <a:ext uri="{FF2B5EF4-FFF2-40B4-BE49-F238E27FC236}">
                    <a16:creationId xmlns:a16="http://schemas.microsoft.com/office/drawing/2014/main" id="{EF3FB308-F984-405A-B874-3E822E63A786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183" name="Rechthoek 182">
                <a:extLst>
                  <a:ext uri="{FF2B5EF4-FFF2-40B4-BE49-F238E27FC236}">
                    <a16:creationId xmlns:a16="http://schemas.microsoft.com/office/drawing/2014/main" id="{7F264FD2-CF60-42FE-9DB7-9101C880D62D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184" name="Groep 183">
                <a:extLst>
                  <a:ext uri="{FF2B5EF4-FFF2-40B4-BE49-F238E27FC236}">
                    <a16:creationId xmlns:a16="http://schemas.microsoft.com/office/drawing/2014/main" id="{71104BC7-E34A-45DC-B6D3-1206F9C09E3E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94" name="Rechthoek 193">
                  <a:extLst>
                    <a:ext uri="{FF2B5EF4-FFF2-40B4-BE49-F238E27FC236}">
                      <a16:creationId xmlns:a16="http://schemas.microsoft.com/office/drawing/2014/main" id="{AD41D7E4-E69D-4BDF-B44E-8325163BCB89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95" name="Groep 194">
                  <a:extLst>
                    <a:ext uri="{FF2B5EF4-FFF2-40B4-BE49-F238E27FC236}">
                      <a16:creationId xmlns:a16="http://schemas.microsoft.com/office/drawing/2014/main" id="{C4AB450F-CB47-44B9-8903-F4697BCF4D4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97" name="Rechte verbindingslijn 196">
                    <a:extLst>
                      <a:ext uri="{FF2B5EF4-FFF2-40B4-BE49-F238E27FC236}">
                        <a16:creationId xmlns:a16="http://schemas.microsoft.com/office/drawing/2014/main" id="{D71D049E-2086-4CD0-87F6-58147D383C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8" name="Rechte verbindingslijn 197">
                    <a:extLst>
                      <a:ext uri="{FF2B5EF4-FFF2-40B4-BE49-F238E27FC236}">
                        <a16:creationId xmlns:a16="http://schemas.microsoft.com/office/drawing/2014/main" id="{7CA3480D-EFD0-4FF9-A7BB-9756BEF090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9" name="Rechte verbindingslijn 198">
                    <a:extLst>
                      <a:ext uri="{FF2B5EF4-FFF2-40B4-BE49-F238E27FC236}">
                        <a16:creationId xmlns:a16="http://schemas.microsoft.com/office/drawing/2014/main" id="{5644B4D8-D51B-440D-9BCC-CB571717B2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0" name="Rechte verbindingslijn 199">
                    <a:extLst>
                      <a:ext uri="{FF2B5EF4-FFF2-40B4-BE49-F238E27FC236}">
                        <a16:creationId xmlns:a16="http://schemas.microsoft.com/office/drawing/2014/main" id="{DF9FC1B9-35D5-45A9-A41A-1B1ADEA316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1" name="Rechte verbindingslijn 200">
                    <a:extLst>
                      <a:ext uri="{FF2B5EF4-FFF2-40B4-BE49-F238E27FC236}">
                        <a16:creationId xmlns:a16="http://schemas.microsoft.com/office/drawing/2014/main" id="{CB6D0EE5-45B4-417F-8DD9-C11909344B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96" name="Pijl: rechts 195">
                  <a:extLst>
                    <a:ext uri="{FF2B5EF4-FFF2-40B4-BE49-F238E27FC236}">
                      <a16:creationId xmlns:a16="http://schemas.microsoft.com/office/drawing/2014/main" id="{F1FBBFD0-CAE8-4DE6-9E94-0B335CE24A3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85" name="Groep 184">
                <a:extLst>
                  <a:ext uri="{FF2B5EF4-FFF2-40B4-BE49-F238E27FC236}">
                    <a16:creationId xmlns:a16="http://schemas.microsoft.com/office/drawing/2014/main" id="{C1DA432A-18AB-43B0-832F-315F2E46317B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86" name="Rechthoek 185">
                  <a:extLst>
                    <a:ext uri="{FF2B5EF4-FFF2-40B4-BE49-F238E27FC236}">
                      <a16:creationId xmlns:a16="http://schemas.microsoft.com/office/drawing/2014/main" id="{59F36AE0-964B-4BB7-962E-60E11DD23265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87" name="Groep 186">
                  <a:extLst>
                    <a:ext uri="{FF2B5EF4-FFF2-40B4-BE49-F238E27FC236}">
                      <a16:creationId xmlns:a16="http://schemas.microsoft.com/office/drawing/2014/main" id="{D7AAC7E9-7ABD-4FD1-8B07-06793868342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89" name="Rechte verbindingslijn 188">
                    <a:extLst>
                      <a:ext uri="{FF2B5EF4-FFF2-40B4-BE49-F238E27FC236}">
                        <a16:creationId xmlns:a16="http://schemas.microsoft.com/office/drawing/2014/main" id="{F15F739C-EDF0-4BBD-BF89-5F1B5D33A75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0" name="Rechte verbindingslijn 189">
                    <a:extLst>
                      <a:ext uri="{FF2B5EF4-FFF2-40B4-BE49-F238E27FC236}">
                        <a16:creationId xmlns:a16="http://schemas.microsoft.com/office/drawing/2014/main" id="{59BA5148-65FE-4BA8-9F86-5083E48FDB0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1" name="Rechte verbindingslijn 190">
                    <a:extLst>
                      <a:ext uri="{FF2B5EF4-FFF2-40B4-BE49-F238E27FC236}">
                        <a16:creationId xmlns:a16="http://schemas.microsoft.com/office/drawing/2014/main" id="{0D948CB7-8837-420D-923F-4F26394311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2" name="Rechte verbindingslijn 191">
                    <a:extLst>
                      <a:ext uri="{FF2B5EF4-FFF2-40B4-BE49-F238E27FC236}">
                        <a16:creationId xmlns:a16="http://schemas.microsoft.com/office/drawing/2014/main" id="{C6747271-E5B3-492A-BB1A-C4DF564D58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3" name="Rechte verbindingslijn 192">
                    <a:extLst>
                      <a:ext uri="{FF2B5EF4-FFF2-40B4-BE49-F238E27FC236}">
                        <a16:creationId xmlns:a16="http://schemas.microsoft.com/office/drawing/2014/main" id="{E6BB512D-4FE3-43BB-A62A-9A27DA6CB4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8" name="Pijl: rechts 187">
                  <a:extLst>
                    <a:ext uri="{FF2B5EF4-FFF2-40B4-BE49-F238E27FC236}">
                      <a16:creationId xmlns:a16="http://schemas.microsoft.com/office/drawing/2014/main" id="{BE3EF01A-8A7E-4214-B9E3-27DF6317B44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67" name="Tijdelijke aanduiding voor tekst 17">
            <a:extLst>
              <a:ext uri="{FF2B5EF4-FFF2-40B4-BE49-F238E27FC236}">
                <a16:creationId xmlns:a16="http://schemas.microsoft.com/office/drawing/2014/main" id="{9CB6F130-6E63-4E8E-959A-385CD522014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0" y="6228987"/>
            <a:ext cx="3086101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68" name="Tijdelijke aanduiding voor tekst 17">
            <a:extLst>
              <a:ext uri="{FF2B5EF4-FFF2-40B4-BE49-F238E27FC236}">
                <a16:creationId xmlns:a16="http://schemas.microsoft.com/office/drawing/2014/main" id="{4CC66B21-3F7E-4960-9165-B151B84C68B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01067" y="6228987"/>
            <a:ext cx="3587750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69" name="Tijdelijke aanduiding voor tekst 17">
            <a:extLst>
              <a:ext uri="{FF2B5EF4-FFF2-40B4-BE49-F238E27FC236}">
                <a16:creationId xmlns:a16="http://schemas.microsoft.com/office/drawing/2014/main" id="{7676279E-92B4-4961-AF94-15571B7FB1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299" y="6228987"/>
            <a:ext cx="306387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962201-5F01-4188-BCE2-15FCFBA22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</a:t>
            </a:r>
            <a:r>
              <a:rPr lang="en-GB" noProof="0"/>
              <a:t>title 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415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jdelijke aanduiding voor afbeelding 16">
            <a:extLst>
              <a:ext uri="{FF2B5EF4-FFF2-40B4-BE49-F238E27FC236}">
                <a16:creationId xmlns:a16="http://schemas.microsoft.com/office/drawing/2014/main" id="{A069FBBC-87BA-4F45-9AAA-DB41BB7BADD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1"/>
            <a:ext cx="6096000" cy="5859464"/>
          </a:xfrm>
          <a:solidFill>
            <a:schemeClr val="bg1">
              <a:lumMod val="95000"/>
            </a:schemeClr>
          </a:solidFill>
        </p:spPr>
        <p:txBody>
          <a:bodyPr lIns="360000" tIns="0" rIns="36000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below </a:t>
            </a:r>
            <a:br>
              <a:rPr lang="en-GB"/>
            </a:br>
            <a:r>
              <a:rPr lang="en-GB"/>
              <a:t>to add an image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Need help? To the side of the slides </a:t>
            </a:r>
            <a:br>
              <a:rPr lang="en-GB"/>
            </a:br>
            <a:r>
              <a:rPr lang="en-GB"/>
              <a:t>you will find additional instructions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4375" y="1460258"/>
            <a:ext cx="5027612" cy="4399206"/>
          </a:xfrm>
        </p:spPr>
        <p:txBody>
          <a:bodyPr vert="horz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/>
            </a:lvl5pPr>
            <a:lvl6pPr>
              <a:defRPr/>
            </a:lvl6pPr>
            <a:lvl7pPr>
              <a:defRPr sz="1600"/>
            </a:lvl7pPr>
            <a:lvl8pPr>
              <a:defRPr sz="1400"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#1</a:t>
            </a:r>
          </a:p>
          <a:p>
            <a:pPr lvl="2"/>
            <a:r>
              <a:rPr lang="en-GB" noProof="0"/>
              <a:t>Sub-bullet #2</a:t>
            </a:r>
          </a:p>
          <a:p>
            <a:pPr lvl="3"/>
            <a:r>
              <a:rPr lang="en-GB" noProof="0"/>
              <a:t>Default text</a:t>
            </a:r>
          </a:p>
          <a:p>
            <a:pPr lvl="4"/>
            <a:r>
              <a:rPr lang="en-GB" noProof="0"/>
              <a:t>Subtitle #1</a:t>
            </a:r>
          </a:p>
          <a:p>
            <a:pPr lvl="5"/>
            <a:r>
              <a:rPr lang="en-GB" noProof="0"/>
              <a:t>Alt. subtitle #2</a:t>
            </a:r>
          </a:p>
          <a:p>
            <a:pPr lvl="6"/>
            <a:r>
              <a:rPr lang="en-GB" noProof="0"/>
              <a:t>Numeric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Quote</a:t>
            </a:r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>
                <a:solidFill>
                  <a:schemeClr val="accent3"/>
                </a:solidFill>
                <a:latin typeface="+mj-lt"/>
              </a:rPr>
              <a:t>PHOTO + TEXT (M)</a:t>
            </a:r>
          </a:p>
        </p:txBody>
      </p:sp>
      <p:sp>
        <p:nvSpPr>
          <p:cNvPr id="78" name="Tijdelijke aanduiding voor tekst 12">
            <a:extLst>
              <a:ext uri="{FF2B5EF4-FFF2-40B4-BE49-F238E27FC236}">
                <a16:creationId xmlns:a16="http://schemas.microsoft.com/office/drawing/2014/main" id="{1C5E0CD9-7591-4B82-8F39-8DABC5704A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978" y="629013"/>
            <a:ext cx="5027009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subtitle here</a:t>
            </a:r>
            <a:br>
              <a:rPr lang="en-GB"/>
            </a:br>
            <a:r>
              <a:rPr lang="en-GB"/>
              <a:t>(Max. two sentences)</a:t>
            </a:r>
          </a:p>
        </p:txBody>
      </p:sp>
      <p:grpSp>
        <p:nvGrpSpPr>
          <p:cNvPr id="189" name="INSTRUCTION">
            <a:extLst>
              <a:ext uri="{FF2B5EF4-FFF2-40B4-BE49-F238E27FC236}">
                <a16:creationId xmlns:a16="http://schemas.microsoft.com/office/drawing/2014/main" id="{80C08B62-1B9B-4F4C-B9F0-8BA0515385D7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90" name="Rechthoek 189">
              <a:extLst>
                <a:ext uri="{FF2B5EF4-FFF2-40B4-BE49-F238E27FC236}">
                  <a16:creationId xmlns:a16="http://schemas.microsoft.com/office/drawing/2014/main" id="{98AC4C48-D081-4651-923C-F0C0CF280522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91" name="Ovaal 190">
              <a:extLst>
                <a:ext uri="{FF2B5EF4-FFF2-40B4-BE49-F238E27FC236}">
                  <a16:creationId xmlns:a16="http://schemas.microsoft.com/office/drawing/2014/main" id="{04DD9310-48BC-47FE-B211-3C3872DC5215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92" name="Rechthoek 191">
              <a:extLst>
                <a:ext uri="{FF2B5EF4-FFF2-40B4-BE49-F238E27FC236}">
                  <a16:creationId xmlns:a16="http://schemas.microsoft.com/office/drawing/2014/main" id="{8E463F2A-FB6E-48E5-BF2B-4CE36BE1ED12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93" name="Ovaal 192">
              <a:extLst>
                <a:ext uri="{FF2B5EF4-FFF2-40B4-BE49-F238E27FC236}">
                  <a16:creationId xmlns:a16="http://schemas.microsoft.com/office/drawing/2014/main" id="{8B75B12A-E93E-413B-9E59-6CA3666A352B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94" name="Rechthoek 193">
              <a:extLst>
                <a:ext uri="{FF2B5EF4-FFF2-40B4-BE49-F238E27FC236}">
                  <a16:creationId xmlns:a16="http://schemas.microsoft.com/office/drawing/2014/main" id="{963513A9-E307-43FB-88F8-57A34EE5DF9E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95" name="Ovaal 194">
              <a:extLst>
                <a:ext uri="{FF2B5EF4-FFF2-40B4-BE49-F238E27FC236}">
                  <a16:creationId xmlns:a16="http://schemas.microsoft.com/office/drawing/2014/main" id="{C0A31973-6F38-4273-BDF8-DAF1715F3A11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96" name="Ovaal 195">
              <a:extLst>
                <a:ext uri="{FF2B5EF4-FFF2-40B4-BE49-F238E27FC236}">
                  <a16:creationId xmlns:a16="http://schemas.microsoft.com/office/drawing/2014/main" id="{90FA53BA-F9AE-4806-8D0C-F8AED87BFEAE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97" name="Ovaal 196">
              <a:extLst>
                <a:ext uri="{FF2B5EF4-FFF2-40B4-BE49-F238E27FC236}">
                  <a16:creationId xmlns:a16="http://schemas.microsoft.com/office/drawing/2014/main" id="{45659DDE-8C3A-4296-8C9B-7E1FBD8D09C8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98" name="Ovaal 197">
              <a:extLst>
                <a:ext uri="{FF2B5EF4-FFF2-40B4-BE49-F238E27FC236}">
                  <a16:creationId xmlns:a16="http://schemas.microsoft.com/office/drawing/2014/main" id="{C9358469-CD30-4ABC-AA26-D8B38D064677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99" name="Ovaal 198">
              <a:extLst>
                <a:ext uri="{FF2B5EF4-FFF2-40B4-BE49-F238E27FC236}">
                  <a16:creationId xmlns:a16="http://schemas.microsoft.com/office/drawing/2014/main" id="{F4C826B3-E394-43DF-A735-B11994220224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00" name="Ovaal 199">
              <a:extLst>
                <a:ext uri="{FF2B5EF4-FFF2-40B4-BE49-F238E27FC236}">
                  <a16:creationId xmlns:a16="http://schemas.microsoft.com/office/drawing/2014/main" id="{B98F06F7-8CEB-4AA9-9668-40321685BEBD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01" name="Ovaal 200">
              <a:extLst>
                <a:ext uri="{FF2B5EF4-FFF2-40B4-BE49-F238E27FC236}">
                  <a16:creationId xmlns:a16="http://schemas.microsoft.com/office/drawing/2014/main" id="{B08CC08E-5F8E-44D8-B07F-5E3397F61C4A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02" name="Rechthoek 201">
              <a:extLst>
                <a:ext uri="{FF2B5EF4-FFF2-40B4-BE49-F238E27FC236}">
                  <a16:creationId xmlns:a16="http://schemas.microsoft.com/office/drawing/2014/main" id="{30FA7777-37F5-4EE5-B720-0BEF47B09A90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03" name="ICOON_info">
              <a:extLst>
                <a:ext uri="{FF2B5EF4-FFF2-40B4-BE49-F238E27FC236}">
                  <a16:creationId xmlns:a16="http://schemas.microsoft.com/office/drawing/2014/main" id="{A3C70919-7309-4ADD-9A50-C2FCFFFC6034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45" name="Ovaal 244">
                <a:extLst>
                  <a:ext uri="{FF2B5EF4-FFF2-40B4-BE49-F238E27FC236}">
                    <a16:creationId xmlns:a16="http://schemas.microsoft.com/office/drawing/2014/main" id="{AE2C64DD-0303-4C03-B547-779E6532E02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6" name="Graphic 163" descr="Informatie">
                <a:extLst>
                  <a:ext uri="{FF2B5EF4-FFF2-40B4-BE49-F238E27FC236}">
                    <a16:creationId xmlns:a16="http://schemas.microsoft.com/office/drawing/2014/main" id="{51E6934A-8457-4058-9217-AE48CEBDDEF7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4" name="VOORBEELD">
              <a:extLst>
                <a:ext uri="{FF2B5EF4-FFF2-40B4-BE49-F238E27FC236}">
                  <a16:creationId xmlns:a16="http://schemas.microsoft.com/office/drawing/2014/main" id="{1CC6B8C6-FB1C-4B4D-98F0-51F2996FF531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205" name="Rechthoek 204">
                <a:extLst>
                  <a:ext uri="{FF2B5EF4-FFF2-40B4-BE49-F238E27FC236}">
                    <a16:creationId xmlns:a16="http://schemas.microsoft.com/office/drawing/2014/main" id="{E957AC52-DB82-49C2-A768-BD38BA90A541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206" name="Rechthoek 205">
                <a:extLst>
                  <a:ext uri="{FF2B5EF4-FFF2-40B4-BE49-F238E27FC236}">
                    <a16:creationId xmlns:a16="http://schemas.microsoft.com/office/drawing/2014/main" id="{B50B5EDA-8739-4EC4-9028-11E64A4B11F4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07" name="Groep 206">
                <a:extLst>
                  <a:ext uri="{FF2B5EF4-FFF2-40B4-BE49-F238E27FC236}">
                    <a16:creationId xmlns:a16="http://schemas.microsoft.com/office/drawing/2014/main" id="{E37B3865-A5A7-41F5-9557-A0D050594266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38" name="Groep 237">
                  <a:extLst>
                    <a:ext uri="{FF2B5EF4-FFF2-40B4-BE49-F238E27FC236}">
                      <a16:creationId xmlns:a16="http://schemas.microsoft.com/office/drawing/2014/main" id="{EE02DFCC-460B-4BA9-ADA8-0C4CD09B1AC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40" name="Rechte verbindingslijn 239">
                    <a:extLst>
                      <a:ext uri="{FF2B5EF4-FFF2-40B4-BE49-F238E27FC236}">
                        <a16:creationId xmlns:a16="http://schemas.microsoft.com/office/drawing/2014/main" id="{49CE3304-ADB4-43A6-8D64-A9A5492E14C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1" name="Rechte verbindingslijn 240">
                    <a:extLst>
                      <a:ext uri="{FF2B5EF4-FFF2-40B4-BE49-F238E27FC236}">
                        <a16:creationId xmlns:a16="http://schemas.microsoft.com/office/drawing/2014/main" id="{FA1CB34A-60D1-4866-9899-1AE2593E879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2" name="Rechte verbindingslijn 241">
                    <a:extLst>
                      <a:ext uri="{FF2B5EF4-FFF2-40B4-BE49-F238E27FC236}">
                        <a16:creationId xmlns:a16="http://schemas.microsoft.com/office/drawing/2014/main" id="{DEE6033E-42AC-428B-AF50-2A8D1D1D3CD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3" name="Rechte verbindingslijn 242">
                    <a:extLst>
                      <a:ext uri="{FF2B5EF4-FFF2-40B4-BE49-F238E27FC236}">
                        <a16:creationId xmlns:a16="http://schemas.microsoft.com/office/drawing/2014/main" id="{9910084A-0EA6-41D8-AEC0-ABDCC7E37A9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4" name="Rechte verbindingslijn 243">
                    <a:extLst>
                      <a:ext uri="{FF2B5EF4-FFF2-40B4-BE49-F238E27FC236}">
                        <a16:creationId xmlns:a16="http://schemas.microsoft.com/office/drawing/2014/main" id="{B46679FB-A4D2-4359-94A4-5C43075A3DE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9" name="Pijl: rechts 238">
                  <a:extLst>
                    <a:ext uri="{FF2B5EF4-FFF2-40B4-BE49-F238E27FC236}">
                      <a16:creationId xmlns:a16="http://schemas.microsoft.com/office/drawing/2014/main" id="{23893F44-958C-4EE1-8F6B-5CFF8FB5560E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08" name="Groep 207">
                <a:extLst>
                  <a:ext uri="{FF2B5EF4-FFF2-40B4-BE49-F238E27FC236}">
                    <a16:creationId xmlns:a16="http://schemas.microsoft.com/office/drawing/2014/main" id="{36977B52-BB73-4211-93D7-B1B53F7CBBE0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31" name="Groep 230">
                  <a:extLst>
                    <a:ext uri="{FF2B5EF4-FFF2-40B4-BE49-F238E27FC236}">
                      <a16:creationId xmlns:a16="http://schemas.microsoft.com/office/drawing/2014/main" id="{FEA193D9-D733-4F1B-926B-A5584E3F3ED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33" name="Rechte verbindingslijn 232">
                    <a:extLst>
                      <a:ext uri="{FF2B5EF4-FFF2-40B4-BE49-F238E27FC236}">
                        <a16:creationId xmlns:a16="http://schemas.microsoft.com/office/drawing/2014/main" id="{587B2261-A9AF-45BE-9FF3-6644DE3BDF8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4" name="Rechte verbindingslijn 233">
                    <a:extLst>
                      <a:ext uri="{FF2B5EF4-FFF2-40B4-BE49-F238E27FC236}">
                        <a16:creationId xmlns:a16="http://schemas.microsoft.com/office/drawing/2014/main" id="{4694D9FD-438D-44F8-ACEA-C45D76E5668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5" name="Rechte verbindingslijn 234">
                    <a:extLst>
                      <a:ext uri="{FF2B5EF4-FFF2-40B4-BE49-F238E27FC236}">
                        <a16:creationId xmlns:a16="http://schemas.microsoft.com/office/drawing/2014/main" id="{23D4BB5D-2154-440A-A542-D6F72AA665E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6" name="Rechte verbindingslijn 235">
                    <a:extLst>
                      <a:ext uri="{FF2B5EF4-FFF2-40B4-BE49-F238E27FC236}">
                        <a16:creationId xmlns:a16="http://schemas.microsoft.com/office/drawing/2014/main" id="{1296CDF8-74FE-4B0A-88ED-5B5329F318D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7" name="Rechte verbindingslijn 236">
                    <a:extLst>
                      <a:ext uri="{FF2B5EF4-FFF2-40B4-BE49-F238E27FC236}">
                        <a16:creationId xmlns:a16="http://schemas.microsoft.com/office/drawing/2014/main" id="{D172094B-305B-43FE-A5EE-F9E239D416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2" name="Pijl: rechts 231">
                  <a:extLst>
                    <a:ext uri="{FF2B5EF4-FFF2-40B4-BE49-F238E27FC236}">
                      <a16:creationId xmlns:a16="http://schemas.microsoft.com/office/drawing/2014/main" id="{A32B0A0B-3CB3-4910-A16D-D2F8047C3B65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209" name="Rechte verbindingslijn 208">
                <a:extLst>
                  <a:ext uri="{FF2B5EF4-FFF2-40B4-BE49-F238E27FC236}">
                    <a16:creationId xmlns:a16="http://schemas.microsoft.com/office/drawing/2014/main" id="{BC1574D9-9AEB-487A-BDA4-6A6BC9691C9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210" name="Rechte verbindingslijn 209">
                <a:extLst>
                  <a:ext uri="{FF2B5EF4-FFF2-40B4-BE49-F238E27FC236}">
                    <a16:creationId xmlns:a16="http://schemas.microsoft.com/office/drawing/2014/main" id="{52C63D8D-5F24-4515-9F55-ACFE4030EC2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211" name="Rechthoek 210">
                <a:extLst>
                  <a:ext uri="{FF2B5EF4-FFF2-40B4-BE49-F238E27FC236}">
                    <a16:creationId xmlns:a16="http://schemas.microsoft.com/office/drawing/2014/main" id="{E5B6C6CB-300D-41EB-84E5-63DB608D94EF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212" name="Rechthoek 211">
                <a:extLst>
                  <a:ext uri="{FF2B5EF4-FFF2-40B4-BE49-F238E27FC236}">
                    <a16:creationId xmlns:a16="http://schemas.microsoft.com/office/drawing/2014/main" id="{69F99F3B-7778-4DBE-A19D-3E5F85CB6403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213" name="Groep 212">
                <a:extLst>
                  <a:ext uri="{FF2B5EF4-FFF2-40B4-BE49-F238E27FC236}">
                    <a16:creationId xmlns:a16="http://schemas.microsoft.com/office/drawing/2014/main" id="{5B2681A4-0354-42D5-BD30-71D120FF9AEF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23" name="Rechthoek 222">
                  <a:extLst>
                    <a:ext uri="{FF2B5EF4-FFF2-40B4-BE49-F238E27FC236}">
                      <a16:creationId xmlns:a16="http://schemas.microsoft.com/office/drawing/2014/main" id="{D43A0D9F-2624-432A-B158-DA5EE9EF6B47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24" name="Groep 223">
                  <a:extLst>
                    <a:ext uri="{FF2B5EF4-FFF2-40B4-BE49-F238E27FC236}">
                      <a16:creationId xmlns:a16="http://schemas.microsoft.com/office/drawing/2014/main" id="{E1457A68-238E-4CA8-8225-C274E499813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26" name="Rechte verbindingslijn 225">
                    <a:extLst>
                      <a:ext uri="{FF2B5EF4-FFF2-40B4-BE49-F238E27FC236}">
                        <a16:creationId xmlns:a16="http://schemas.microsoft.com/office/drawing/2014/main" id="{770D0DEF-3889-408A-846C-4E40C4886AD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7" name="Rechte verbindingslijn 226">
                    <a:extLst>
                      <a:ext uri="{FF2B5EF4-FFF2-40B4-BE49-F238E27FC236}">
                        <a16:creationId xmlns:a16="http://schemas.microsoft.com/office/drawing/2014/main" id="{93B03BE1-7580-4C8A-B726-1D3236BCC6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8" name="Rechte verbindingslijn 227">
                    <a:extLst>
                      <a:ext uri="{FF2B5EF4-FFF2-40B4-BE49-F238E27FC236}">
                        <a16:creationId xmlns:a16="http://schemas.microsoft.com/office/drawing/2014/main" id="{AC4DCBAE-85A1-4EA2-B3E5-D3A284ED3ED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9" name="Rechte verbindingslijn 228">
                    <a:extLst>
                      <a:ext uri="{FF2B5EF4-FFF2-40B4-BE49-F238E27FC236}">
                        <a16:creationId xmlns:a16="http://schemas.microsoft.com/office/drawing/2014/main" id="{D938D223-9CEC-44F0-809C-CE7F2ADAAC2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0" name="Rechte verbindingslijn 229">
                    <a:extLst>
                      <a:ext uri="{FF2B5EF4-FFF2-40B4-BE49-F238E27FC236}">
                        <a16:creationId xmlns:a16="http://schemas.microsoft.com/office/drawing/2014/main" id="{8A1EB514-F879-4506-831E-3B5BF27D6A0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25" name="Pijl: rechts 224">
                  <a:extLst>
                    <a:ext uri="{FF2B5EF4-FFF2-40B4-BE49-F238E27FC236}">
                      <a16:creationId xmlns:a16="http://schemas.microsoft.com/office/drawing/2014/main" id="{888D4C6B-43C3-4817-A952-477B109369E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14" name="Groep 213">
                <a:extLst>
                  <a:ext uri="{FF2B5EF4-FFF2-40B4-BE49-F238E27FC236}">
                    <a16:creationId xmlns:a16="http://schemas.microsoft.com/office/drawing/2014/main" id="{C26998F4-211B-414D-9221-BB672E870807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215" name="Rechthoek 214">
                  <a:extLst>
                    <a:ext uri="{FF2B5EF4-FFF2-40B4-BE49-F238E27FC236}">
                      <a16:creationId xmlns:a16="http://schemas.microsoft.com/office/drawing/2014/main" id="{7713FFB8-C284-420A-8DBF-C689C1EB3980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16" name="Groep 215">
                  <a:extLst>
                    <a:ext uri="{FF2B5EF4-FFF2-40B4-BE49-F238E27FC236}">
                      <a16:creationId xmlns:a16="http://schemas.microsoft.com/office/drawing/2014/main" id="{A2044200-8847-483C-A5C6-16000C10624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18" name="Rechte verbindingslijn 217">
                    <a:extLst>
                      <a:ext uri="{FF2B5EF4-FFF2-40B4-BE49-F238E27FC236}">
                        <a16:creationId xmlns:a16="http://schemas.microsoft.com/office/drawing/2014/main" id="{1DF49797-C16C-4875-9F33-0CDAA597C41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9" name="Rechte verbindingslijn 218">
                    <a:extLst>
                      <a:ext uri="{FF2B5EF4-FFF2-40B4-BE49-F238E27FC236}">
                        <a16:creationId xmlns:a16="http://schemas.microsoft.com/office/drawing/2014/main" id="{716FF07A-9135-4BDB-8F28-177F5C5C1E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0" name="Rechte verbindingslijn 219">
                    <a:extLst>
                      <a:ext uri="{FF2B5EF4-FFF2-40B4-BE49-F238E27FC236}">
                        <a16:creationId xmlns:a16="http://schemas.microsoft.com/office/drawing/2014/main" id="{0755BD2C-5A77-4DD6-B60F-2B23F74E900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1" name="Rechte verbindingslijn 220">
                    <a:extLst>
                      <a:ext uri="{FF2B5EF4-FFF2-40B4-BE49-F238E27FC236}">
                        <a16:creationId xmlns:a16="http://schemas.microsoft.com/office/drawing/2014/main" id="{7CAEBA29-0611-4E34-A598-179850F65FD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2" name="Rechte verbindingslijn 221">
                    <a:extLst>
                      <a:ext uri="{FF2B5EF4-FFF2-40B4-BE49-F238E27FC236}">
                        <a16:creationId xmlns:a16="http://schemas.microsoft.com/office/drawing/2014/main" id="{EDDC57F1-953F-49AE-A499-A53DD74D475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17" name="Pijl: rechts 216">
                  <a:extLst>
                    <a:ext uri="{FF2B5EF4-FFF2-40B4-BE49-F238E27FC236}">
                      <a16:creationId xmlns:a16="http://schemas.microsoft.com/office/drawing/2014/main" id="{D0E5908B-2965-4FBE-9793-76D9CB6044F6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112" name="Tijdelijke aanduiding voor tekst 153">
            <a:extLst>
              <a:ext uri="{FF2B5EF4-FFF2-40B4-BE49-F238E27FC236}">
                <a16:creationId xmlns:a16="http://schemas.microsoft.com/office/drawing/2014/main" id="{DEC4D9B5-CDE7-438B-8473-10DC744BFB9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972595" y="385334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74E517C9-7AAB-4A7D-8851-32F69DAC64D0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11382001" y="622531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20" name="INSTRUCTION">
            <a:extLst>
              <a:ext uri="{FF2B5EF4-FFF2-40B4-BE49-F238E27FC236}">
                <a16:creationId xmlns:a16="http://schemas.microsoft.com/office/drawing/2014/main" id="{0B8900D0-61CF-479F-A570-106FB722B5AB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4F9348BB-4699-4AA4-B73B-58D9F79815DF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4BAB6853-CB7C-4F08-9D6A-9E9C53369F98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4F5FD2B9-C8B7-48CF-A8C0-ADB8B741D0C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984B0524-D92B-4FF8-AB79-F82ABA826782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5" name="Groep 124">
              <a:extLst>
                <a:ext uri="{FF2B5EF4-FFF2-40B4-BE49-F238E27FC236}">
                  <a16:creationId xmlns:a16="http://schemas.microsoft.com/office/drawing/2014/main" id="{E56C6440-4261-4DBA-B49A-C4BAE203C6E6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272" name="Rechthoek 271">
                <a:extLst>
                  <a:ext uri="{FF2B5EF4-FFF2-40B4-BE49-F238E27FC236}">
                    <a16:creationId xmlns:a16="http://schemas.microsoft.com/office/drawing/2014/main" id="{B58E8989-7B08-4A69-B6EE-CDE522403C83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3" name="Ovaal 272">
                <a:extLst>
                  <a:ext uri="{FF2B5EF4-FFF2-40B4-BE49-F238E27FC236}">
                    <a16:creationId xmlns:a16="http://schemas.microsoft.com/office/drawing/2014/main" id="{08566189-3519-41E8-836F-69F860337759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4" name="Vrije vorm: vorm 273">
                <a:extLst>
                  <a:ext uri="{FF2B5EF4-FFF2-40B4-BE49-F238E27FC236}">
                    <a16:creationId xmlns:a16="http://schemas.microsoft.com/office/drawing/2014/main" id="{C0948AE3-5BBB-4E95-9BB6-5B691711F1A6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5" name="Rechthoek: afgeronde hoeken 274">
                <a:extLst>
                  <a:ext uri="{FF2B5EF4-FFF2-40B4-BE49-F238E27FC236}">
                    <a16:creationId xmlns:a16="http://schemas.microsoft.com/office/drawing/2014/main" id="{F93D736C-72AF-4ED8-A2DB-D2848812DB39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76" name="Rechte verbindingslijn 275">
                <a:extLst>
                  <a:ext uri="{FF2B5EF4-FFF2-40B4-BE49-F238E27FC236}">
                    <a16:creationId xmlns:a16="http://schemas.microsoft.com/office/drawing/2014/main" id="{36B826D4-832B-4003-B669-DA30E00F425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77" name="Rechte verbindingslijn 276">
                <a:extLst>
                  <a:ext uri="{FF2B5EF4-FFF2-40B4-BE49-F238E27FC236}">
                    <a16:creationId xmlns:a16="http://schemas.microsoft.com/office/drawing/2014/main" id="{581A6C84-D1BD-4AD9-BCBF-5B99530C74A1}"/>
                  </a:ext>
                </a:extLst>
              </p:cNvPr>
              <p:cNvCxnSpPr>
                <a:cxnSpLocks/>
                <a:stCxn id="275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8FF24D71-FF4E-4140-A2F2-37739D5B33F2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5FED93E6-CA10-43E1-A6E9-BA18C6B1F867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8" name="Groep 127">
              <a:extLst>
                <a:ext uri="{FF2B5EF4-FFF2-40B4-BE49-F238E27FC236}">
                  <a16:creationId xmlns:a16="http://schemas.microsoft.com/office/drawing/2014/main" id="{3621A042-2FBC-4C21-A77B-AEC717EE35B5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269" name="Rechthoek 268">
                <a:extLst>
                  <a:ext uri="{FF2B5EF4-FFF2-40B4-BE49-F238E27FC236}">
                    <a16:creationId xmlns:a16="http://schemas.microsoft.com/office/drawing/2014/main" id="{FE1B34F3-3402-4416-AF05-6CF62343F9F1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270" name="Rechte verbindingslijn 269">
                <a:extLst>
                  <a:ext uri="{FF2B5EF4-FFF2-40B4-BE49-F238E27FC236}">
                    <a16:creationId xmlns:a16="http://schemas.microsoft.com/office/drawing/2014/main" id="{6146CBEE-E2E0-481E-8476-B959EDDDD5D5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271" name="Gelijkbenige driehoek 270">
                <a:extLst>
                  <a:ext uri="{FF2B5EF4-FFF2-40B4-BE49-F238E27FC236}">
                    <a16:creationId xmlns:a16="http://schemas.microsoft.com/office/drawing/2014/main" id="{3844A133-595B-4978-9B87-1E7CF3AB4269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29" name="Ovaal 128">
              <a:extLst>
                <a:ext uri="{FF2B5EF4-FFF2-40B4-BE49-F238E27FC236}">
                  <a16:creationId xmlns:a16="http://schemas.microsoft.com/office/drawing/2014/main" id="{B5D8A5F5-B31A-4AC1-9CBC-F10EAFD05C70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30" name="Rechthoek 129">
              <a:extLst>
                <a:ext uri="{FF2B5EF4-FFF2-40B4-BE49-F238E27FC236}">
                  <a16:creationId xmlns:a16="http://schemas.microsoft.com/office/drawing/2014/main" id="{6C72C01F-89F6-44C8-BF69-0079444EA3A1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31" name="Ovaal 130">
              <a:extLst>
                <a:ext uri="{FF2B5EF4-FFF2-40B4-BE49-F238E27FC236}">
                  <a16:creationId xmlns:a16="http://schemas.microsoft.com/office/drawing/2014/main" id="{1C126271-04C6-4550-AE6D-9EE32AC3A8C0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2" name="Rechthoek 131">
              <a:extLst>
                <a:ext uri="{FF2B5EF4-FFF2-40B4-BE49-F238E27FC236}">
                  <a16:creationId xmlns:a16="http://schemas.microsoft.com/office/drawing/2014/main" id="{B0484E41-76EB-4018-A50B-FDD6664B0C92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33" name="Groep 132">
              <a:extLst>
                <a:ext uri="{FF2B5EF4-FFF2-40B4-BE49-F238E27FC236}">
                  <a16:creationId xmlns:a16="http://schemas.microsoft.com/office/drawing/2014/main" id="{4B1784BA-D247-4D0C-AA39-6C32262BBA89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253" name="Groep 252">
                <a:extLst>
                  <a:ext uri="{FF2B5EF4-FFF2-40B4-BE49-F238E27FC236}">
                    <a16:creationId xmlns:a16="http://schemas.microsoft.com/office/drawing/2014/main" id="{4D91667F-A506-40BE-928D-77FD2C91C3E6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256" name="Groep 255">
                  <a:extLst>
                    <a:ext uri="{FF2B5EF4-FFF2-40B4-BE49-F238E27FC236}">
                      <a16:creationId xmlns:a16="http://schemas.microsoft.com/office/drawing/2014/main" id="{5018AF12-6A67-4650-9975-5859DD6A0C35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263" name="Groep 262">
                    <a:extLst>
                      <a:ext uri="{FF2B5EF4-FFF2-40B4-BE49-F238E27FC236}">
                        <a16:creationId xmlns:a16="http://schemas.microsoft.com/office/drawing/2014/main" id="{0206FB4C-ED38-4A82-A4BB-048EACFEA41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266" name="Rechthoek 265">
                      <a:extLst>
                        <a:ext uri="{FF2B5EF4-FFF2-40B4-BE49-F238E27FC236}">
                          <a16:creationId xmlns:a16="http://schemas.microsoft.com/office/drawing/2014/main" id="{9BD2E709-4FAF-4E15-AAE3-7E47FF1C7E9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67" name="Rechthoek 266">
                      <a:extLst>
                        <a:ext uri="{FF2B5EF4-FFF2-40B4-BE49-F238E27FC236}">
                          <a16:creationId xmlns:a16="http://schemas.microsoft.com/office/drawing/2014/main" id="{4C877303-5246-418A-81ED-59F9BCACE0E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68" name="Ovaal 267">
                      <a:extLst>
                        <a:ext uri="{FF2B5EF4-FFF2-40B4-BE49-F238E27FC236}">
                          <a16:creationId xmlns:a16="http://schemas.microsoft.com/office/drawing/2014/main" id="{9B762617-9970-4003-9360-9E359CD4734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264" name="Afbeelding 263">
                    <a:extLst>
                      <a:ext uri="{FF2B5EF4-FFF2-40B4-BE49-F238E27FC236}">
                        <a16:creationId xmlns:a16="http://schemas.microsoft.com/office/drawing/2014/main" id="{0F895CE4-FBB7-4E01-8161-4E5E737E8FE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265" name="Afbeelding 264">
                    <a:extLst>
                      <a:ext uri="{FF2B5EF4-FFF2-40B4-BE49-F238E27FC236}">
                        <a16:creationId xmlns:a16="http://schemas.microsoft.com/office/drawing/2014/main" id="{A78B9558-81A4-4AEC-8D6B-FDF15083F08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57" name="Groep 256">
                  <a:extLst>
                    <a:ext uri="{FF2B5EF4-FFF2-40B4-BE49-F238E27FC236}">
                      <a16:creationId xmlns:a16="http://schemas.microsoft.com/office/drawing/2014/main" id="{70CA403C-7EAD-428F-97AB-272A909EDEA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261" name="Rechthoek 260">
                    <a:extLst>
                      <a:ext uri="{FF2B5EF4-FFF2-40B4-BE49-F238E27FC236}">
                        <a16:creationId xmlns:a16="http://schemas.microsoft.com/office/drawing/2014/main" id="{09B9E82A-EB07-4E81-8D31-E1BF125CA30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62" name="Rechthoek 261">
                    <a:extLst>
                      <a:ext uri="{FF2B5EF4-FFF2-40B4-BE49-F238E27FC236}">
                        <a16:creationId xmlns:a16="http://schemas.microsoft.com/office/drawing/2014/main" id="{28197A82-4E74-49F2-9132-559E8F801997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58" name="Groep 257">
                  <a:extLst>
                    <a:ext uri="{FF2B5EF4-FFF2-40B4-BE49-F238E27FC236}">
                      <a16:creationId xmlns:a16="http://schemas.microsoft.com/office/drawing/2014/main" id="{2732E245-49BC-4B08-BCB2-5D35EAA02C5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259" name="Rechthoek 258">
                    <a:extLst>
                      <a:ext uri="{FF2B5EF4-FFF2-40B4-BE49-F238E27FC236}">
                        <a16:creationId xmlns:a16="http://schemas.microsoft.com/office/drawing/2014/main" id="{0F1C414A-B72B-42C1-92E4-CFE78B57E6D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60" name="Rechthoek 259">
                    <a:extLst>
                      <a:ext uri="{FF2B5EF4-FFF2-40B4-BE49-F238E27FC236}">
                        <a16:creationId xmlns:a16="http://schemas.microsoft.com/office/drawing/2014/main" id="{F2A569DF-429B-4FDD-8467-64D496FF213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254" name="Rechthoek 253">
                <a:extLst>
                  <a:ext uri="{FF2B5EF4-FFF2-40B4-BE49-F238E27FC236}">
                    <a16:creationId xmlns:a16="http://schemas.microsoft.com/office/drawing/2014/main" id="{93C19CB6-6062-4F0A-810A-D396BB4CF9C5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255" name="Gelijkbenige driehoek 254">
                <a:extLst>
                  <a:ext uri="{FF2B5EF4-FFF2-40B4-BE49-F238E27FC236}">
                    <a16:creationId xmlns:a16="http://schemas.microsoft.com/office/drawing/2014/main" id="{FB55FC06-2719-4002-BDA2-A345D7A8F9CE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4" name="Groep 133">
              <a:extLst>
                <a:ext uri="{FF2B5EF4-FFF2-40B4-BE49-F238E27FC236}">
                  <a16:creationId xmlns:a16="http://schemas.microsoft.com/office/drawing/2014/main" id="{91A8C306-AD22-473E-8034-0E573A6471CF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7CB8F338-FA2A-4063-8BCB-E883ACCBD27C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9" name="Rechthoek 138">
                <a:extLst>
                  <a:ext uri="{FF2B5EF4-FFF2-40B4-BE49-F238E27FC236}">
                    <a16:creationId xmlns:a16="http://schemas.microsoft.com/office/drawing/2014/main" id="{563388BA-4EDB-4B88-BB4D-33E99A5B56A6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1619DDA-85BC-4639-B91A-AB579B719D7B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141" name="Tekstvak 140">
                <a:extLst>
                  <a:ext uri="{FF2B5EF4-FFF2-40B4-BE49-F238E27FC236}">
                    <a16:creationId xmlns:a16="http://schemas.microsoft.com/office/drawing/2014/main" id="{F5504918-0D36-43A6-84CC-D8C87B6BE886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142" name="Vrije vorm: vorm 141">
                <a:extLst>
                  <a:ext uri="{FF2B5EF4-FFF2-40B4-BE49-F238E27FC236}">
                    <a16:creationId xmlns:a16="http://schemas.microsoft.com/office/drawing/2014/main" id="{F7925896-702C-4DBB-8134-7587467E52AD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5" name="Gelijkbenige driehoek 144">
                <a:extLst>
                  <a:ext uri="{FF2B5EF4-FFF2-40B4-BE49-F238E27FC236}">
                    <a16:creationId xmlns:a16="http://schemas.microsoft.com/office/drawing/2014/main" id="{8F551464-B5BD-4522-B59C-4B19D10DE342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6" name="Groep 145">
                <a:extLst>
                  <a:ext uri="{FF2B5EF4-FFF2-40B4-BE49-F238E27FC236}">
                    <a16:creationId xmlns:a16="http://schemas.microsoft.com/office/drawing/2014/main" id="{3D061DCC-1A3E-4971-AA35-B0EB01415E31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250" name="Rechthoek 249">
                  <a:extLst>
                    <a:ext uri="{FF2B5EF4-FFF2-40B4-BE49-F238E27FC236}">
                      <a16:creationId xmlns:a16="http://schemas.microsoft.com/office/drawing/2014/main" id="{35D97840-BC07-4A09-A095-8CA735DDBDC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1" name="Rechthoek 250">
                  <a:extLst>
                    <a:ext uri="{FF2B5EF4-FFF2-40B4-BE49-F238E27FC236}">
                      <a16:creationId xmlns:a16="http://schemas.microsoft.com/office/drawing/2014/main" id="{8C7B6EC4-F421-4C30-A339-3AD73E58A74B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2" name="Rechthoek 251">
                  <a:extLst>
                    <a:ext uri="{FF2B5EF4-FFF2-40B4-BE49-F238E27FC236}">
                      <a16:creationId xmlns:a16="http://schemas.microsoft.com/office/drawing/2014/main" id="{6F26BDE0-4449-4E6A-90F6-046107F4D679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7" name="Groep 146">
                <a:extLst>
                  <a:ext uri="{FF2B5EF4-FFF2-40B4-BE49-F238E27FC236}">
                    <a16:creationId xmlns:a16="http://schemas.microsoft.com/office/drawing/2014/main" id="{E1E4C00D-C75A-45C9-A084-E7F80B08C564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1DE08FFC-9955-4645-B23C-F4A8CE9E34CA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48" name="Rechthoek 247">
                  <a:extLst>
                    <a:ext uri="{FF2B5EF4-FFF2-40B4-BE49-F238E27FC236}">
                      <a16:creationId xmlns:a16="http://schemas.microsoft.com/office/drawing/2014/main" id="{C54D417E-3A4C-4561-9FBF-0292565C839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49" name="Rechthoek 248">
                  <a:extLst>
                    <a:ext uri="{FF2B5EF4-FFF2-40B4-BE49-F238E27FC236}">
                      <a16:creationId xmlns:a16="http://schemas.microsoft.com/office/drawing/2014/main" id="{94B646B9-3872-4332-B6C5-0CB6695F8A48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35" name="ICOON_info">
              <a:extLst>
                <a:ext uri="{FF2B5EF4-FFF2-40B4-BE49-F238E27FC236}">
                  <a16:creationId xmlns:a16="http://schemas.microsoft.com/office/drawing/2014/main" id="{8196B364-ECD5-46F3-AEDC-9AA5B75D9255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136" name="Ovaal 135">
                <a:extLst>
                  <a:ext uri="{FF2B5EF4-FFF2-40B4-BE49-F238E27FC236}">
                    <a16:creationId xmlns:a16="http://schemas.microsoft.com/office/drawing/2014/main" id="{D2823A4E-C689-47F6-A835-927AFDC1B76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7" name="Graphic 163" descr="Informatie">
                <a:extLst>
                  <a:ext uri="{FF2B5EF4-FFF2-40B4-BE49-F238E27FC236}">
                    <a16:creationId xmlns:a16="http://schemas.microsoft.com/office/drawing/2014/main" id="{CB5F2BAC-A167-43A2-B246-DB2BAAD88FD7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44" name="Tijdelijke aanduiding voor tekst 2047">
            <a:extLst>
              <a:ext uri="{FF2B5EF4-FFF2-40B4-BE49-F238E27FC236}">
                <a16:creationId xmlns:a16="http://schemas.microsoft.com/office/drawing/2014/main" id="{8ABA3738-3F6D-4322-97B7-276842FCB5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297062">
            <a:off x="10422652" y="5410255"/>
            <a:ext cx="673535" cy="729221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l="-4752" t="-2796" r="-3042" b="-2796"/>
            </a:stretch>
          </a:blip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400">
                <a:solidFill>
                  <a:srgbClr val="A6A6A6">
                    <a:alpha val="0"/>
                  </a:srgbClr>
                </a:solidFill>
              </a:defRPr>
            </a:lvl1pPr>
          </a:lstStyle>
          <a:p>
            <a:pPr lvl="0"/>
            <a:r>
              <a:rPr lang="en-GB"/>
              <a:t>Logo</a:t>
            </a:r>
          </a:p>
        </p:txBody>
      </p:sp>
      <p:sp>
        <p:nvSpPr>
          <p:cNvPr id="149" name="Tijdelijke aanduiding voor tekst 17">
            <a:extLst>
              <a:ext uri="{FF2B5EF4-FFF2-40B4-BE49-F238E27FC236}">
                <a16:creationId xmlns:a16="http://schemas.microsoft.com/office/drawing/2014/main" id="{CB5B9BD9-FDAA-4585-B5BF-1FBF0495D5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0" y="6228987"/>
            <a:ext cx="3235240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Place your source here</a:t>
            </a:r>
          </a:p>
        </p:txBody>
      </p:sp>
      <p:sp>
        <p:nvSpPr>
          <p:cNvPr id="150" name="Tijdelijke aanduiding voor tekst 17">
            <a:extLst>
              <a:ext uri="{FF2B5EF4-FFF2-40B4-BE49-F238E27FC236}">
                <a16:creationId xmlns:a16="http://schemas.microsoft.com/office/drawing/2014/main" id="{28DED722-78F7-4A2E-AD27-2FCACCB25AE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292778" y="6228987"/>
            <a:ext cx="3600272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Note:</a:t>
            </a:r>
          </a:p>
        </p:txBody>
      </p:sp>
      <p:sp>
        <p:nvSpPr>
          <p:cNvPr id="151" name="Tijdelijke aanduiding voor tekst 17">
            <a:extLst>
              <a:ext uri="{FF2B5EF4-FFF2-40B4-BE49-F238E27FC236}">
                <a16:creationId xmlns:a16="http://schemas.microsoft.com/office/drawing/2014/main" id="{603C6099-2980-4E42-983F-A6C5841651F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9124" y="6228404"/>
            <a:ext cx="3067049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Presentation title | Version # | Slide: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4A185D-53D0-461E-B088-EA79E9E4F9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977" y="385334"/>
            <a:ext cx="8695889" cy="234000"/>
          </a:xfrm>
        </p:spPr>
        <p:txBody>
          <a:bodyPr/>
          <a:lstStyle/>
          <a:p>
            <a:r>
              <a:rPr lang="en-GB"/>
              <a:t>Place title here</a:t>
            </a:r>
          </a:p>
        </p:txBody>
      </p:sp>
    </p:spTree>
    <p:extLst>
      <p:ext uri="{BB962C8B-B14F-4D97-AF65-F5344CB8AC3E}">
        <p14:creationId xmlns:p14="http://schemas.microsoft.com/office/powerpoint/2010/main" val="96536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624639" y="1460258"/>
            <a:ext cx="5027612" cy="439920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 err="1">
                <a:solidFill>
                  <a:schemeClr val="accent3"/>
                </a:solidFill>
                <a:latin typeface="+mj-lt"/>
              </a:rPr>
              <a:t>TExT</a:t>
            </a:r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 + GRAPH</a:t>
            </a:r>
          </a:p>
        </p:txBody>
      </p:sp>
      <p:sp>
        <p:nvSpPr>
          <p:cNvPr id="196" name="Tijdelijke aanduiding voor grafiek 17">
            <a:extLst>
              <a:ext uri="{FF2B5EF4-FFF2-40B4-BE49-F238E27FC236}">
                <a16:creationId xmlns:a16="http://schemas.microsoft.com/office/drawing/2014/main" id="{25186992-A607-4E63-8AD2-7C7E6EDB1F4E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>
          <a:xfrm>
            <a:off x="714978" y="1460258"/>
            <a:ext cx="5556250" cy="4399206"/>
          </a:xfrm>
          <a:noFill/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graph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EF62F7D-A662-4598-8EED-1A16C1C64C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382001" y="622531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1" name="Tijdelijke aanduiding voor tekst 12">
            <a:extLst>
              <a:ext uri="{FF2B5EF4-FFF2-40B4-BE49-F238E27FC236}">
                <a16:creationId xmlns:a16="http://schemas.microsoft.com/office/drawing/2014/main" id="{22D8EE8F-B624-483F-BF87-381E5145129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ED52965-0B8F-48C5-A29C-619202119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grpSp>
        <p:nvGrpSpPr>
          <p:cNvPr id="202" name="INSTRUCTION">
            <a:extLst>
              <a:ext uri="{FF2B5EF4-FFF2-40B4-BE49-F238E27FC236}">
                <a16:creationId xmlns:a16="http://schemas.microsoft.com/office/drawing/2014/main" id="{895873BC-8D09-403F-B23A-8158DACECC59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203" name="Rechthoek 202">
              <a:extLst>
                <a:ext uri="{FF2B5EF4-FFF2-40B4-BE49-F238E27FC236}">
                  <a16:creationId xmlns:a16="http://schemas.microsoft.com/office/drawing/2014/main" id="{2B941431-590B-4EFA-AC70-C674A32877C4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204" name="Ovaal 203">
              <a:extLst>
                <a:ext uri="{FF2B5EF4-FFF2-40B4-BE49-F238E27FC236}">
                  <a16:creationId xmlns:a16="http://schemas.microsoft.com/office/drawing/2014/main" id="{23B2AC81-33D4-46AC-BE07-FC6C12099A0F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05" name="Rechthoek 204">
              <a:extLst>
                <a:ext uri="{FF2B5EF4-FFF2-40B4-BE49-F238E27FC236}">
                  <a16:creationId xmlns:a16="http://schemas.microsoft.com/office/drawing/2014/main" id="{54F30F3B-B7CC-4CCB-87AD-498023F02B25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206" name="Ovaal 205">
              <a:extLst>
                <a:ext uri="{FF2B5EF4-FFF2-40B4-BE49-F238E27FC236}">
                  <a16:creationId xmlns:a16="http://schemas.microsoft.com/office/drawing/2014/main" id="{66454BE8-A431-4766-B763-681302A32229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07" name="Rechthoek 206">
              <a:extLst>
                <a:ext uri="{FF2B5EF4-FFF2-40B4-BE49-F238E27FC236}">
                  <a16:creationId xmlns:a16="http://schemas.microsoft.com/office/drawing/2014/main" id="{18777F37-4FC8-496A-AB0B-AB9EAAECDA92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208" name="Ovaal 207">
              <a:extLst>
                <a:ext uri="{FF2B5EF4-FFF2-40B4-BE49-F238E27FC236}">
                  <a16:creationId xmlns:a16="http://schemas.microsoft.com/office/drawing/2014/main" id="{C38F9A28-CE02-47B2-8B71-305F49B74738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09" name="Ovaal 208">
              <a:extLst>
                <a:ext uri="{FF2B5EF4-FFF2-40B4-BE49-F238E27FC236}">
                  <a16:creationId xmlns:a16="http://schemas.microsoft.com/office/drawing/2014/main" id="{2516766E-C9D6-4AE3-9A85-6658389D02C8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0" name="Ovaal 209">
              <a:extLst>
                <a:ext uri="{FF2B5EF4-FFF2-40B4-BE49-F238E27FC236}">
                  <a16:creationId xmlns:a16="http://schemas.microsoft.com/office/drawing/2014/main" id="{32EFEA41-7C6F-4498-B736-BA9C5C59866F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11" name="Ovaal 210">
              <a:extLst>
                <a:ext uri="{FF2B5EF4-FFF2-40B4-BE49-F238E27FC236}">
                  <a16:creationId xmlns:a16="http://schemas.microsoft.com/office/drawing/2014/main" id="{34C7D903-ACA5-4E42-A2C1-4889CE9239E3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12" name="Ovaal 211">
              <a:extLst>
                <a:ext uri="{FF2B5EF4-FFF2-40B4-BE49-F238E27FC236}">
                  <a16:creationId xmlns:a16="http://schemas.microsoft.com/office/drawing/2014/main" id="{D10FF5AF-D35F-402D-89F3-C66AA4638FD5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13" name="Ovaal 212">
              <a:extLst>
                <a:ext uri="{FF2B5EF4-FFF2-40B4-BE49-F238E27FC236}">
                  <a16:creationId xmlns:a16="http://schemas.microsoft.com/office/drawing/2014/main" id="{9553D75A-1729-4D0E-89B0-91D2A7CA45CA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14" name="Ovaal 213">
              <a:extLst>
                <a:ext uri="{FF2B5EF4-FFF2-40B4-BE49-F238E27FC236}">
                  <a16:creationId xmlns:a16="http://schemas.microsoft.com/office/drawing/2014/main" id="{DD4DB6F1-9F7C-40AD-B396-AD8A7CAB09A8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15" name="Rechthoek 214">
              <a:extLst>
                <a:ext uri="{FF2B5EF4-FFF2-40B4-BE49-F238E27FC236}">
                  <a16:creationId xmlns:a16="http://schemas.microsoft.com/office/drawing/2014/main" id="{684EEDC3-D6DF-487D-866B-34418BA38A9C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16" name="ICOON_info">
              <a:extLst>
                <a:ext uri="{FF2B5EF4-FFF2-40B4-BE49-F238E27FC236}">
                  <a16:creationId xmlns:a16="http://schemas.microsoft.com/office/drawing/2014/main" id="{A2C0C061-F3CF-411B-AC1A-47048087BFCF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58" name="Ovaal 257">
                <a:extLst>
                  <a:ext uri="{FF2B5EF4-FFF2-40B4-BE49-F238E27FC236}">
                    <a16:creationId xmlns:a16="http://schemas.microsoft.com/office/drawing/2014/main" id="{F797957A-9874-499B-819C-08301F1250B6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9" name="Graphic 163" descr="Informatie">
                <a:extLst>
                  <a:ext uri="{FF2B5EF4-FFF2-40B4-BE49-F238E27FC236}">
                    <a16:creationId xmlns:a16="http://schemas.microsoft.com/office/drawing/2014/main" id="{37665297-BC05-464D-81AE-6C76B0AE116E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17" name="VOORBEELD">
              <a:extLst>
                <a:ext uri="{FF2B5EF4-FFF2-40B4-BE49-F238E27FC236}">
                  <a16:creationId xmlns:a16="http://schemas.microsoft.com/office/drawing/2014/main" id="{F6723246-671A-4F48-BE20-26BDF2E381C0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218" name="Rechthoek 217">
                <a:extLst>
                  <a:ext uri="{FF2B5EF4-FFF2-40B4-BE49-F238E27FC236}">
                    <a16:creationId xmlns:a16="http://schemas.microsoft.com/office/drawing/2014/main" id="{AB4C811D-08B2-40C9-A371-A6F205FE85DB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219" name="Rechthoek 218">
                <a:extLst>
                  <a:ext uri="{FF2B5EF4-FFF2-40B4-BE49-F238E27FC236}">
                    <a16:creationId xmlns:a16="http://schemas.microsoft.com/office/drawing/2014/main" id="{373D29CC-014D-4B96-91FF-B607216A9E0C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20" name="Groep 219">
                <a:extLst>
                  <a:ext uri="{FF2B5EF4-FFF2-40B4-BE49-F238E27FC236}">
                    <a16:creationId xmlns:a16="http://schemas.microsoft.com/office/drawing/2014/main" id="{ED3344C5-5D2C-4952-8E4C-CEBB1E6C2741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51" name="Groep 250">
                  <a:extLst>
                    <a:ext uri="{FF2B5EF4-FFF2-40B4-BE49-F238E27FC236}">
                      <a16:creationId xmlns:a16="http://schemas.microsoft.com/office/drawing/2014/main" id="{4DA68940-F06C-460A-9430-36A25764103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53" name="Rechte verbindingslijn 252">
                    <a:extLst>
                      <a:ext uri="{FF2B5EF4-FFF2-40B4-BE49-F238E27FC236}">
                        <a16:creationId xmlns:a16="http://schemas.microsoft.com/office/drawing/2014/main" id="{01593161-6F12-4009-88D2-0B7FC1E1C20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4" name="Rechte verbindingslijn 253">
                    <a:extLst>
                      <a:ext uri="{FF2B5EF4-FFF2-40B4-BE49-F238E27FC236}">
                        <a16:creationId xmlns:a16="http://schemas.microsoft.com/office/drawing/2014/main" id="{570FD033-A422-44D4-BB7E-57F76D95AF8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5" name="Rechte verbindingslijn 254">
                    <a:extLst>
                      <a:ext uri="{FF2B5EF4-FFF2-40B4-BE49-F238E27FC236}">
                        <a16:creationId xmlns:a16="http://schemas.microsoft.com/office/drawing/2014/main" id="{D81D48DE-D712-4633-9D55-56B0AEFEE5F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6" name="Rechte verbindingslijn 255">
                    <a:extLst>
                      <a:ext uri="{FF2B5EF4-FFF2-40B4-BE49-F238E27FC236}">
                        <a16:creationId xmlns:a16="http://schemas.microsoft.com/office/drawing/2014/main" id="{85BFC322-ABBC-4A4C-B174-8B98BC43C03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7" name="Rechte verbindingslijn 256">
                    <a:extLst>
                      <a:ext uri="{FF2B5EF4-FFF2-40B4-BE49-F238E27FC236}">
                        <a16:creationId xmlns:a16="http://schemas.microsoft.com/office/drawing/2014/main" id="{D04AA6B0-DFCD-43FE-874F-295C514530D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52" name="Pijl: rechts 251">
                  <a:extLst>
                    <a:ext uri="{FF2B5EF4-FFF2-40B4-BE49-F238E27FC236}">
                      <a16:creationId xmlns:a16="http://schemas.microsoft.com/office/drawing/2014/main" id="{30CD5557-4D78-4919-B4F3-B07A8E5F83D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21" name="Groep 220">
                <a:extLst>
                  <a:ext uri="{FF2B5EF4-FFF2-40B4-BE49-F238E27FC236}">
                    <a16:creationId xmlns:a16="http://schemas.microsoft.com/office/drawing/2014/main" id="{68F909B6-6D45-4864-9CC9-A8BB59A1FEE5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44" name="Groep 243">
                  <a:extLst>
                    <a:ext uri="{FF2B5EF4-FFF2-40B4-BE49-F238E27FC236}">
                      <a16:creationId xmlns:a16="http://schemas.microsoft.com/office/drawing/2014/main" id="{3ACE1C86-E295-4E1A-BBDF-EC910F4918E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46" name="Rechte verbindingslijn 245">
                    <a:extLst>
                      <a:ext uri="{FF2B5EF4-FFF2-40B4-BE49-F238E27FC236}">
                        <a16:creationId xmlns:a16="http://schemas.microsoft.com/office/drawing/2014/main" id="{D2033F93-9D35-4050-AB94-DA11258BA21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7" name="Rechte verbindingslijn 246">
                    <a:extLst>
                      <a:ext uri="{FF2B5EF4-FFF2-40B4-BE49-F238E27FC236}">
                        <a16:creationId xmlns:a16="http://schemas.microsoft.com/office/drawing/2014/main" id="{085489E9-1EA5-4E59-A3D4-66F9336E81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8" name="Rechte verbindingslijn 247">
                    <a:extLst>
                      <a:ext uri="{FF2B5EF4-FFF2-40B4-BE49-F238E27FC236}">
                        <a16:creationId xmlns:a16="http://schemas.microsoft.com/office/drawing/2014/main" id="{33071A9E-092F-45FC-8650-D8744967096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9" name="Rechte verbindingslijn 248">
                    <a:extLst>
                      <a:ext uri="{FF2B5EF4-FFF2-40B4-BE49-F238E27FC236}">
                        <a16:creationId xmlns:a16="http://schemas.microsoft.com/office/drawing/2014/main" id="{05761E61-4787-4F8A-B3C5-AA0554639A4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0" name="Rechte verbindingslijn 249">
                    <a:extLst>
                      <a:ext uri="{FF2B5EF4-FFF2-40B4-BE49-F238E27FC236}">
                        <a16:creationId xmlns:a16="http://schemas.microsoft.com/office/drawing/2014/main" id="{A9A07CCE-8FE3-4E3A-9B91-5D2E06BC825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45" name="Pijl: rechts 244">
                  <a:extLst>
                    <a:ext uri="{FF2B5EF4-FFF2-40B4-BE49-F238E27FC236}">
                      <a16:creationId xmlns:a16="http://schemas.microsoft.com/office/drawing/2014/main" id="{449B1713-E1A6-494E-AAAC-267B05E2114B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222" name="Rechte verbindingslijn 221">
                <a:extLst>
                  <a:ext uri="{FF2B5EF4-FFF2-40B4-BE49-F238E27FC236}">
                    <a16:creationId xmlns:a16="http://schemas.microsoft.com/office/drawing/2014/main" id="{A9D6E2FD-AAD3-42B4-877E-F7D956058EA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223" name="Rechte verbindingslijn 222">
                <a:extLst>
                  <a:ext uri="{FF2B5EF4-FFF2-40B4-BE49-F238E27FC236}">
                    <a16:creationId xmlns:a16="http://schemas.microsoft.com/office/drawing/2014/main" id="{FE71A791-411B-4B05-AF84-98598E09389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224" name="Rechthoek 223">
                <a:extLst>
                  <a:ext uri="{FF2B5EF4-FFF2-40B4-BE49-F238E27FC236}">
                    <a16:creationId xmlns:a16="http://schemas.microsoft.com/office/drawing/2014/main" id="{B517EAEC-25C7-4460-929C-3B330FCABC0F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225" name="Rechthoek 224">
                <a:extLst>
                  <a:ext uri="{FF2B5EF4-FFF2-40B4-BE49-F238E27FC236}">
                    <a16:creationId xmlns:a16="http://schemas.microsoft.com/office/drawing/2014/main" id="{2DDADD10-03EF-4B36-8F3E-0653940D79AF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226" name="Groep 225">
                <a:extLst>
                  <a:ext uri="{FF2B5EF4-FFF2-40B4-BE49-F238E27FC236}">
                    <a16:creationId xmlns:a16="http://schemas.microsoft.com/office/drawing/2014/main" id="{ED416AE3-BB1F-45EA-A984-C17F34E2158A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36" name="Rechthoek 235">
                  <a:extLst>
                    <a:ext uri="{FF2B5EF4-FFF2-40B4-BE49-F238E27FC236}">
                      <a16:creationId xmlns:a16="http://schemas.microsoft.com/office/drawing/2014/main" id="{F28A00D6-418C-4FDB-9990-EDA05B12B08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37" name="Groep 236">
                  <a:extLst>
                    <a:ext uri="{FF2B5EF4-FFF2-40B4-BE49-F238E27FC236}">
                      <a16:creationId xmlns:a16="http://schemas.microsoft.com/office/drawing/2014/main" id="{99D786D2-472C-4E3B-8BB1-F77DFEDAA65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39" name="Rechte verbindingslijn 238">
                    <a:extLst>
                      <a:ext uri="{FF2B5EF4-FFF2-40B4-BE49-F238E27FC236}">
                        <a16:creationId xmlns:a16="http://schemas.microsoft.com/office/drawing/2014/main" id="{D51D025B-2FFC-4C94-A419-6BE7B99B4FF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0" name="Rechte verbindingslijn 239">
                    <a:extLst>
                      <a:ext uri="{FF2B5EF4-FFF2-40B4-BE49-F238E27FC236}">
                        <a16:creationId xmlns:a16="http://schemas.microsoft.com/office/drawing/2014/main" id="{FCD63C54-26F3-403F-87F3-7F54A6CD12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1" name="Rechte verbindingslijn 240">
                    <a:extLst>
                      <a:ext uri="{FF2B5EF4-FFF2-40B4-BE49-F238E27FC236}">
                        <a16:creationId xmlns:a16="http://schemas.microsoft.com/office/drawing/2014/main" id="{296E0B55-4B4B-431B-899F-EB3165883A3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2" name="Rechte verbindingslijn 241">
                    <a:extLst>
                      <a:ext uri="{FF2B5EF4-FFF2-40B4-BE49-F238E27FC236}">
                        <a16:creationId xmlns:a16="http://schemas.microsoft.com/office/drawing/2014/main" id="{85A2C6D8-B1A3-4BC7-B22A-94917B983F8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3" name="Rechte verbindingslijn 242">
                    <a:extLst>
                      <a:ext uri="{FF2B5EF4-FFF2-40B4-BE49-F238E27FC236}">
                        <a16:creationId xmlns:a16="http://schemas.microsoft.com/office/drawing/2014/main" id="{A30F58BC-4717-4605-A31D-015C8BB50DC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8" name="Pijl: rechts 237">
                  <a:extLst>
                    <a:ext uri="{FF2B5EF4-FFF2-40B4-BE49-F238E27FC236}">
                      <a16:creationId xmlns:a16="http://schemas.microsoft.com/office/drawing/2014/main" id="{9525D64F-EBCF-4CE9-81AE-99286FF6CFB7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27" name="Groep 226">
                <a:extLst>
                  <a:ext uri="{FF2B5EF4-FFF2-40B4-BE49-F238E27FC236}">
                    <a16:creationId xmlns:a16="http://schemas.microsoft.com/office/drawing/2014/main" id="{546B0ADD-AC32-4B64-980F-05554592FE5E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228" name="Rechthoek 227">
                  <a:extLst>
                    <a:ext uri="{FF2B5EF4-FFF2-40B4-BE49-F238E27FC236}">
                      <a16:creationId xmlns:a16="http://schemas.microsoft.com/office/drawing/2014/main" id="{95328472-2B47-4B37-A01E-50B2A3B6943B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29" name="Groep 228">
                  <a:extLst>
                    <a:ext uri="{FF2B5EF4-FFF2-40B4-BE49-F238E27FC236}">
                      <a16:creationId xmlns:a16="http://schemas.microsoft.com/office/drawing/2014/main" id="{B3114ABE-5E0E-415E-96F7-0005F7B73BD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31" name="Rechte verbindingslijn 230">
                    <a:extLst>
                      <a:ext uri="{FF2B5EF4-FFF2-40B4-BE49-F238E27FC236}">
                        <a16:creationId xmlns:a16="http://schemas.microsoft.com/office/drawing/2014/main" id="{52AB9C1B-9181-4F8F-B79E-12DCCBF42D8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2" name="Rechte verbindingslijn 231">
                    <a:extLst>
                      <a:ext uri="{FF2B5EF4-FFF2-40B4-BE49-F238E27FC236}">
                        <a16:creationId xmlns:a16="http://schemas.microsoft.com/office/drawing/2014/main" id="{0EFC24BA-C9F5-4E8B-BC70-B1F63208677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3" name="Rechte verbindingslijn 232">
                    <a:extLst>
                      <a:ext uri="{FF2B5EF4-FFF2-40B4-BE49-F238E27FC236}">
                        <a16:creationId xmlns:a16="http://schemas.microsoft.com/office/drawing/2014/main" id="{5148F153-9041-4FAB-A626-4735CAC0FFD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4" name="Rechte verbindingslijn 233">
                    <a:extLst>
                      <a:ext uri="{FF2B5EF4-FFF2-40B4-BE49-F238E27FC236}">
                        <a16:creationId xmlns:a16="http://schemas.microsoft.com/office/drawing/2014/main" id="{D3BB0899-B17F-4EDE-80B3-24AAD466EC7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5" name="Rechte verbindingslijn 234">
                    <a:extLst>
                      <a:ext uri="{FF2B5EF4-FFF2-40B4-BE49-F238E27FC236}">
                        <a16:creationId xmlns:a16="http://schemas.microsoft.com/office/drawing/2014/main" id="{1BCD0FE4-1F29-4A7E-9FFA-E94DA3F5148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0" name="Pijl: rechts 229">
                  <a:extLst>
                    <a:ext uri="{FF2B5EF4-FFF2-40B4-BE49-F238E27FC236}">
                      <a16:creationId xmlns:a16="http://schemas.microsoft.com/office/drawing/2014/main" id="{B54175F0-838E-49C9-9C15-A48A6AB2575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289" name="INSTRUCTION">
            <a:extLst>
              <a:ext uri="{FF2B5EF4-FFF2-40B4-BE49-F238E27FC236}">
                <a16:creationId xmlns:a16="http://schemas.microsoft.com/office/drawing/2014/main" id="{7365A84B-93B7-491C-ACED-21016ABC8B2E}"/>
              </a:ext>
            </a:extLst>
          </p:cNvPr>
          <p:cNvGrpSpPr/>
          <p:nvPr userDrawn="1"/>
        </p:nvGrpSpPr>
        <p:grpSpPr>
          <a:xfrm>
            <a:off x="12377867" y="1"/>
            <a:ext cx="3693386" cy="5855257"/>
            <a:chOff x="-3786437" y="1"/>
            <a:chExt cx="3693386" cy="5855257"/>
          </a:xfrm>
        </p:grpSpPr>
        <p:sp>
          <p:nvSpPr>
            <p:cNvPr id="290" name="Rechthoek 289">
              <a:extLst>
                <a:ext uri="{FF2B5EF4-FFF2-40B4-BE49-F238E27FC236}">
                  <a16:creationId xmlns:a16="http://schemas.microsoft.com/office/drawing/2014/main" id="{DA58DDBD-B2F0-48DD-8D66-8D94BF0B8172}"/>
                </a:ext>
              </a:extLst>
            </p:cNvPr>
            <p:cNvSpPr/>
            <p:nvPr userDrawn="1"/>
          </p:nvSpPr>
          <p:spPr>
            <a:xfrm>
              <a:off x="-3786165" y="3370798"/>
              <a:ext cx="3593091" cy="17607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Edit chart data</a:t>
              </a:r>
            </a:p>
          </p:txBody>
        </p:sp>
        <p:sp>
          <p:nvSpPr>
            <p:cNvPr id="291" name="Ovaal 290">
              <a:extLst>
                <a:ext uri="{FF2B5EF4-FFF2-40B4-BE49-F238E27FC236}">
                  <a16:creationId xmlns:a16="http://schemas.microsoft.com/office/drawing/2014/main" id="{F09B9D91-68BF-45E7-BD40-4E304541C321}"/>
                </a:ext>
              </a:extLst>
            </p:cNvPr>
            <p:cNvSpPr/>
            <p:nvPr userDrawn="1"/>
          </p:nvSpPr>
          <p:spPr>
            <a:xfrm>
              <a:off x="-3603587" y="383539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92" name="Rechthoek 291">
              <a:extLst>
                <a:ext uri="{FF2B5EF4-FFF2-40B4-BE49-F238E27FC236}">
                  <a16:creationId xmlns:a16="http://schemas.microsoft.com/office/drawing/2014/main" id="{3980A280-F2CB-4B28-B545-4661483FA850}"/>
                </a:ext>
              </a:extLst>
            </p:cNvPr>
            <p:cNvSpPr/>
            <p:nvPr userDrawn="1"/>
          </p:nvSpPr>
          <p:spPr>
            <a:xfrm>
              <a:off x="-3319415" y="3835398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‘Edit data’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93" name="Groep 292">
              <a:extLst>
                <a:ext uri="{FF2B5EF4-FFF2-40B4-BE49-F238E27FC236}">
                  <a16:creationId xmlns:a16="http://schemas.microsoft.com/office/drawing/2014/main" id="{41DEA7B7-D458-4AC8-9458-29F6543CDAC0}"/>
                </a:ext>
              </a:extLst>
            </p:cNvPr>
            <p:cNvGrpSpPr/>
            <p:nvPr userDrawn="1"/>
          </p:nvGrpSpPr>
          <p:grpSpPr>
            <a:xfrm>
              <a:off x="-3314821" y="4275190"/>
              <a:ext cx="1495189" cy="563933"/>
              <a:chOff x="-3314821" y="3310415"/>
              <a:chExt cx="1495189" cy="563933"/>
            </a:xfrm>
          </p:grpSpPr>
          <p:sp>
            <p:nvSpPr>
              <p:cNvPr id="313" name="Rechthoek 312">
                <a:extLst>
                  <a:ext uri="{FF2B5EF4-FFF2-40B4-BE49-F238E27FC236}">
                    <a16:creationId xmlns:a16="http://schemas.microsoft.com/office/drawing/2014/main" id="{7C569A53-8E33-44CD-9CC7-799F595466CD}"/>
                  </a:ext>
                </a:extLst>
              </p:cNvPr>
              <p:cNvSpPr/>
              <p:nvPr userDrawn="1"/>
            </p:nvSpPr>
            <p:spPr>
              <a:xfrm>
                <a:off x="-3314821" y="3310415"/>
                <a:ext cx="1403797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14" name="Rechthoek 313">
                <a:extLst>
                  <a:ext uri="{FF2B5EF4-FFF2-40B4-BE49-F238E27FC236}">
                    <a16:creationId xmlns:a16="http://schemas.microsoft.com/office/drawing/2014/main" id="{BB83C787-FC25-4B92-A95A-B096F57CDE5F}"/>
                  </a:ext>
                </a:extLst>
              </p:cNvPr>
              <p:cNvSpPr/>
              <p:nvPr userDrawn="1"/>
            </p:nvSpPr>
            <p:spPr>
              <a:xfrm>
                <a:off x="-3304719" y="3564140"/>
                <a:ext cx="13878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15" name="Tekstvak 314">
                <a:extLst>
                  <a:ext uri="{FF2B5EF4-FFF2-40B4-BE49-F238E27FC236}">
                    <a16:creationId xmlns:a16="http://schemas.microsoft.com/office/drawing/2014/main" id="{4883B7A5-3A51-4FEE-835A-7350B109E3F0}"/>
                  </a:ext>
                </a:extLst>
              </p:cNvPr>
              <p:cNvSpPr txBox="1"/>
              <p:nvPr userDrawn="1"/>
            </p:nvSpPr>
            <p:spPr>
              <a:xfrm>
                <a:off x="-3122115" y="3369117"/>
                <a:ext cx="1258624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Change chart type</a:t>
                </a:r>
              </a:p>
            </p:txBody>
          </p:sp>
          <p:sp>
            <p:nvSpPr>
              <p:cNvPr id="316" name="Tekstvak 315">
                <a:extLst>
                  <a:ext uri="{FF2B5EF4-FFF2-40B4-BE49-F238E27FC236}">
                    <a16:creationId xmlns:a16="http://schemas.microsoft.com/office/drawing/2014/main" id="{62D0CDF7-8079-45A5-82E8-EB8644F539E1}"/>
                  </a:ext>
                </a:extLst>
              </p:cNvPr>
              <p:cNvSpPr txBox="1"/>
              <p:nvPr userDrawn="1"/>
            </p:nvSpPr>
            <p:spPr>
              <a:xfrm>
                <a:off x="-3115840" y="3624236"/>
                <a:ext cx="1296208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Edit data</a:t>
                </a:r>
              </a:p>
            </p:txBody>
          </p:sp>
          <p:sp>
            <p:nvSpPr>
              <p:cNvPr id="317" name="Vrije vorm: vorm 316">
                <a:extLst>
                  <a:ext uri="{FF2B5EF4-FFF2-40B4-BE49-F238E27FC236}">
                    <a16:creationId xmlns:a16="http://schemas.microsoft.com/office/drawing/2014/main" id="{2CFE8904-9AAB-4560-82A9-7AF5F1CDBA88}"/>
                  </a:ext>
                </a:extLst>
              </p:cNvPr>
              <p:cNvSpPr/>
              <p:nvPr userDrawn="1"/>
            </p:nvSpPr>
            <p:spPr>
              <a:xfrm>
                <a:off x="-1959834" y="3694348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18" name="Groep 317">
                <a:extLst>
                  <a:ext uri="{FF2B5EF4-FFF2-40B4-BE49-F238E27FC236}">
                    <a16:creationId xmlns:a16="http://schemas.microsoft.com/office/drawing/2014/main" id="{07971CD4-FB6E-4592-9DFC-16906FDB76F9}"/>
                  </a:ext>
                </a:extLst>
              </p:cNvPr>
              <p:cNvGrpSpPr/>
              <p:nvPr userDrawn="1"/>
            </p:nvGrpSpPr>
            <p:grpSpPr>
              <a:xfrm>
                <a:off x="-3261976" y="3361742"/>
                <a:ext cx="139861" cy="152244"/>
                <a:chOff x="12574450" y="6053892"/>
                <a:chExt cx="169232" cy="184215"/>
              </a:xfrm>
            </p:grpSpPr>
            <p:sp>
              <p:nvSpPr>
                <p:cNvPr id="338" name="Rechthoek 337">
                  <a:extLst>
                    <a:ext uri="{FF2B5EF4-FFF2-40B4-BE49-F238E27FC236}">
                      <a16:creationId xmlns:a16="http://schemas.microsoft.com/office/drawing/2014/main" id="{5C394FF5-CC39-4593-92B6-586EFE271A2E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9" name="Rechthoek 338">
                  <a:extLst>
                    <a:ext uri="{FF2B5EF4-FFF2-40B4-BE49-F238E27FC236}">
                      <a16:creationId xmlns:a16="http://schemas.microsoft.com/office/drawing/2014/main" id="{20E6DB05-35FD-458A-9D5F-B57179A5B081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40" name="Rechthoek 339">
                  <a:extLst>
                    <a:ext uri="{FF2B5EF4-FFF2-40B4-BE49-F238E27FC236}">
                      <a16:creationId xmlns:a16="http://schemas.microsoft.com/office/drawing/2014/main" id="{DF266F0C-44C4-4AC7-AC77-F3C4F04832BE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19" name="Groep 318">
                <a:extLst>
                  <a:ext uri="{FF2B5EF4-FFF2-40B4-BE49-F238E27FC236}">
                    <a16:creationId xmlns:a16="http://schemas.microsoft.com/office/drawing/2014/main" id="{F76B6905-82DF-440D-AFE2-82B9D40FC162}"/>
                  </a:ext>
                </a:extLst>
              </p:cNvPr>
              <p:cNvGrpSpPr/>
              <p:nvPr userDrawn="1"/>
            </p:nvGrpSpPr>
            <p:grpSpPr>
              <a:xfrm>
                <a:off x="-3261070" y="3635199"/>
                <a:ext cx="168905" cy="104490"/>
                <a:chOff x="-3261070" y="3620931"/>
                <a:chExt cx="193920" cy="119965"/>
              </a:xfrm>
            </p:grpSpPr>
            <p:sp>
              <p:nvSpPr>
                <p:cNvPr id="320" name="Rechthoek 319">
                  <a:extLst>
                    <a:ext uri="{FF2B5EF4-FFF2-40B4-BE49-F238E27FC236}">
                      <a16:creationId xmlns:a16="http://schemas.microsoft.com/office/drawing/2014/main" id="{E5FC39E0-6C9C-4333-A599-D3776038E310}"/>
                    </a:ext>
                  </a:extLst>
                </p:cNvPr>
                <p:cNvSpPr/>
                <p:nvPr userDrawn="1"/>
              </p:nvSpPr>
              <p:spPr>
                <a:xfrm>
                  <a:off x="-3261070" y="3643881"/>
                  <a:ext cx="142985" cy="952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321" name="Groep 320">
                  <a:extLst>
                    <a:ext uri="{FF2B5EF4-FFF2-40B4-BE49-F238E27FC236}">
                      <a16:creationId xmlns:a16="http://schemas.microsoft.com/office/drawing/2014/main" id="{3C0FD371-CAF2-49A8-B61A-0F8A526DC30D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22063"/>
                  <a:ext cx="141113" cy="117345"/>
                  <a:chOff x="1094874" y="-878306"/>
                  <a:chExt cx="867364" cy="613611"/>
                </a:xfrm>
              </p:grpSpPr>
              <p:cxnSp>
                <p:nvCxnSpPr>
                  <p:cNvPr id="331" name="Rechte verbindingslijn 330">
                    <a:extLst>
                      <a:ext uri="{FF2B5EF4-FFF2-40B4-BE49-F238E27FC236}">
                        <a16:creationId xmlns:a16="http://schemas.microsoft.com/office/drawing/2014/main" id="{F59BC9CF-F24D-41C4-B713-EE75EDD9BECA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094874" y="-878305"/>
                    <a:ext cx="0" cy="613610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2" name="Rechte verbindingslijn 331">
                    <a:extLst>
                      <a:ext uri="{FF2B5EF4-FFF2-40B4-BE49-F238E27FC236}">
                        <a16:creationId xmlns:a16="http://schemas.microsoft.com/office/drawing/2014/main" id="{C99BAFC7-70D4-426A-8498-9730EEB5539D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962238" y="-878306"/>
                    <a:ext cx="0" cy="613611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333" name="Groep 332">
                    <a:extLst>
                      <a:ext uri="{FF2B5EF4-FFF2-40B4-BE49-F238E27FC236}">
                        <a16:creationId xmlns:a16="http://schemas.microsoft.com/office/drawing/2014/main" id="{67AB3C8B-4350-44D3-808E-8FCCD303F7FE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0535" y="-878306"/>
                    <a:ext cx="526983" cy="613611"/>
                    <a:chOff x="1270535" y="-745959"/>
                    <a:chExt cx="526983" cy="481264"/>
                  </a:xfrm>
                </p:grpSpPr>
                <p:cxnSp>
                  <p:nvCxnSpPr>
                    <p:cNvPr id="334" name="Rechte verbindingslijn 333">
                      <a:extLst>
                        <a:ext uri="{FF2B5EF4-FFF2-40B4-BE49-F238E27FC236}">
                          <a16:creationId xmlns:a16="http://schemas.microsoft.com/office/drawing/2014/main" id="{BC1751A2-ADCC-455C-83D2-E826BC82321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446196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5" name="Rechte verbindingslijn 334">
                      <a:extLst>
                        <a:ext uri="{FF2B5EF4-FFF2-40B4-BE49-F238E27FC236}">
                          <a16:creationId xmlns:a16="http://schemas.microsoft.com/office/drawing/2014/main" id="{53069539-C9B6-494B-BCB3-E664044B7841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270535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6" name="Rechte verbindingslijn 335">
                      <a:extLst>
                        <a:ext uri="{FF2B5EF4-FFF2-40B4-BE49-F238E27FC236}">
                          <a16:creationId xmlns:a16="http://schemas.microsoft.com/office/drawing/2014/main" id="{6EE5496E-5D31-4281-AFE1-B9D090DD1E45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621857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7" name="Rechte verbindingslijn 336">
                      <a:extLst>
                        <a:ext uri="{FF2B5EF4-FFF2-40B4-BE49-F238E27FC236}">
                          <a16:creationId xmlns:a16="http://schemas.microsoft.com/office/drawing/2014/main" id="{67EB4A7C-AE3B-42FB-9E2B-3D8BB788CEC2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797518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322" name="Rechte verbindingslijn 321">
                  <a:extLst>
                    <a:ext uri="{FF2B5EF4-FFF2-40B4-BE49-F238E27FC236}">
                      <a16:creationId xmlns:a16="http://schemas.microsoft.com/office/drawing/2014/main" id="{EC7FFA01-8C50-4250-A0AC-F007672682E8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0471" y="3739408"/>
                  <a:ext cx="143329" cy="0"/>
                </a:xfrm>
                <a:prstGeom prst="line">
                  <a:avLst/>
                </a:prstGeom>
                <a:ln w="6350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Rechte verbindingslijn 322">
                  <a:extLst>
                    <a:ext uri="{FF2B5EF4-FFF2-40B4-BE49-F238E27FC236}">
                      <a16:creationId xmlns:a16="http://schemas.microsoft.com/office/drawing/2014/main" id="{12BB4F78-4079-4FA5-BE8C-270DFF99DA56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713352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Rechte verbindingslijn 323">
                  <a:extLst>
                    <a:ext uri="{FF2B5EF4-FFF2-40B4-BE49-F238E27FC236}">
                      <a16:creationId xmlns:a16="http://schemas.microsoft.com/office/drawing/2014/main" id="{2F1E6208-C51E-4916-BEF1-FDC11F83D5E3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89677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Rechte verbindingslijn 324">
                  <a:extLst>
                    <a:ext uri="{FF2B5EF4-FFF2-40B4-BE49-F238E27FC236}">
                      <a16:creationId xmlns:a16="http://schemas.microsoft.com/office/drawing/2014/main" id="{04C94931-A656-4D99-9F03-5FE3E93064D4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63621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6" name="Rechthoek 325">
                  <a:extLst>
                    <a:ext uri="{FF2B5EF4-FFF2-40B4-BE49-F238E27FC236}">
                      <a16:creationId xmlns:a16="http://schemas.microsoft.com/office/drawing/2014/main" id="{FDD37C10-2CE4-42EE-A5DC-354D25353B85}"/>
                    </a:ext>
                  </a:extLst>
                </p:cNvPr>
                <p:cNvSpPr/>
                <p:nvPr userDrawn="1"/>
              </p:nvSpPr>
              <p:spPr>
                <a:xfrm>
                  <a:off x="-3261070" y="3620931"/>
                  <a:ext cx="142893" cy="24910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327" name="Groep 326">
                  <a:extLst>
                    <a:ext uri="{FF2B5EF4-FFF2-40B4-BE49-F238E27FC236}">
                      <a16:creationId xmlns:a16="http://schemas.microsoft.com/office/drawing/2014/main" id="{265FA667-78E1-4512-BF54-FB92D093E34F}"/>
                    </a:ext>
                  </a:extLst>
                </p:cNvPr>
                <p:cNvGrpSpPr/>
                <p:nvPr userDrawn="1"/>
              </p:nvGrpSpPr>
              <p:grpSpPr>
                <a:xfrm rot="2700000">
                  <a:off x="-3158000" y="3650045"/>
                  <a:ext cx="34350" cy="147351"/>
                  <a:chOff x="3148392" y="-836646"/>
                  <a:chExt cx="132124" cy="596095"/>
                </a:xfrm>
                <a:solidFill>
                  <a:srgbClr val="3399FF"/>
                </a:solidFill>
              </p:grpSpPr>
              <p:sp>
                <p:nvSpPr>
                  <p:cNvPr id="328" name="Rechthoek 327">
                    <a:extLst>
                      <a:ext uri="{FF2B5EF4-FFF2-40B4-BE49-F238E27FC236}">
                        <a16:creationId xmlns:a16="http://schemas.microsoft.com/office/drawing/2014/main" id="{E501290E-2EE9-45C8-9B7D-C296DE39F98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632" y="-725510"/>
                    <a:ext cx="131884" cy="281356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29" name="Rechthoek: afgeronde bovenhoeken 328">
                    <a:extLst>
                      <a:ext uri="{FF2B5EF4-FFF2-40B4-BE49-F238E27FC236}">
                        <a16:creationId xmlns:a16="http://schemas.microsoft.com/office/drawing/2014/main" id="{80A03327-318F-425B-A1F5-8C054BF13A3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556" y="-836646"/>
                    <a:ext cx="131882" cy="87614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30" name="Gelijkbenige driehoek 329">
                    <a:extLst>
                      <a:ext uri="{FF2B5EF4-FFF2-40B4-BE49-F238E27FC236}">
                        <a16:creationId xmlns:a16="http://schemas.microsoft.com/office/drawing/2014/main" id="{766C216C-106E-4F5A-AD1B-B22604E4C500}"/>
                      </a:ext>
                    </a:extLst>
                  </p:cNvPr>
                  <p:cNvSpPr/>
                  <p:nvPr userDrawn="1"/>
                </p:nvSpPr>
                <p:spPr>
                  <a:xfrm rot="10800000">
                    <a:off x="3148392" y="-420304"/>
                    <a:ext cx="131887" cy="179753"/>
                  </a:xfrm>
                  <a:prstGeom prst="triangle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  <p:sp>
          <p:nvSpPr>
            <p:cNvPr id="294" name="Rechthoek 293">
              <a:extLst>
                <a:ext uri="{FF2B5EF4-FFF2-40B4-BE49-F238E27FC236}">
                  <a16:creationId xmlns:a16="http://schemas.microsoft.com/office/drawing/2014/main" id="{B4406F70-D83E-489A-9135-2DCF2BA4E591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318710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Chart</a:t>
              </a:r>
            </a:p>
          </p:txBody>
        </p:sp>
        <p:sp>
          <p:nvSpPr>
            <p:cNvPr id="295" name="Ovaal 294">
              <a:extLst>
                <a:ext uri="{FF2B5EF4-FFF2-40B4-BE49-F238E27FC236}">
                  <a16:creationId xmlns:a16="http://schemas.microsoft.com/office/drawing/2014/main" id="{A0D045BB-9563-41FA-9A8D-DDEC36AB3E57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96" name="Rechthoek 295">
              <a:extLst>
                <a:ext uri="{FF2B5EF4-FFF2-40B4-BE49-F238E27FC236}">
                  <a16:creationId xmlns:a16="http://schemas.microsoft.com/office/drawing/2014/main" id="{B00FE2CB-1437-427A-9ED6-79B06681F999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97" name="Ovaal 296">
              <a:extLst>
                <a:ext uri="{FF2B5EF4-FFF2-40B4-BE49-F238E27FC236}">
                  <a16:creationId xmlns:a16="http://schemas.microsoft.com/office/drawing/2014/main" id="{01E4DC97-F0AE-4BC4-AA51-91D85AAD6E88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98" name="Rechthoek 297">
              <a:extLst>
                <a:ext uri="{FF2B5EF4-FFF2-40B4-BE49-F238E27FC236}">
                  <a16:creationId xmlns:a16="http://schemas.microsoft.com/office/drawing/2014/main" id="{D017A936-FF26-4DB7-8DAF-96B2671AB935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99" name="Groep 298">
              <a:extLst>
                <a:ext uri="{FF2B5EF4-FFF2-40B4-BE49-F238E27FC236}">
                  <a16:creationId xmlns:a16="http://schemas.microsoft.com/office/drawing/2014/main" id="{71DD7D59-CACB-4827-A78B-6D23DCAE8F45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310" name="Rechthoek 309">
                <a:extLst>
                  <a:ext uri="{FF2B5EF4-FFF2-40B4-BE49-F238E27FC236}">
                    <a16:creationId xmlns:a16="http://schemas.microsoft.com/office/drawing/2014/main" id="{74DE4A25-4BF6-4EE5-921C-13A823EE27DA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311" name="Rechte verbindingslijn 310">
                <a:extLst>
                  <a:ext uri="{FF2B5EF4-FFF2-40B4-BE49-F238E27FC236}">
                    <a16:creationId xmlns:a16="http://schemas.microsoft.com/office/drawing/2014/main" id="{42DE8990-C661-4E36-9C7C-550D18051CB9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312" name="Gelijkbenige driehoek 311">
                <a:extLst>
                  <a:ext uri="{FF2B5EF4-FFF2-40B4-BE49-F238E27FC236}">
                    <a16:creationId xmlns:a16="http://schemas.microsoft.com/office/drawing/2014/main" id="{F089D890-6102-4FFC-83AA-CB84D8BC3D61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00" name="Groep 299">
              <a:extLst>
                <a:ext uri="{FF2B5EF4-FFF2-40B4-BE49-F238E27FC236}">
                  <a16:creationId xmlns:a16="http://schemas.microsoft.com/office/drawing/2014/main" id="{68378842-0716-4443-8FE9-A70B3E064BD9}"/>
                </a:ext>
              </a:extLst>
            </p:cNvPr>
            <p:cNvGrpSpPr/>
            <p:nvPr userDrawn="1"/>
          </p:nvGrpSpPr>
          <p:grpSpPr>
            <a:xfrm>
              <a:off x="-3316599" y="1232480"/>
              <a:ext cx="289372" cy="314992"/>
              <a:chOff x="7322769" y="-310267"/>
              <a:chExt cx="289372" cy="314992"/>
            </a:xfrm>
          </p:grpSpPr>
          <p:sp>
            <p:nvSpPr>
              <p:cNvPr id="307" name="Rechthoek 306">
                <a:extLst>
                  <a:ext uri="{FF2B5EF4-FFF2-40B4-BE49-F238E27FC236}">
                    <a16:creationId xmlns:a16="http://schemas.microsoft.com/office/drawing/2014/main" id="{8E7DC3F8-2980-4E39-A5A8-42C714C8E68C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8" name="Rechthoek 307">
                <a:extLst>
                  <a:ext uri="{FF2B5EF4-FFF2-40B4-BE49-F238E27FC236}">
                    <a16:creationId xmlns:a16="http://schemas.microsoft.com/office/drawing/2014/main" id="{8DCC130E-09C2-4292-83CC-3E0E77CFAC96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9" name="Rechthoek 308">
                <a:extLst>
                  <a:ext uri="{FF2B5EF4-FFF2-40B4-BE49-F238E27FC236}">
                    <a16:creationId xmlns:a16="http://schemas.microsoft.com/office/drawing/2014/main" id="{D30D7724-D0F9-4DA0-8DD0-F0A1DE27196B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301" name="Ovaal 300">
              <a:extLst>
                <a:ext uri="{FF2B5EF4-FFF2-40B4-BE49-F238E27FC236}">
                  <a16:creationId xmlns:a16="http://schemas.microsoft.com/office/drawing/2014/main" id="{5B12A0C8-6FCC-4BD1-B895-718C6A6E4E10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302" name="Rechthoek 301">
              <a:extLst>
                <a:ext uri="{FF2B5EF4-FFF2-40B4-BE49-F238E27FC236}">
                  <a16:creationId xmlns:a16="http://schemas.microsoft.com/office/drawing/2014/main" id="{95A708D3-FE02-4C4E-85FD-D6900FB2CB23}"/>
                </a:ext>
              </a:extLst>
            </p:cNvPr>
            <p:cNvSpPr/>
            <p:nvPr userDrawn="1"/>
          </p:nvSpPr>
          <p:spPr>
            <a:xfrm>
              <a:off x="-3319415" y="2555610"/>
              <a:ext cx="2944682" cy="46054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chart by clicking on various parts of the chart and using the various options 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‘Chart Tools’ - ‘Format’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sp>
          <p:nvSpPr>
            <p:cNvPr id="303" name="Rechthoek 302">
              <a:extLst>
                <a:ext uri="{FF2B5EF4-FFF2-40B4-BE49-F238E27FC236}">
                  <a16:creationId xmlns:a16="http://schemas.microsoft.com/office/drawing/2014/main" id="{243D172A-C59B-4472-8C23-00F77A14C439}"/>
                </a:ext>
              </a:extLst>
            </p:cNvPr>
            <p:cNvSpPr/>
            <p:nvPr userDrawn="1"/>
          </p:nvSpPr>
          <p:spPr>
            <a:xfrm>
              <a:off x="-3786437" y="502725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304" name="ICOON_info">
              <a:extLst>
                <a:ext uri="{FF2B5EF4-FFF2-40B4-BE49-F238E27FC236}">
                  <a16:creationId xmlns:a16="http://schemas.microsoft.com/office/drawing/2014/main" id="{846DF1E3-2C1D-400B-B85E-AA531AFE3456}"/>
                </a:ext>
              </a:extLst>
            </p:cNvPr>
            <p:cNvGrpSpPr/>
            <p:nvPr userDrawn="1"/>
          </p:nvGrpSpPr>
          <p:grpSpPr>
            <a:xfrm>
              <a:off x="-376736" y="4856209"/>
              <a:ext cx="283685" cy="283685"/>
              <a:chOff x="-376736" y="5583395"/>
              <a:chExt cx="283685" cy="283685"/>
            </a:xfrm>
          </p:grpSpPr>
          <p:sp>
            <p:nvSpPr>
              <p:cNvPr id="305" name="Ovaal 304">
                <a:extLst>
                  <a:ext uri="{FF2B5EF4-FFF2-40B4-BE49-F238E27FC236}">
                    <a16:creationId xmlns:a16="http://schemas.microsoft.com/office/drawing/2014/main" id="{8B80B2FA-B838-4951-99AA-BC01D43D1659}"/>
                  </a:ext>
                </a:extLst>
              </p:cNvPr>
              <p:cNvSpPr/>
              <p:nvPr userDrawn="1"/>
            </p:nvSpPr>
            <p:spPr>
              <a:xfrm>
                <a:off x="-356709" y="5602861"/>
                <a:ext cx="244751" cy="244751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6" name="Graphic 163" descr="Informatie">
                <a:extLst>
                  <a:ext uri="{FF2B5EF4-FFF2-40B4-BE49-F238E27FC236}">
                    <a16:creationId xmlns:a16="http://schemas.microsoft.com/office/drawing/2014/main" id="{0EB3F53A-E8BF-44FB-ABDA-B121DEE6100D}"/>
                  </a:ext>
                </a:extLst>
              </p:cNvPr>
              <p:cNvSpPr/>
              <p:nvPr userDrawn="1"/>
            </p:nvSpPr>
            <p:spPr>
              <a:xfrm>
                <a:off x="-376736" y="5583395"/>
                <a:ext cx="283685" cy="28368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20" name="Tijdelijke aanduiding voor tekst 17">
            <a:extLst>
              <a:ext uri="{FF2B5EF4-FFF2-40B4-BE49-F238E27FC236}">
                <a16:creationId xmlns:a16="http://schemas.microsoft.com/office/drawing/2014/main" id="{0D00AF63-31F9-4368-A09D-7AFA6F0AF5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0" y="6225319"/>
            <a:ext cx="3239473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21" name="Tijdelijke aanduiding voor tekst 17">
            <a:extLst>
              <a:ext uri="{FF2B5EF4-FFF2-40B4-BE49-F238E27FC236}">
                <a16:creationId xmlns:a16="http://schemas.microsoft.com/office/drawing/2014/main" id="{A7A248B8-6907-41CA-B616-45E93E3831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05479" y="6225319"/>
            <a:ext cx="3587572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122" name="Tijdelijke aanduiding voor tekst 17">
            <a:extLst>
              <a:ext uri="{FF2B5EF4-FFF2-40B4-BE49-F238E27FC236}">
                <a16:creationId xmlns:a16="http://schemas.microsoft.com/office/drawing/2014/main" id="{274F052B-9616-43DC-8217-77BFFFD85E5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4416" y="6225319"/>
            <a:ext cx="3061757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1696815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 err="1">
                <a:solidFill>
                  <a:schemeClr val="accent3"/>
                </a:solidFill>
                <a:latin typeface="+mj-lt"/>
              </a:rPr>
              <a:t>GRAph</a:t>
            </a:r>
            <a:endParaRPr lang="en-GB" sz="1800" b="1" i="0" u="none" cap="all" baseline="0" noProof="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22" name="Tijdelijke aanduiding voor grafiek 121">
            <a:extLst>
              <a:ext uri="{FF2B5EF4-FFF2-40B4-BE49-F238E27FC236}">
                <a16:creationId xmlns:a16="http://schemas.microsoft.com/office/drawing/2014/main" id="{97D0516D-A4E4-41D3-AC17-B6D6BB8B7620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>
          <a:xfrm>
            <a:off x="714979" y="1460258"/>
            <a:ext cx="10936800" cy="3744000"/>
          </a:xfrm>
          <a:custGeom>
            <a:avLst/>
            <a:gdLst>
              <a:gd name="connsiteX0" fmla="*/ 0 w 10936773"/>
              <a:gd name="connsiteY0" fmla="*/ 0 h 4399206"/>
              <a:gd name="connsiteX1" fmla="*/ 5556250 w 10936773"/>
              <a:gd name="connsiteY1" fmla="*/ 0 h 4399206"/>
              <a:gd name="connsiteX2" fmla="*/ 10936773 w 10936773"/>
              <a:gd name="connsiteY2" fmla="*/ 0 h 4399206"/>
              <a:gd name="connsiteX3" fmla="*/ 10936773 w 10936773"/>
              <a:gd name="connsiteY3" fmla="*/ 4399206 h 4399206"/>
              <a:gd name="connsiteX4" fmla="*/ 5556250 w 10936773"/>
              <a:gd name="connsiteY4" fmla="*/ 4399206 h 4399206"/>
              <a:gd name="connsiteX5" fmla="*/ 0 w 10936773"/>
              <a:gd name="connsiteY5" fmla="*/ 4399206 h 439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36773" h="4399206">
                <a:moveTo>
                  <a:pt x="0" y="0"/>
                </a:moveTo>
                <a:lnTo>
                  <a:pt x="5556250" y="0"/>
                </a:lnTo>
                <a:lnTo>
                  <a:pt x="10936773" y="0"/>
                </a:lnTo>
                <a:lnTo>
                  <a:pt x="10936773" y="4399206"/>
                </a:lnTo>
                <a:lnTo>
                  <a:pt x="5556250" y="4399206"/>
                </a:lnTo>
                <a:lnTo>
                  <a:pt x="0" y="4399206"/>
                </a:lnTo>
                <a:close/>
              </a:path>
            </a:pathLst>
          </a:custGeom>
          <a:noFill/>
        </p:spPr>
        <p:txBody>
          <a:bodyPr wrap="square" tIns="0" b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graph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EF62F7D-A662-4598-8EED-1A16C1C64C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382001" y="622531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1" name="Tijdelijke aanduiding voor tekst 12">
            <a:extLst>
              <a:ext uri="{FF2B5EF4-FFF2-40B4-BE49-F238E27FC236}">
                <a16:creationId xmlns:a16="http://schemas.microsoft.com/office/drawing/2014/main" id="{22D8EE8F-B624-483F-BF87-381E5145129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ED52965-0B8F-48C5-A29C-619202119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grpSp>
        <p:nvGrpSpPr>
          <p:cNvPr id="289" name="INSTRUCTION">
            <a:extLst>
              <a:ext uri="{FF2B5EF4-FFF2-40B4-BE49-F238E27FC236}">
                <a16:creationId xmlns:a16="http://schemas.microsoft.com/office/drawing/2014/main" id="{7365A84B-93B7-491C-ACED-21016ABC8B2E}"/>
              </a:ext>
            </a:extLst>
          </p:cNvPr>
          <p:cNvGrpSpPr/>
          <p:nvPr userDrawn="1"/>
        </p:nvGrpSpPr>
        <p:grpSpPr>
          <a:xfrm>
            <a:off x="12377867" y="1"/>
            <a:ext cx="3693386" cy="5855257"/>
            <a:chOff x="-3786437" y="1"/>
            <a:chExt cx="3693386" cy="5855257"/>
          </a:xfrm>
        </p:grpSpPr>
        <p:sp>
          <p:nvSpPr>
            <p:cNvPr id="290" name="Rechthoek 289">
              <a:extLst>
                <a:ext uri="{FF2B5EF4-FFF2-40B4-BE49-F238E27FC236}">
                  <a16:creationId xmlns:a16="http://schemas.microsoft.com/office/drawing/2014/main" id="{DA58DDBD-B2F0-48DD-8D66-8D94BF0B8172}"/>
                </a:ext>
              </a:extLst>
            </p:cNvPr>
            <p:cNvSpPr/>
            <p:nvPr userDrawn="1"/>
          </p:nvSpPr>
          <p:spPr>
            <a:xfrm>
              <a:off x="-3786165" y="3370798"/>
              <a:ext cx="3593091" cy="17607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Edit chart data</a:t>
              </a:r>
            </a:p>
          </p:txBody>
        </p:sp>
        <p:sp>
          <p:nvSpPr>
            <p:cNvPr id="291" name="Ovaal 290">
              <a:extLst>
                <a:ext uri="{FF2B5EF4-FFF2-40B4-BE49-F238E27FC236}">
                  <a16:creationId xmlns:a16="http://schemas.microsoft.com/office/drawing/2014/main" id="{F09B9D91-68BF-45E7-BD40-4E304541C321}"/>
                </a:ext>
              </a:extLst>
            </p:cNvPr>
            <p:cNvSpPr/>
            <p:nvPr userDrawn="1"/>
          </p:nvSpPr>
          <p:spPr>
            <a:xfrm>
              <a:off x="-3603587" y="383539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92" name="Rechthoek 291">
              <a:extLst>
                <a:ext uri="{FF2B5EF4-FFF2-40B4-BE49-F238E27FC236}">
                  <a16:creationId xmlns:a16="http://schemas.microsoft.com/office/drawing/2014/main" id="{3980A280-F2CB-4B28-B545-4661483FA850}"/>
                </a:ext>
              </a:extLst>
            </p:cNvPr>
            <p:cNvSpPr/>
            <p:nvPr userDrawn="1"/>
          </p:nvSpPr>
          <p:spPr>
            <a:xfrm>
              <a:off x="-3319415" y="3835398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‘Edit data’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93" name="Groep 292">
              <a:extLst>
                <a:ext uri="{FF2B5EF4-FFF2-40B4-BE49-F238E27FC236}">
                  <a16:creationId xmlns:a16="http://schemas.microsoft.com/office/drawing/2014/main" id="{41DEA7B7-D458-4AC8-9458-29F6543CDAC0}"/>
                </a:ext>
              </a:extLst>
            </p:cNvPr>
            <p:cNvGrpSpPr/>
            <p:nvPr userDrawn="1"/>
          </p:nvGrpSpPr>
          <p:grpSpPr>
            <a:xfrm>
              <a:off x="-3314821" y="4275190"/>
              <a:ext cx="1495189" cy="563933"/>
              <a:chOff x="-3314821" y="3310415"/>
              <a:chExt cx="1495189" cy="563933"/>
            </a:xfrm>
          </p:grpSpPr>
          <p:sp>
            <p:nvSpPr>
              <p:cNvPr id="313" name="Rechthoek 312">
                <a:extLst>
                  <a:ext uri="{FF2B5EF4-FFF2-40B4-BE49-F238E27FC236}">
                    <a16:creationId xmlns:a16="http://schemas.microsoft.com/office/drawing/2014/main" id="{7C569A53-8E33-44CD-9CC7-799F595466CD}"/>
                  </a:ext>
                </a:extLst>
              </p:cNvPr>
              <p:cNvSpPr/>
              <p:nvPr userDrawn="1"/>
            </p:nvSpPr>
            <p:spPr>
              <a:xfrm>
                <a:off x="-3314821" y="3310415"/>
                <a:ext cx="1403797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14" name="Rechthoek 313">
                <a:extLst>
                  <a:ext uri="{FF2B5EF4-FFF2-40B4-BE49-F238E27FC236}">
                    <a16:creationId xmlns:a16="http://schemas.microsoft.com/office/drawing/2014/main" id="{BB83C787-FC25-4B92-A95A-B096F57CDE5F}"/>
                  </a:ext>
                </a:extLst>
              </p:cNvPr>
              <p:cNvSpPr/>
              <p:nvPr userDrawn="1"/>
            </p:nvSpPr>
            <p:spPr>
              <a:xfrm>
                <a:off x="-3304719" y="3564140"/>
                <a:ext cx="13878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15" name="Tekstvak 314">
                <a:extLst>
                  <a:ext uri="{FF2B5EF4-FFF2-40B4-BE49-F238E27FC236}">
                    <a16:creationId xmlns:a16="http://schemas.microsoft.com/office/drawing/2014/main" id="{4883B7A5-3A51-4FEE-835A-7350B109E3F0}"/>
                  </a:ext>
                </a:extLst>
              </p:cNvPr>
              <p:cNvSpPr txBox="1"/>
              <p:nvPr userDrawn="1"/>
            </p:nvSpPr>
            <p:spPr>
              <a:xfrm>
                <a:off x="-3122115" y="3369117"/>
                <a:ext cx="1258624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Change chart type</a:t>
                </a:r>
              </a:p>
            </p:txBody>
          </p:sp>
          <p:sp>
            <p:nvSpPr>
              <p:cNvPr id="316" name="Tekstvak 315">
                <a:extLst>
                  <a:ext uri="{FF2B5EF4-FFF2-40B4-BE49-F238E27FC236}">
                    <a16:creationId xmlns:a16="http://schemas.microsoft.com/office/drawing/2014/main" id="{62D0CDF7-8079-45A5-82E8-EB8644F539E1}"/>
                  </a:ext>
                </a:extLst>
              </p:cNvPr>
              <p:cNvSpPr txBox="1"/>
              <p:nvPr userDrawn="1"/>
            </p:nvSpPr>
            <p:spPr>
              <a:xfrm>
                <a:off x="-3115840" y="3624236"/>
                <a:ext cx="1296208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Edit data</a:t>
                </a:r>
              </a:p>
            </p:txBody>
          </p:sp>
          <p:sp>
            <p:nvSpPr>
              <p:cNvPr id="317" name="Vrije vorm: vorm 316">
                <a:extLst>
                  <a:ext uri="{FF2B5EF4-FFF2-40B4-BE49-F238E27FC236}">
                    <a16:creationId xmlns:a16="http://schemas.microsoft.com/office/drawing/2014/main" id="{2CFE8904-9AAB-4560-82A9-7AF5F1CDBA88}"/>
                  </a:ext>
                </a:extLst>
              </p:cNvPr>
              <p:cNvSpPr/>
              <p:nvPr userDrawn="1"/>
            </p:nvSpPr>
            <p:spPr>
              <a:xfrm>
                <a:off x="-1959834" y="3694348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18" name="Groep 317">
                <a:extLst>
                  <a:ext uri="{FF2B5EF4-FFF2-40B4-BE49-F238E27FC236}">
                    <a16:creationId xmlns:a16="http://schemas.microsoft.com/office/drawing/2014/main" id="{07971CD4-FB6E-4592-9DFC-16906FDB76F9}"/>
                  </a:ext>
                </a:extLst>
              </p:cNvPr>
              <p:cNvGrpSpPr/>
              <p:nvPr userDrawn="1"/>
            </p:nvGrpSpPr>
            <p:grpSpPr>
              <a:xfrm>
                <a:off x="-3261976" y="3361742"/>
                <a:ext cx="139861" cy="152244"/>
                <a:chOff x="12574450" y="6053892"/>
                <a:chExt cx="169232" cy="184215"/>
              </a:xfrm>
            </p:grpSpPr>
            <p:sp>
              <p:nvSpPr>
                <p:cNvPr id="338" name="Rechthoek 337">
                  <a:extLst>
                    <a:ext uri="{FF2B5EF4-FFF2-40B4-BE49-F238E27FC236}">
                      <a16:creationId xmlns:a16="http://schemas.microsoft.com/office/drawing/2014/main" id="{5C394FF5-CC39-4593-92B6-586EFE271A2E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9" name="Rechthoek 338">
                  <a:extLst>
                    <a:ext uri="{FF2B5EF4-FFF2-40B4-BE49-F238E27FC236}">
                      <a16:creationId xmlns:a16="http://schemas.microsoft.com/office/drawing/2014/main" id="{20E6DB05-35FD-458A-9D5F-B57179A5B081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40" name="Rechthoek 339">
                  <a:extLst>
                    <a:ext uri="{FF2B5EF4-FFF2-40B4-BE49-F238E27FC236}">
                      <a16:creationId xmlns:a16="http://schemas.microsoft.com/office/drawing/2014/main" id="{DF266F0C-44C4-4AC7-AC77-F3C4F04832BE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19" name="Groep 318">
                <a:extLst>
                  <a:ext uri="{FF2B5EF4-FFF2-40B4-BE49-F238E27FC236}">
                    <a16:creationId xmlns:a16="http://schemas.microsoft.com/office/drawing/2014/main" id="{F76B6905-82DF-440D-AFE2-82B9D40FC162}"/>
                  </a:ext>
                </a:extLst>
              </p:cNvPr>
              <p:cNvGrpSpPr/>
              <p:nvPr userDrawn="1"/>
            </p:nvGrpSpPr>
            <p:grpSpPr>
              <a:xfrm>
                <a:off x="-3261070" y="3635199"/>
                <a:ext cx="168905" cy="104490"/>
                <a:chOff x="-3261070" y="3620931"/>
                <a:chExt cx="193920" cy="119965"/>
              </a:xfrm>
            </p:grpSpPr>
            <p:sp>
              <p:nvSpPr>
                <p:cNvPr id="320" name="Rechthoek 319">
                  <a:extLst>
                    <a:ext uri="{FF2B5EF4-FFF2-40B4-BE49-F238E27FC236}">
                      <a16:creationId xmlns:a16="http://schemas.microsoft.com/office/drawing/2014/main" id="{E5FC39E0-6C9C-4333-A599-D3776038E310}"/>
                    </a:ext>
                  </a:extLst>
                </p:cNvPr>
                <p:cNvSpPr/>
                <p:nvPr userDrawn="1"/>
              </p:nvSpPr>
              <p:spPr>
                <a:xfrm>
                  <a:off x="-3261070" y="3643881"/>
                  <a:ext cx="142985" cy="952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321" name="Groep 320">
                  <a:extLst>
                    <a:ext uri="{FF2B5EF4-FFF2-40B4-BE49-F238E27FC236}">
                      <a16:creationId xmlns:a16="http://schemas.microsoft.com/office/drawing/2014/main" id="{3C0FD371-CAF2-49A8-B61A-0F8A526DC30D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22063"/>
                  <a:ext cx="141113" cy="117345"/>
                  <a:chOff x="1094874" y="-878306"/>
                  <a:chExt cx="867364" cy="613611"/>
                </a:xfrm>
              </p:grpSpPr>
              <p:cxnSp>
                <p:nvCxnSpPr>
                  <p:cNvPr id="331" name="Rechte verbindingslijn 330">
                    <a:extLst>
                      <a:ext uri="{FF2B5EF4-FFF2-40B4-BE49-F238E27FC236}">
                        <a16:creationId xmlns:a16="http://schemas.microsoft.com/office/drawing/2014/main" id="{F59BC9CF-F24D-41C4-B713-EE75EDD9BECA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094874" y="-878305"/>
                    <a:ext cx="0" cy="613610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2" name="Rechte verbindingslijn 331">
                    <a:extLst>
                      <a:ext uri="{FF2B5EF4-FFF2-40B4-BE49-F238E27FC236}">
                        <a16:creationId xmlns:a16="http://schemas.microsoft.com/office/drawing/2014/main" id="{C99BAFC7-70D4-426A-8498-9730EEB5539D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962238" y="-878306"/>
                    <a:ext cx="0" cy="613611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333" name="Groep 332">
                    <a:extLst>
                      <a:ext uri="{FF2B5EF4-FFF2-40B4-BE49-F238E27FC236}">
                        <a16:creationId xmlns:a16="http://schemas.microsoft.com/office/drawing/2014/main" id="{67AB3C8B-4350-44D3-808E-8FCCD303F7FE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0535" y="-878306"/>
                    <a:ext cx="526983" cy="613611"/>
                    <a:chOff x="1270535" y="-745959"/>
                    <a:chExt cx="526983" cy="481264"/>
                  </a:xfrm>
                </p:grpSpPr>
                <p:cxnSp>
                  <p:nvCxnSpPr>
                    <p:cNvPr id="334" name="Rechte verbindingslijn 333">
                      <a:extLst>
                        <a:ext uri="{FF2B5EF4-FFF2-40B4-BE49-F238E27FC236}">
                          <a16:creationId xmlns:a16="http://schemas.microsoft.com/office/drawing/2014/main" id="{BC1751A2-ADCC-455C-83D2-E826BC82321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446196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5" name="Rechte verbindingslijn 334">
                      <a:extLst>
                        <a:ext uri="{FF2B5EF4-FFF2-40B4-BE49-F238E27FC236}">
                          <a16:creationId xmlns:a16="http://schemas.microsoft.com/office/drawing/2014/main" id="{53069539-C9B6-494B-BCB3-E664044B7841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270535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6" name="Rechte verbindingslijn 335">
                      <a:extLst>
                        <a:ext uri="{FF2B5EF4-FFF2-40B4-BE49-F238E27FC236}">
                          <a16:creationId xmlns:a16="http://schemas.microsoft.com/office/drawing/2014/main" id="{6EE5496E-5D31-4281-AFE1-B9D090DD1E45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621857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7" name="Rechte verbindingslijn 336">
                      <a:extLst>
                        <a:ext uri="{FF2B5EF4-FFF2-40B4-BE49-F238E27FC236}">
                          <a16:creationId xmlns:a16="http://schemas.microsoft.com/office/drawing/2014/main" id="{67EB4A7C-AE3B-42FB-9E2B-3D8BB788CEC2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797518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322" name="Rechte verbindingslijn 321">
                  <a:extLst>
                    <a:ext uri="{FF2B5EF4-FFF2-40B4-BE49-F238E27FC236}">
                      <a16:creationId xmlns:a16="http://schemas.microsoft.com/office/drawing/2014/main" id="{EC7FFA01-8C50-4250-A0AC-F007672682E8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0471" y="3739408"/>
                  <a:ext cx="143329" cy="0"/>
                </a:xfrm>
                <a:prstGeom prst="line">
                  <a:avLst/>
                </a:prstGeom>
                <a:ln w="6350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Rechte verbindingslijn 322">
                  <a:extLst>
                    <a:ext uri="{FF2B5EF4-FFF2-40B4-BE49-F238E27FC236}">
                      <a16:creationId xmlns:a16="http://schemas.microsoft.com/office/drawing/2014/main" id="{12BB4F78-4079-4FA5-BE8C-270DFF99DA56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713352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Rechte verbindingslijn 323">
                  <a:extLst>
                    <a:ext uri="{FF2B5EF4-FFF2-40B4-BE49-F238E27FC236}">
                      <a16:creationId xmlns:a16="http://schemas.microsoft.com/office/drawing/2014/main" id="{2F1E6208-C51E-4916-BEF1-FDC11F83D5E3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89677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Rechte verbindingslijn 324">
                  <a:extLst>
                    <a:ext uri="{FF2B5EF4-FFF2-40B4-BE49-F238E27FC236}">
                      <a16:creationId xmlns:a16="http://schemas.microsoft.com/office/drawing/2014/main" id="{04C94931-A656-4D99-9F03-5FE3E93064D4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63621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6" name="Rechthoek 325">
                  <a:extLst>
                    <a:ext uri="{FF2B5EF4-FFF2-40B4-BE49-F238E27FC236}">
                      <a16:creationId xmlns:a16="http://schemas.microsoft.com/office/drawing/2014/main" id="{FDD37C10-2CE4-42EE-A5DC-354D25353B85}"/>
                    </a:ext>
                  </a:extLst>
                </p:cNvPr>
                <p:cNvSpPr/>
                <p:nvPr userDrawn="1"/>
              </p:nvSpPr>
              <p:spPr>
                <a:xfrm>
                  <a:off x="-3261070" y="3620931"/>
                  <a:ext cx="142893" cy="24910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327" name="Groep 326">
                  <a:extLst>
                    <a:ext uri="{FF2B5EF4-FFF2-40B4-BE49-F238E27FC236}">
                      <a16:creationId xmlns:a16="http://schemas.microsoft.com/office/drawing/2014/main" id="{265FA667-78E1-4512-BF54-FB92D093E34F}"/>
                    </a:ext>
                  </a:extLst>
                </p:cNvPr>
                <p:cNvGrpSpPr/>
                <p:nvPr userDrawn="1"/>
              </p:nvGrpSpPr>
              <p:grpSpPr>
                <a:xfrm rot="2700000">
                  <a:off x="-3158000" y="3650045"/>
                  <a:ext cx="34350" cy="147351"/>
                  <a:chOff x="3148392" y="-836646"/>
                  <a:chExt cx="132124" cy="596095"/>
                </a:xfrm>
                <a:solidFill>
                  <a:srgbClr val="3399FF"/>
                </a:solidFill>
              </p:grpSpPr>
              <p:sp>
                <p:nvSpPr>
                  <p:cNvPr id="328" name="Rechthoek 327">
                    <a:extLst>
                      <a:ext uri="{FF2B5EF4-FFF2-40B4-BE49-F238E27FC236}">
                        <a16:creationId xmlns:a16="http://schemas.microsoft.com/office/drawing/2014/main" id="{E501290E-2EE9-45C8-9B7D-C296DE39F98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632" y="-725510"/>
                    <a:ext cx="131884" cy="281356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29" name="Rechthoek: afgeronde bovenhoeken 328">
                    <a:extLst>
                      <a:ext uri="{FF2B5EF4-FFF2-40B4-BE49-F238E27FC236}">
                        <a16:creationId xmlns:a16="http://schemas.microsoft.com/office/drawing/2014/main" id="{80A03327-318F-425B-A1F5-8C054BF13A3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556" y="-836646"/>
                    <a:ext cx="131882" cy="87614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30" name="Gelijkbenige driehoek 329">
                    <a:extLst>
                      <a:ext uri="{FF2B5EF4-FFF2-40B4-BE49-F238E27FC236}">
                        <a16:creationId xmlns:a16="http://schemas.microsoft.com/office/drawing/2014/main" id="{766C216C-106E-4F5A-AD1B-B22604E4C500}"/>
                      </a:ext>
                    </a:extLst>
                  </p:cNvPr>
                  <p:cNvSpPr/>
                  <p:nvPr userDrawn="1"/>
                </p:nvSpPr>
                <p:spPr>
                  <a:xfrm rot="10800000">
                    <a:off x="3148392" y="-420304"/>
                    <a:ext cx="131887" cy="179753"/>
                  </a:xfrm>
                  <a:prstGeom prst="triangle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  <p:sp>
          <p:nvSpPr>
            <p:cNvPr id="294" name="Rechthoek 293">
              <a:extLst>
                <a:ext uri="{FF2B5EF4-FFF2-40B4-BE49-F238E27FC236}">
                  <a16:creationId xmlns:a16="http://schemas.microsoft.com/office/drawing/2014/main" id="{B4406F70-D83E-489A-9135-2DCF2BA4E591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318710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Chart</a:t>
              </a:r>
            </a:p>
          </p:txBody>
        </p:sp>
        <p:sp>
          <p:nvSpPr>
            <p:cNvPr id="295" name="Ovaal 294">
              <a:extLst>
                <a:ext uri="{FF2B5EF4-FFF2-40B4-BE49-F238E27FC236}">
                  <a16:creationId xmlns:a16="http://schemas.microsoft.com/office/drawing/2014/main" id="{A0D045BB-9563-41FA-9A8D-DDEC36AB3E57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96" name="Rechthoek 295">
              <a:extLst>
                <a:ext uri="{FF2B5EF4-FFF2-40B4-BE49-F238E27FC236}">
                  <a16:creationId xmlns:a16="http://schemas.microsoft.com/office/drawing/2014/main" id="{B00FE2CB-1437-427A-9ED6-79B06681F999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97" name="Ovaal 296">
              <a:extLst>
                <a:ext uri="{FF2B5EF4-FFF2-40B4-BE49-F238E27FC236}">
                  <a16:creationId xmlns:a16="http://schemas.microsoft.com/office/drawing/2014/main" id="{01E4DC97-F0AE-4BC4-AA51-91D85AAD6E88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98" name="Rechthoek 297">
              <a:extLst>
                <a:ext uri="{FF2B5EF4-FFF2-40B4-BE49-F238E27FC236}">
                  <a16:creationId xmlns:a16="http://schemas.microsoft.com/office/drawing/2014/main" id="{D017A936-FF26-4DB7-8DAF-96B2671AB935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99" name="Groep 298">
              <a:extLst>
                <a:ext uri="{FF2B5EF4-FFF2-40B4-BE49-F238E27FC236}">
                  <a16:creationId xmlns:a16="http://schemas.microsoft.com/office/drawing/2014/main" id="{71DD7D59-CACB-4827-A78B-6D23DCAE8F45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310" name="Rechthoek 309">
                <a:extLst>
                  <a:ext uri="{FF2B5EF4-FFF2-40B4-BE49-F238E27FC236}">
                    <a16:creationId xmlns:a16="http://schemas.microsoft.com/office/drawing/2014/main" id="{74DE4A25-4BF6-4EE5-921C-13A823EE27DA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311" name="Rechte verbindingslijn 310">
                <a:extLst>
                  <a:ext uri="{FF2B5EF4-FFF2-40B4-BE49-F238E27FC236}">
                    <a16:creationId xmlns:a16="http://schemas.microsoft.com/office/drawing/2014/main" id="{42DE8990-C661-4E36-9C7C-550D18051CB9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312" name="Gelijkbenige driehoek 311">
                <a:extLst>
                  <a:ext uri="{FF2B5EF4-FFF2-40B4-BE49-F238E27FC236}">
                    <a16:creationId xmlns:a16="http://schemas.microsoft.com/office/drawing/2014/main" id="{F089D890-6102-4FFC-83AA-CB84D8BC3D61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00" name="Groep 299">
              <a:extLst>
                <a:ext uri="{FF2B5EF4-FFF2-40B4-BE49-F238E27FC236}">
                  <a16:creationId xmlns:a16="http://schemas.microsoft.com/office/drawing/2014/main" id="{68378842-0716-4443-8FE9-A70B3E064BD9}"/>
                </a:ext>
              </a:extLst>
            </p:cNvPr>
            <p:cNvGrpSpPr/>
            <p:nvPr userDrawn="1"/>
          </p:nvGrpSpPr>
          <p:grpSpPr>
            <a:xfrm>
              <a:off x="-3316599" y="1232480"/>
              <a:ext cx="289372" cy="314992"/>
              <a:chOff x="7322769" y="-310267"/>
              <a:chExt cx="289372" cy="314992"/>
            </a:xfrm>
          </p:grpSpPr>
          <p:sp>
            <p:nvSpPr>
              <p:cNvPr id="307" name="Rechthoek 306">
                <a:extLst>
                  <a:ext uri="{FF2B5EF4-FFF2-40B4-BE49-F238E27FC236}">
                    <a16:creationId xmlns:a16="http://schemas.microsoft.com/office/drawing/2014/main" id="{8E7DC3F8-2980-4E39-A5A8-42C714C8E68C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8" name="Rechthoek 307">
                <a:extLst>
                  <a:ext uri="{FF2B5EF4-FFF2-40B4-BE49-F238E27FC236}">
                    <a16:creationId xmlns:a16="http://schemas.microsoft.com/office/drawing/2014/main" id="{8DCC130E-09C2-4292-83CC-3E0E77CFAC96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9" name="Rechthoek 308">
                <a:extLst>
                  <a:ext uri="{FF2B5EF4-FFF2-40B4-BE49-F238E27FC236}">
                    <a16:creationId xmlns:a16="http://schemas.microsoft.com/office/drawing/2014/main" id="{D30D7724-D0F9-4DA0-8DD0-F0A1DE27196B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301" name="Ovaal 300">
              <a:extLst>
                <a:ext uri="{FF2B5EF4-FFF2-40B4-BE49-F238E27FC236}">
                  <a16:creationId xmlns:a16="http://schemas.microsoft.com/office/drawing/2014/main" id="{5B12A0C8-6FCC-4BD1-B895-718C6A6E4E10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302" name="Rechthoek 301">
              <a:extLst>
                <a:ext uri="{FF2B5EF4-FFF2-40B4-BE49-F238E27FC236}">
                  <a16:creationId xmlns:a16="http://schemas.microsoft.com/office/drawing/2014/main" id="{95A708D3-FE02-4C4E-85FD-D6900FB2CB23}"/>
                </a:ext>
              </a:extLst>
            </p:cNvPr>
            <p:cNvSpPr/>
            <p:nvPr userDrawn="1"/>
          </p:nvSpPr>
          <p:spPr>
            <a:xfrm>
              <a:off x="-3319415" y="2555610"/>
              <a:ext cx="2944682" cy="46054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chart by clicking on various parts of the chart and using the various options 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‘Chart Tools’ - ‘Format’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sp>
          <p:nvSpPr>
            <p:cNvPr id="303" name="Rechthoek 302">
              <a:extLst>
                <a:ext uri="{FF2B5EF4-FFF2-40B4-BE49-F238E27FC236}">
                  <a16:creationId xmlns:a16="http://schemas.microsoft.com/office/drawing/2014/main" id="{243D172A-C59B-4472-8C23-00F77A14C439}"/>
                </a:ext>
              </a:extLst>
            </p:cNvPr>
            <p:cNvSpPr/>
            <p:nvPr userDrawn="1"/>
          </p:nvSpPr>
          <p:spPr>
            <a:xfrm>
              <a:off x="-3786437" y="502725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304" name="ICOON_info">
              <a:extLst>
                <a:ext uri="{FF2B5EF4-FFF2-40B4-BE49-F238E27FC236}">
                  <a16:creationId xmlns:a16="http://schemas.microsoft.com/office/drawing/2014/main" id="{846DF1E3-2C1D-400B-B85E-AA531AFE3456}"/>
                </a:ext>
              </a:extLst>
            </p:cNvPr>
            <p:cNvGrpSpPr/>
            <p:nvPr userDrawn="1"/>
          </p:nvGrpSpPr>
          <p:grpSpPr>
            <a:xfrm>
              <a:off x="-376736" y="4856209"/>
              <a:ext cx="283685" cy="283685"/>
              <a:chOff x="-376736" y="5583395"/>
              <a:chExt cx="283685" cy="283685"/>
            </a:xfrm>
          </p:grpSpPr>
          <p:sp>
            <p:nvSpPr>
              <p:cNvPr id="305" name="Ovaal 304">
                <a:extLst>
                  <a:ext uri="{FF2B5EF4-FFF2-40B4-BE49-F238E27FC236}">
                    <a16:creationId xmlns:a16="http://schemas.microsoft.com/office/drawing/2014/main" id="{8B80B2FA-B838-4951-99AA-BC01D43D1659}"/>
                  </a:ext>
                </a:extLst>
              </p:cNvPr>
              <p:cNvSpPr/>
              <p:nvPr userDrawn="1"/>
            </p:nvSpPr>
            <p:spPr>
              <a:xfrm>
                <a:off x="-356709" y="5602861"/>
                <a:ext cx="244751" cy="244751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6" name="Graphic 163" descr="Informatie">
                <a:extLst>
                  <a:ext uri="{FF2B5EF4-FFF2-40B4-BE49-F238E27FC236}">
                    <a16:creationId xmlns:a16="http://schemas.microsoft.com/office/drawing/2014/main" id="{0EB3F53A-E8BF-44FB-ABDA-B121DEE6100D}"/>
                  </a:ext>
                </a:extLst>
              </p:cNvPr>
              <p:cNvSpPr/>
              <p:nvPr userDrawn="1"/>
            </p:nvSpPr>
            <p:spPr>
              <a:xfrm>
                <a:off x="-376736" y="5583395"/>
                <a:ext cx="283685" cy="28368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61" name="Tijdelijke aanduiding voor tekst 17">
            <a:extLst>
              <a:ext uri="{FF2B5EF4-FFF2-40B4-BE49-F238E27FC236}">
                <a16:creationId xmlns:a16="http://schemas.microsoft.com/office/drawing/2014/main" id="{910F1401-4B61-406C-BF15-1066A40458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0" y="6228987"/>
            <a:ext cx="3237357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62" name="Tijdelijke aanduiding voor tekst 17">
            <a:extLst>
              <a:ext uri="{FF2B5EF4-FFF2-40B4-BE49-F238E27FC236}">
                <a16:creationId xmlns:a16="http://schemas.microsoft.com/office/drawing/2014/main" id="{CB35FC0D-9964-4271-A395-BB66C761A3C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99501" y="6228987"/>
            <a:ext cx="3593550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63" name="Tijdelijke aanduiding voor tekst 17">
            <a:extLst>
              <a:ext uri="{FF2B5EF4-FFF2-40B4-BE49-F238E27FC236}">
                <a16:creationId xmlns:a16="http://schemas.microsoft.com/office/drawing/2014/main" id="{EC01F30F-A031-42A5-9F86-348008B216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5474" y="6228987"/>
            <a:ext cx="3060699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687832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624139" y="1460258"/>
            <a:ext cx="5027612" cy="439920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TEXT + TABLE</a:t>
            </a:r>
          </a:p>
        </p:txBody>
      </p:sp>
      <p:sp>
        <p:nvSpPr>
          <p:cNvPr id="198" name="Tijdelijke aanduiding voor tabel 197">
            <a:extLst>
              <a:ext uri="{FF2B5EF4-FFF2-40B4-BE49-F238E27FC236}">
                <a16:creationId xmlns:a16="http://schemas.microsoft.com/office/drawing/2014/main" id="{9AE5B91E-5735-41AD-ABB9-2C8A950757CB}"/>
              </a:ext>
            </a:extLst>
          </p:cNvPr>
          <p:cNvSpPr>
            <a:spLocks noGrp="1"/>
          </p:cNvSpPr>
          <p:nvPr>
            <p:ph type="tbl" sz="quarter" idx="20" hasCustomPrompt="1"/>
          </p:nvPr>
        </p:nvSpPr>
        <p:spPr>
          <a:xfrm>
            <a:off x="714978" y="1460258"/>
            <a:ext cx="5555751" cy="4399206"/>
          </a:xfrm>
          <a:custGeom>
            <a:avLst/>
            <a:gdLst>
              <a:gd name="connsiteX0" fmla="*/ 0 w 5559341"/>
              <a:gd name="connsiteY0" fmla="*/ 0 h 4399206"/>
              <a:gd name="connsiteX1" fmla="*/ 5559341 w 5559341"/>
              <a:gd name="connsiteY1" fmla="*/ 0 h 4399206"/>
              <a:gd name="connsiteX2" fmla="*/ 5559341 w 5559341"/>
              <a:gd name="connsiteY2" fmla="*/ 4399206 h 4399206"/>
              <a:gd name="connsiteX3" fmla="*/ 0 w 5559341"/>
              <a:gd name="connsiteY3" fmla="*/ 4399206 h 439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59341" h="4399206">
                <a:moveTo>
                  <a:pt x="0" y="0"/>
                </a:moveTo>
                <a:lnTo>
                  <a:pt x="5559341" y="0"/>
                </a:lnTo>
                <a:lnTo>
                  <a:pt x="5559341" y="4399206"/>
                </a:lnTo>
                <a:lnTo>
                  <a:pt x="0" y="4399206"/>
                </a:lnTo>
                <a:close/>
              </a:path>
            </a:pathLst>
          </a:custGeom>
          <a:noFill/>
        </p:spPr>
        <p:txBody>
          <a:bodyPr wrap="square" tIns="0" b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table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523DCA0-F81A-40D2-BC5A-DCB7A6FB72B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382001" y="622531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5" name="Tijdelijke aanduiding voor tekst 12">
            <a:extLst>
              <a:ext uri="{FF2B5EF4-FFF2-40B4-BE49-F238E27FC236}">
                <a16:creationId xmlns:a16="http://schemas.microsoft.com/office/drawing/2014/main" id="{01C87A9F-ADB9-42B3-8CFA-FA09C682F7D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C5CF583-58E2-4412-861D-4BB8A27D5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grpSp>
        <p:nvGrpSpPr>
          <p:cNvPr id="149" name="INSTRUCTION">
            <a:extLst>
              <a:ext uri="{FF2B5EF4-FFF2-40B4-BE49-F238E27FC236}">
                <a16:creationId xmlns:a16="http://schemas.microsoft.com/office/drawing/2014/main" id="{BD442F10-80A8-475C-8E24-0AA3010D0D3B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50" name="Rechthoek 149">
              <a:extLst>
                <a:ext uri="{FF2B5EF4-FFF2-40B4-BE49-F238E27FC236}">
                  <a16:creationId xmlns:a16="http://schemas.microsoft.com/office/drawing/2014/main" id="{08870AF0-C30F-4553-896A-86CF85C946FE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51" name="Ovaal 150">
              <a:extLst>
                <a:ext uri="{FF2B5EF4-FFF2-40B4-BE49-F238E27FC236}">
                  <a16:creationId xmlns:a16="http://schemas.microsoft.com/office/drawing/2014/main" id="{E89C434F-B61A-4A23-B4B4-AB8EBC7AE41C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2" name="Rechthoek 151">
              <a:extLst>
                <a:ext uri="{FF2B5EF4-FFF2-40B4-BE49-F238E27FC236}">
                  <a16:creationId xmlns:a16="http://schemas.microsoft.com/office/drawing/2014/main" id="{8D8C650D-FFE4-4545-AAED-8CF410E88DCC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53" name="Ovaal 152">
              <a:extLst>
                <a:ext uri="{FF2B5EF4-FFF2-40B4-BE49-F238E27FC236}">
                  <a16:creationId xmlns:a16="http://schemas.microsoft.com/office/drawing/2014/main" id="{0315F19A-D77E-402E-BE63-2131B6EF3E7B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4" name="Rechthoek 153">
              <a:extLst>
                <a:ext uri="{FF2B5EF4-FFF2-40B4-BE49-F238E27FC236}">
                  <a16:creationId xmlns:a16="http://schemas.microsoft.com/office/drawing/2014/main" id="{D9AAB7C8-BEE2-4E9D-B074-447F1B7B9319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5" name="Ovaal 154">
              <a:extLst>
                <a:ext uri="{FF2B5EF4-FFF2-40B4-BE49-F238E27FC236}">
                  <a16:creationId xmlns:a16="http://schemas.microsoft.com/office/drawing/2014/main" id="{476B3959-444B-402F-A8F0-0A84AD0307BF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486DE591-73A8-45FB-AA99-417292DE5885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57" name="Ovaal 156">
              <a:extLst>
                <a:ext uri="{FF2B5EF4-FFF2-40B4-BE49-F238E27FC236}">
                  <a16:creationId xmlns:a16="http://schemas.microsoft.com/office/drawing/2014/main" id="{5228B71A-9E7A-4E04-97F7-E8D37FFCFA40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58" name="Ovaal 157">
              <a:extLst>
                <a:ext uri="{FF2B5EF4-FFF2-40B4-BE49-F238E27FC236}">
                  <a16:creationId xmlns:a16="http://schemas.microsoft.com/office/drawing/2014/main" id="{4A314068-9616-486E-86BB-84AC4E5FC539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59" name="Ovaal 158">
              <a:extLst>
                <a:ext uri="{FF2B5EF4-FFF2-40B4-BE49-F238E27FC236}">
                  <a16:creationId xmlns:a16="http://schemas.microsoft.com/office/drawing/2014/main" id="{C38C8FBB-73DF-4381-ADDC-FACB4B74416F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4F5393D8-DB5C-4A39-B580-CCE44CD1BF10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61" name="Ovaal 160">
              <a:extLst>
                <a:ext uri="{FF2B5EF4-FFF2-40B4-BE49-F238E27FC236}">
                  <a16:creationId xmlns:a16="http://schemas.microsoft.com/office/drawing/2014/main" id="{5B843F14-1AE2-4DFF-9D90-2F831846B916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62" name="Rechthoek 161">
              <a:extLst>
                <a:ext uri="{FF2B5EF4-FFF2-40B4-BE49-F238E27FC236}">
                  <a16:creationId xmlns:a16="http://schemas.microsoft.com/office/drawing/2014/main" id="{DD7F6530-73F4-4574-84CD-50BC5EFF0BB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163" name="ICOON_info">
              <a:extLst>
                <a:ext uri="{FF2B5EF4-FFF2-40B4-BE49-F238E27FC236}">
                  <a16:creationId xmlns:a16="http://schemas.microsoft.com/office/drawing/2014/main" id="{FAD24525-FB0D-4028-A7D4-8FE61F5058E0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33" name="Ovaal 232">
                <a:extLst>
                  <a:ext uri="{FF2B5EF4-FFF2-40B4-BE49-F238E27FC236}">
                    <a16:creationId xmlns:a16="http://schemas.microsoft.com/office/drawing/2014/main" id="{77149975-38BA-4B21-9BFD-7C06AD7412D6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4" name="Graphic 163" descr="Informatie">
                <a:extLst>
                  <a:ext uri="{FF2B5EF4-FFF2-40B4-BE49-F238E27FC236}">
                    <a16:creationId xmlns:a16="http://schemas.microsoft.com/office/drawing/2014/main" id="{6A04A746-A5B4-4C82-A44C-C5BDD6AE41D0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4" name="VOORBEELD">
              <a:extLst>
                <a:ext uri="{FF2B5EF4-FFF2-40B4-BE49-F238E27FC236}">
                  <a16:creationId xmlns:a16="http://schemas.microsoft.com/office/drawing/2014/main" id="{35E6E173-38E6-4616-9465-EE259E9C8CC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3B83FC8A-82B7-4004-8265-91436A1C6B58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FBA470CD-A09B-4B93-A46E-5DF48C63DDE6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67" name="Groep 166">
                <a:extLst>
                  <a:ext uri="{FF2B5EF4-FFF2-40B4-BE49-F238E27FC236}">
                    <a16:creationId xmlns:a16="http://schemas.microsoft.com/office/drawing/2014/main" id="{5E3B021B-61DB-4CE2-9F58-60E8938A17D9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26" name="Groep 225">
                  <a:extLst>
                    <a:ext uri="{FF2B5EF4-FFF2-40B4-BE49-F238E27FC236}">
                      <a16:creationId xmlns:a16="http://schemas.microsoft.com/office/drawing/2014/main" id="{96375F02-EE91-4B8C-822E-F2DCAC265D2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28" name="Rechte verbindingslijn 227">
                    <a:extLst>
                      <a:ext uri="{FF2B5EF4-FFF2-40B4-BE49-F238E27FC236}">
                        <a16:creationId xmlns:a16="http://schemas.microsoft.com/office/drawing/2014/main" id="{0AAF74FC-393A-408A-8BC2-CDC40BB593D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9" name="Rechte verbindingslijn 228">
                    <a:extLst>
                      <a:ext uri="{FF2B5EF4-FFF2-40B4-BE49-F238E27FC236}">
                        <a16:creationId xmlns:a16="http://schemas.microsoft.com/office/drawing/2014/main" id="{5D94DE12-92E1-476D-9F8A-BF82B886E93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0" name="Rechte verbindingslijn 229">
                    <a:extLst>
                      <a:ext uri="{FF2B5EF4-FFF2-40B4-BE49-F238E27FC236}">
                        <a16:creationId xmlns:a16="http://schemas.microsoft.com/office/drawing/2014/main" id="{E85FC651-DE9B-48FC-B0AE-B8AFBC84E5F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1" name="Rechte verbindingslijn 230">
                    <a:extLst>
                      <a:ext uri="{FF2B5EF4-FFF2-40B4-BE49-F238E27FC236}">
                        <a16:creationId xmlns:a16="http://schemas.microsoft.com/office/drawing/2014/main" id="{95D49FE0-B6AA-4BD0-9C64-2CE03D82353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2" name="Rechte verbindingslijn 231">
                    <a:extLst>
                      <a:ext uri="{FF2B5EF4-FFF2-40B4-BE49-F238E27FC236}">
                        <a16:creationId xmlns:a16="http://schemas.microsoft.com/office/drawing/2014/main" id="{BC69B206-3F08-49AF-8DCF-1CB39B3DB47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27" name="Pijl: rechts 226">
                  <a:extLst>
                    <a:ext uri="{FF2B5EF4-FFF2-40B4-BE49-F238E27FC236}">
                      <a16:creationId xmlns:a16="http://schemas.microsoft.com/office/drawing/2014/main" id="{CD033E36-7766-443E-AB87-228851C502E7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68" name="Groep 167">
                <a:extLst>
                  <a:ext uri="{FF2B5EF4-FFF2-40B4-BE49-F238E27FC236}">
                    <a16:creationId xmlns:a16="http://schemas.microsoft.com/office/drawing/2014/main" id="{170CF217-D510-42C6-85A0-3834F8B23D10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91" name="Groep 190">
                  <a:extLst>
                    <a:ext uri="{FF2B5EF4-FFF2-40B4-BE49-F238E27FC236}">
                      <a16:creationId xmlns:a16="http://schemas.microsoft.com/office/drawing/2014/main" id="{C1FEBA1E-702B-410A-A3A3-D816A4F28A1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93" name="Rechte verbindingslijn 192">
                    <a:extLst>
                      <a:ext uri="{FF2B5EF4-FFF2-40B4-BE49-F238E27FC236}">
                        <a16:creationId xmlns:a16="http://schemas.microsoft.com/office/drawing/2014/main" id="{735D093E-1966-42D1-AD3D-257DDE3CD1E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4" name="Rechte verbindingslijn 193">
                    <a:extLst>
                      <a:ext uri="{FF2B5EF4-FFF2-40B4-BE49-F238E27FC236}">
                        <a16:creationId xmlns:a16="http://schemas.microsoft.com/office/drawing/2014/main" id="{C3787635-F20E-4C49-88FD-FAA5DDF8E27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5" name="Rechte verbindingslijn 194">
                    <a:extLst>
                      <a:ext uri="{FF2B5EF4-FFF2-40B4-BE49-F238E27FC236}">
                        <a16:creationId xmlns:a16="http://schemas.microsoft.com/office/drawing/2014/main" id="{F29C509D-4E9F-4916-B208-148ABA4EDD6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6" name="Rechte verbindingslijn 195">
                    <a:extLst>
                      <a:ext uri="{FF2B5EF4-FFF2-40B4-BE49-F238E27FC236}">
                        <a16:creationId xmlns:a16="http://schemas.microsoft.com/office/drawing/2014/main" id="{FD33DD5E-4284-45DD-BABC-B5EACCD959A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5" name="Rechte verbindingslijn 224">
                    <a:extLst>
                      <a:ext uri="{FF2B5EF4-FFF2-40B4-BE49-F238E27FC236}">
                        <a16:creationId xmlns:a16="http://schemas.microsoft.com/office/drawing/2014/main" id="{82F4BFA3-4C57-4207-B029-575731C85AC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92" name="Pijl: rechts 191">
                  <a:extLst>
                    <a:ext uri="{FF2B5EF4-FFF2-40B4-BE49-F238E27FC236}">
                      <a16:creationId xmlns:a16="http://schemas.microsoft.com/office/drawing/2014/main" id="{D63EDDD2-7C08-4D01-9EB9-99EA2C1C97CF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69" name="Rechte verbindingslijn 168">
                <a:extLst>
                  <a:ext uri="{FF2B5EF4-FFF2-40B4-BE49-F238E27FC236}">
                    <a16:creationId xmlns:a16="http://schemas.microsoft.com/office/drawing/2014/main" id="{D18B4DD6-C487-465C-9444-78CC817F9C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70" name="Rechte verbindingslijn 169">
                <a:extLst>
                  <a:ext uri="{FF2B5EF4-FFF2-40B4-BE49-F238E27FC236}">
                    <a16:creationId xmlns:a16="http://schemas.microsoft.com/office/drawing/2014/main" id="{A69410FE-EC40-46C5-9E9B-F2E230C85A3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71" name="Rechthoek 170">
                <a:extLst>
                  <a:ext uri="{FF2B5EF4-FFF2-40B4-BE49-F238E27FC236}">
                    <a16:creationId xmlns:a16="http://schemas.microsoft.com/office/drawing/2014/main" id="{47A76663-AA36-4FCB-A11E-D8212AA94CDC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D3C9BCCE-282F-4251-96F3-586A7B70EEC3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173" name="Groep 172">
                <a:extLst>
                  <a:ext uri="{FF2B5EF4-FFF2-40B4-BE49-F238E27FC236}">
                    <a16:creationId xmlns:a16="http://schemas.microsoft.com/office/drawing/2014/main" id="{54268B09-8864-4F5C-835D-84DB23980C32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83" name="Rechthoek 182">
                  <a:extLst>
                    <a:ext uri="{FF2B5EF4-FFF2-40B4-BE49-F238E27FC236}">
                      <a16:creationId xmlns:a16="http://schemas.microsoft.com/office/drawing/2014/main" id="{763F4E7D-7CA8-424A-9589-40891C63A4E3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84" name="Groep 183">
                  <a:extLst>
                    <a:ext uri="{FF2B5EF4-FFF2-40B4-BE49-F238E27FC236}">
                      <a16:creationId xmlns:a16="http://schemas.microsoft.com/office/drawing/2014/main" id="{9F31634D-69ED-4246-A477-449BA82FFCB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86" name="Rechte verbindingslijn 185">
                    <a:extLst>
                      <a:ext uri="{FF2B5EF4-FFF2-40B4-BE49-F238E27FC236}">
                        <a16:creationId xmlns:a16="http://schemas.microsoft.com/office/drawing/2014/main" id="{BE15AA62-0924-46AF-945E-ABF6DCACF7F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7" name="Rechte verbindingslijn 186">
                    <a:extLst>
                      <a:ext uri="{FF2B5EF4-FFF2-40B4-BE49-F238E27FC236}">
                        <a16:creationId xmlns:a16="http://schemas.microsoft.com/office/drawing/2014/main" id="{E23AA20D-298C-4DE5-973C-B35FD676FFF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8" name="Rechte verbindingslijn 187">
                    <a:extLst>
                      <a:ext uri="{FF2B5EF4-FFF2-40B4-BE49-F238E27FC236}">
                        <a16:creationId xmlns:a16="http://schemas.microsoft.com/office/drawing/2014/main" id="{CBD76986-803B-498C-9C86-3FB296F95B8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9" name="Rechte verbindingslijn 188">
                    <a:extLst>
                      <a:ext uri="{FF2B5EF4-FFF2-40B4-BE49-F238E27FC236}">
                        <a16:creationId xmlns:a16="http://schemas.microsoft.com/office/drawing/2014/main" id="{A371823E-0880-47F0-BC20-2784B4813A4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0" name="Rechte verbindingslijn 189">
                    <a:extLst>
                      <a:ext uri="{FF2B5EF4-FFF2-40B4-BE49-F238E27FC236}">
                        <a16:creationId xmlns:a16="http://schemas.microsoft.com/office/drawing/2014/main" id="{8CAC2E04-8353-4EC6-A31B-4EBC0B50CC0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5" name="Pijl: rechts 184">
                  <a:extLst>
                    <a:ext uri="{FF2B5EF4-FFF2-40B4-BE49-F238E27FC236}">
                      <a16:creationId xmlns:a16="http://schemas.microsoft.com/office/drawing/2014/main" id="{93EEEEA5-47CC-4BC3-962C-12DECFE68BC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4" name="Groep 173">
                <a:extLst>
                  <a:ext uri="{FF2B5EF4-FFF2-40B4-BE49-F238E27FC236}">
                    <a16:creationId xmlns:a16="http://schemas.microsoft.com/office/drawing/2014/main" id="{90AB7B6A-8E6E-4258-9EAE-1E07800FBCFC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802C4AF3-B77B-465D-9D81-DD9E30BDECAD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76" name="Groep 175">
                  <a:extLst>
                    <a:ext uri="{FF2B5EF4-FFF2-40B4-BE49-F238E27FC236}">
                      <a16:creationId xmlns:a16="http://schemas.microsoft.com/office/drawing/2014/main" id="{A55306A7-28DC-47CF-ADBA-5C278D86FC1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78" name="Rechte verbindingslijn 177">
                    <a:extLst>
                      <a:ext uri="{FF2B5EF4-FFF2-40B4-BE49-F238E27FC236}">
                        <a16:creationId xmlns:a16="http://schemas.microsoft.com/office/drawing/2014/main" id="{8D9CBBEC-C1DF-4409-B92E-11B865D8161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9" name="Rechte verbindingslijn 178">
                    <a:extLst>
                      <a:ext uri="{FF2B5EF4-FFF2-40B4-BE49-F238E27FC236}">
                        <a16:creationId xmlns:a16="http://schemas.microsoft.com/office/drawing/2014/main" id="{F11C63A6-D823-4628-AD1A-C3075625CB6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0" name="Rechte verbindingslijn 179">
                    <a:extLst>
                      <a:ext uri="{FF2B5EF4-FFF2-40B4-BE49-F238E27FC236}">
                        <a16:creationId xmlns:a16="http://schemas.microsoft.com/office/drawing/2014/main" id="{DCA1674E-535A-4067-AA20-716092AB7CA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1" name="Rechte verbindingslijn 180">
                    <a:extLst>
                      <a:ext uri="{FF2B5EF4-FFF2-40B4-BE49-F238E27FC236}">
                        <a16:creationId xmlns:a16="http://schemas.microsoft.com/office/drawing/2014/main" id="{04E9ACB6-5B88-45A2-8044-887EB501AE3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2" name="Rechte verbindingslijn 181">
                    <a:extLst>
                      <a:ext uri="{FF2B5EF4-FFF2-40B4-BE49-F238E27FC236}">
                        <a16:creationId xmlns:a16="http://schemas.microsoft.com/office/drawing/2014/main" id="{E9574B78-9FF2-423F-8E5E-5D5E325E311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7" name="Pijl: rechts 176">
                  <a:extLst>
                    <a:ext uri="{FF2B5EF4-FFF2-40B4-BE49-F238E27FC236}">
                      <a16:creationId xmlns:a16="http://schemas.microsoft.com/office/drawing/2014/main" id="{194E7D98-F035-46A7-B68B-CD9964A998E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97" name="INSTRUCTION">
            <a:extLst>
              <a:ext uri="{FF2B5EF4-FFF2-40B4-BE49-F238E27FC236}">
                <a16:creationId xmlns:a16="http://schemas.microsoft.com/office/drawing/2014/main" id="{5E282290-9777-4E9F-B7CE-9D827CD2661F}"/>
              </a:ext>
            </a:extLst>
          </p:cNvPr>
          <p:cNvGrpSpPr/>
          <p:nvPr userDrawn="1"/>
        </p:nvGrpSpPr>
        <p:grpSpPr>
          <a:xfrm>
            <a:off x="12377595" y="2"/>
            <a:ext cx="3693386" cy="4050990"/>
            <a:chOff x="-3786437" y="2"/>
            <a:chExt cx="3693386" cy="4050990"/>
          </a:xfrm>
        </p:grpSpPr>
        <p:sp>
          <p:nvSpPr>
            <p:cNvPr id="98" name="Rechthoek 97">
              <a:extLst>
                <a:ext uri="{FF2B5EF4-FFF2-40B4-BE49-F238E27FC236}">
                  <a16:creationId xmlns:a16="http://schemas.microsoft.com/office/drawing/2014/main" id="{670CC1E3-7AAD-4E57-88A3-8BC1189B6131}"/>
                </a:ext>
              </a:extLst>
            </p:cNvPr>
            <p:cNvSpPr/>
            <p:nvPr userDrawn="1"/>
          </p:nvSpPr>
          <p:spPr>
            <a:xfrm>
              <a:off x="-3786165" y="2"/>
              <a:ext cx="3593091" cy="331640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table</a:t>
              </a:r>
            </a:p>
          </p:txBody>
        </p: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29CE0244-D25A-45BD-A783-D134F53022C7}"/>
                </a:ext>
              </a:extLst>
            </p:cNvPr>
            <p:cNvSpPr/>
            <p:nvPr userDrawn="1"/>
          </p:nvSpPr>
          <p:spPr>
            <a:xfrm>
              <a:off x="-3786437" y="322299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00" name="Ovaal 99">
              <a:extLst>
                <a:ext uri="{FF2B5EF4-FFF2-40B4-BE49-F238E27FC236}">
                  <a16:creationId xmlns:a16="http://schemas.microsoft.com/office/drawing/2014/main" id="{E66D3CDA-DCC1-4035-8CAA-E6D40D2BB4A2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1" name="Rechthoek 100">
              <a:extLst>
                <a:ext uri="{FF2B5EF4-FFF2-40B4-BE49-F238E27FC236}">
                  <a16:creationId xmlns:a16="http://schemas.microsoft.com/office/drawing/2014/main" id="{18AD0718-06ED-4D86-B131-AEADB80BCCC6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table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table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02" name="Ovaal 101">
              <a:extLst>
                <a:ext uri="{FF2B5EF4-FFF2-40B4-BE49-F238E27FC236}">
                  <a16:creationId xmlns:a16="http://schemas.microsoft.com/office/drawing/2014/main" id="{7C04F71C-A710-46F9-B346-C64D2722C23B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03" name="Rechthoek 102">
              <a:extLst>
                <a:ext uri="{FF2B5EF4-FFF2-40B4-BE49-F238E27FC236}">
                  <a16:creationId xmlns:a16="http://schemas.microsoft.com/office/drawing/2014/main" id="{54022BDB-AF8C-45DA-848C-DE3A4FAB0AD9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number of rows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columns and click 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‘OK’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04" name="Groep 103">
              <a:extLst>
                <a:ext uri="{FF2B5EF4-FFF2-40B4-BE49-F238E27FC236}">
                  <a16:creationId xmlns:a16="http://schemas.microsoft.com/office/drawing/2014/main" id="{DD04492B-6C00-470D-8472-8BA55E58C074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19" name="Rechthoek 118">
                <a:extLst>
                  <a:ext uri="{FF2B5EF4-FFF2-40B4-BE49-F238E27FC236}">
                    <a16:creationId xmlns:a16="http://schemas.microsoft.com/office/drawing/2014/main" id="{27DE4AAC-DDFB-4601-9522-750404B3DA9A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OK</a:t>
                </a:r>
              </a:p>
            </p:txBody>
          </p:sp>
          <p:cxnSp>
            <p:nvCxnSpPr>
              <p:cNvPr id="120" name="Rechte verbindingslijn 119">
                <a:extLst>
                  <a:ext uri="{FF2B5EF4-FFF2-40B4-BE49-F238E27FC236}">
                    <a16:creationId xmlns:a16="http://schemas.microsoft.com/office/drawing/2014/main" id="{97414F6E-43BB-470C-A4BB-97842237D4C5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21" name="Gelijkbenige driehoek 120">
                <a:extLst>
                  <a:ext uri="{FF2B5EF4-FFF2-40B4-BE49-F238E27FC236}">
                    <a16:creationId xmlns:a16="http://schemas.microsoft.com/office/drawing/2014/main" id="{D30F5B49-AFC4-4CFF-9A13-C7AA7EBF1FBE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05" name="Ovaal 104">
              <a:extLst>
                <a:ext uri="{FF2B5EF4-FFF2-40B4-BE49-F238E27FC236}">
                  <a16:creationId xmlns:a16="http://schemas.microsoft.com/office/drawing/2014/main" id="{814933B0-313F-486B-BACD-1D5F72C2453D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06" name="Rechthoek 105">
              <a:extLst>
                <a:ext uri="{FF2B5EF4-FFF2-40B4-BE49-F238E27FC236}">
                  <a16:creationId xmlns:a16="http://schemas.microsoft.com/office/drawing/2014/main" id="{1446BEE6-1833-43FB-9BF1-6C538F5EEFCF}"/>
                </a:ext>
              </a:extLst>
            </p:cNvPr>
            <p:cNvSpPr/>
            <p:nvPr userDrawn="1"/>
          </p:nvSpPr>
          <p:spPr>
            <a:xfrm>
              <a:off x="-3319415" y="2555609"/>
              <a:ext cx="2944682" cy="48251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table by selecting various parts of the table and using the various options 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‘Table Tools’ - ‘Format’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grpSp>
          <p:nvGrpSpPr>
            <p:cNvPr id="107" name="Tabel icoon">
              <a:extLst>
                <a:ext uri="{FF2B5EF4-FFF2-40B4-BE49-F238E27FC236}">
                  <a16:creationId xmlns:a16="http://schemas.microsoft.com/office/drawing/2014/main" id="{F6AC8C4F-B74B-46B2-9461-0A3CB6EF44A1}"/>
                </a:ext>
              </a:extLst>
            </p:cNvPr>
            <p:cNvGrpSpPr/>
            <p:nvPr userDrawn="1"/>
          </p:nvGrpSpPr>
          <p:grpSpPr>
            <a:xfrm>
              <a:off x="-3308869" y="1240695"/>
              <a:ext cx="338201" cy="305477"/>
              <a:chOff x="6072040" y="3376043"/>
              <a:chExt cx="1227920" cy="1109109"/>
            </a:xfrm>
          </p:grpSpPr>
          <p:sp>
            <p:nvSpPr>
              <p:cNvPr id="111" name="Rechthoek 110">
                <a:extLst>
                  <a:ext uri="{FF2B5EF4-FFF2-40B4-BE49-F238E27FC236}">
                    <a16:creationId xmlns:a16="http://schemas.microsoft.com/office/drawing/2014/main" id="{75D150D4-FC9C-4154-83D0-128D3EA09281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2" name="Rechthoek 111">
                <a:extLst>
                  <a:ext uri="{FF2B5EF4-FFF2-40B4-BE49-F238E27FC236}">
                    <a16:creationId xmlns:a16="http://schemas.microsoft.com/office/drawing/2014/main" id="{AC1204CD-3272-43D0-B55B-974968D425E2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13" name="Rechte verbindingslijn 112">
                <a:extLst>
                  <a:ext uri="{FF2B5EF4-FFF2-40B4-BE49-F238E27FC236}">
                    <a16:creationId xmlns:a16="http://schemas.microsoft.com/office/drawing/2014/main" id="{36AFF4EC-9D1A-49F7-ACF6-87E4D1D20F67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Rechte verbindingslijn 113">
                <a:extLst>
                  <a:ext uri="{FF2B5EF4-FFF2-40B4-BE49-F238E27FC236}">
                    <a16:creationId xmlns:a16="http://schemas.microsoft.com/office/drawing/2014/main" id="{4C98D2A2-CA5F-4E72-BB37-6FB35A1594AB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Rechte verbindingslijn 114">
                <a:extLst>
                  <a:ext uri="{FF2B5EF4-FFF2-40B4-BE49-F238E27FC236}">
                    <a16:creationId xmlns:a16="http://schemas.microsoft.com/office/drawing/2014/main" id="{EA4E5F51-5340-49AF-85C3-93E131EEF85A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Rechte verbindingslijn 115">
                <a:extLst>
                  <a:ext uri="{FF2B5EF4-FFF2-40B4-BE49-F238E27FC236}">
                    <a16:creationId xmlns:a16="http://schemas.microsoft.com/office/drawing/2014/main" id="{AE91723F-144E-47C6-9CC9-3240D683B398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Rechte verbindingslijn 116">
                <a:extLst>
                  <a:ext uri="{FF2B5EF4-FFF2-40B4-BE49-F238E27FC236}">
                    <a16:creationId xmlns:a16="http://schemas.microsoft.com/office/drawing/2014/main" id="{B3803D71-E4D9-4A93-A906-2E2293475F97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Rechthoek 117">
                <a:extLst>
                  <a:ext uri="{FF2B5EF4-FFF2-40B4-BE49-F238E27FC236}">
                    <a16:creationId xmlns:a16="http://schemas.microsoft.com/office/drawing/2014/main" id="{396AD737-98F8-4BF3-97C3-39F8DA60A693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08" name="ICOON_info">
              <a:extLst>
                <a:ext uri="{FF2B5EF4-FFF2-40B4-BE49-F238E27FC236}">
                  <a16:creationId xmlns:a16="http://schemas.microsoft.com/office/drawing/2014/main" id="{DC3B0800-A340-4893-BC17-260A942319F0}"/>
                </a:ext>
              </a:extLst>
            </p:cNvPr>
            <p:cNvGrpSpPr/>
            <p:nvPr userDrawn="1"/>
          </p:nvGrpSpPr>
          <p:grpSpPr>
            <a:xfrm>
              <a:off x="-376736" y="3259970"/>
              <a:ext cx="283685" cy="283685"/>
              <a:chOff x="-510741" y="5913713"/>
              <a:chExt cx="267555" cy="267555"/>
            </a:xfrm>
          </p:grpSpPr>
          <p:sp>
            <p:nvSpPr>
              <p:cNvPr id="109" name="Ovaal 108">
                <a:extLst>
                  <a:ext uri="{FF2B5EF4-FFF2-40B4-BE49-F238E27FC236}">
                    <a16:creationId xmlns:a16="http://schemas.microsoft.com/office/drawing/2014/main" id="{C633984A-819C-406F-ABE6-4D7E49FEC2E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0" name="Graphic 163" descr="Informatie">
                <a:extLst>
                  <a:ext uri="{FF2B5EF4-FFF2-40B4-BE49-F238E27FC236}">
                    <a16:creationId xmlns:a16="http://schemas.microsoft.com/office/drawing/2014/main" id="{237973B3-946C-4F5F-96F8-86E1A12D738E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93" name="Tijdelijke aanduiding voor tekst 17">
            <a:extLst>
              <a:ext uri="{FF2B5EF4-FFF2-40B4-BE49-F238E27FC236}">
                <a16:creationId xmlns:a16="http://schemas.microsoft.com/office/drawing/2014/main" id="{C78E2093-F30B-4D1E-AD36-38274B503B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0" y="6228987"/>
            <a:ext cx="3241590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94" name="Tijdelijke aanduiding voor tekst 17">
            <a:extLst>
              <a:ext uri="{FF2B5EF4-FFF2-40B4-BE49-F238E27FC236}">
                <a16:creationId xmlns:a16="http://schemas.microsoft.com/office/drawing/2014/main" id="{97EFB85A-F00E-4809-B70E-AE888EA8C26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295776" y="6228987"/>
            <a:ext cx="3600448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95" name="Tijdelijke aanduiding voor tekst 17">
            <a:extLst>
              <a:ext uri="{FF2B5EF4-FFF2-40B4-BE49-F238E27FC236}">
                <a16:creationId xmlns:a16="http://schemas.microsoft.com/office/drawing/2014/main" id="{DF159A9F-F654-4E32-AFC9-13118E1793A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7538" y="6228987"/>
            <a:ext cx="306863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3113509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ijdelijke aanduiding voor tabel 197">
            <a:extLst>
              <a:ext uri="{FF2B5EF4-FFF2-40B4-BE49-F238E27FC236}">
                <a16:creationId xmlns:a16="http://schemas.microsoft.com/office/drawing/2014/main" id="{9AE5B91E-5735-41AD-ABB9-2C8A950757CB}"/>
              </a:ext>
            </a:extLst>
          </p:cNvPr>
          <p:cNvSpPr>
            <a:spLocks noGrp="1"/>
          </p:cNvSpPr>
          <p:nvPr>
            <p:ph type="tbl" sz="quarter" idx="20" hasCustomPrompt="1"/>
          </p:nvPr>
        </p:nvSpPr>
        <p:spPr>
          <a:xfrm>
            <a:off x="714979" y="1460258"/>
            <a:ext cx="10937022" cy="3744000"/>
          </a:xfrm>
          <a:custGeom>
            <a:avLst/>
            <a:gdLst>
              <a:gd name="connsiteX0" fmla="*/ 0 w 5559341"/>
              <a:gd name="connsiteY0" fmla="*/ 0 h 4399206"/>
              <a:gd name="connsiteX1" fmla="*/ 5559341 w 5559341"/>
              <a:gd name="connsiteY1" fmla="*/ 0 h 4399206"/>
              <a:gd name="connsiteX2" fmla="*/ 5559341 w 5559341"/>
              <a:gd name="connsiteY2" fmla="*/ 4399206 h 4399206"/>
              <a:gd name="connsiteX3" fmla="*/ 0 w 5559341"/>
              <a:gd name="connsiteY3" fmla="*/ 4399206 h 439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59341" h="4399206">
                <a:moveTo>
                  <a:pt x="0" y="0"/>
                </a:moveTo>
                <a:lnTo>
                  <a:pt x="5559341" y="0"/>
                </a:lnTo>
                <a:lnTo>
                  <a:pt x="5559341" y="4399206"/>
                </a:lnTo>
                <a:lnTo>
                  <a:pt x="0" y="4399206"/>
                </a:lnTo>
                <a:close/>
              </a:path>
            </a:pathLst>
          </a:custGeom>
          <a:noFill/>
        </p:spPr>
        <p:txBody>
          <a:bodyPr wrap="square" tIns="0" b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table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TABLE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523DCA0-F81A-40D2-BC5A-DCB7A6FB72B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382001" y="622531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5" name="Tijdelijke aanduiding voor tekst 12">
            <a:extLst>
              <a:ext uri="{FF2B5EF4-FFF2-40B4-BE49-F238E27FC236}">
                <a16:creationId xmlns:a16="http://schemas.microsoft.com/office/drawing/2014/main" id="{01C87A9F-ADB9-42B3-8CFA-FA09C682F7D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C5CF583-58E2-4412-861D-4BB8A27D5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grpSp>
        <p:nvGrpSpPr>
          <p:cNvPr id="97" name="INSTRUCTION">
            <a:extLst>
              <a:ext uri="{FF2B5EF4-FFF2-40B4-BE49-F238E27FC236}">
                <a16:creationId xmlns:a16="http://schemas.microsoft.com/office/drawing/2014/main" id="{5E282290-9777-4E9F-B7CE-9D827CD2661F}"/>
              </a:ext>
            </a:extLst>
          </p:cNvPr>
          <p:cNvGrpSpPr/>
          <p:nvPr userDrawn="1"/>
        </p:nvGrpSpPr>
        <p:grpSpPr>
          <a:xfrm>
            <a:off x="12377595" y="2"/>
            <a:ext cx="3693386" cy="4050990"/>
            <a:chOff x="-3786437" y="2"/>
            <a:chExt cx="3693386" cy="4050990"/>
          </a:xfrm>
        </p:grpSpPr>
        <p:sp>
          <p:nvSpPr>
            <p:cNvPr id="98" name="Rechthoek 97">
              <a:extLst>
                <a:ext uri="{FF2B5EF4-FFF2-40B4-BE49-F238E27FC236}">
                  <a16:creationId xmlns:a16="http://schemas.microsoft.com/office/drawing/2014/main" id="{670CC1E3-7AAD-4E57-88A3-8BC1189B6131}"/>
                </a:ext>
              </a:extLst>
            </p:cNvPr>
            <p:cNvSpPr/>
            <p:nvPr userDrawn="1"/>
          </p:nvSpPr>
          <p:spPr>
            <a:xfrm>
              <a:off x="-3786165" y="2"/>
              <a:ext cx="3593091" cy="331640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table</a:t>
              </a:r>
            </a:p>
          </p:txBody>
        </p: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29CE0244-D25A-45BD-A783-D134F53022C7}"/>
                </a:ext>
              </a:extLst>
            </p:cNvPr>
            <p:cNvSpPr/>
            <p:nvPr userDrawn="1"/>
          </p:nvSpPr>
          <p:spPr>
            <a:xfrm>
              <a:off x="-3786437" y="322299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00" name="Ovaal 99">
              <a:extLst>
                <a:ext uri="{FF2B5EF4-FFF2-40B4-BE49-F238E27FC236}">
                  <a16:creationId xmlns:a16="http://schemas.microsoft.com/office/drawing/2014/main" id="{E66D3CDA-DCC1-4035-8CAA-E6D40D2BB4A2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1" name="Rechthoek 100">
              <a:extLst>
                <a:ext uri="{FF2B5EF4-FFF2-40B4-BE49-F238E27FC236}">
                  <a16:creationId xmlns:a16="http://schemas.microsoft.com/office/drawing/2014/main" id="{18AD0718-06ED-4D86-B131-AEADB80BCCC6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table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table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02" name="Ovaal 101">
              <a:extLst>
                <a:ext uri="{FF2B5EF4-FFF2-40B4-BE49-F238E27FC236}">
                  <a16:creationId xmlns:a16="http://schemas.microsoft.com/office/drawing/2014/main" id="{7C04F71C-A710-46F9-B346-C64D2722C23B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03" name="Rechthoek 102">
              <a:extLst>
                <a:ext uri="{FF2B5EF4-FFF2-40B4-BE49-F238E27FC236}">
                  <a16:creationId xmlns:a16="http://schemas.microsoft.com/office/drawing/2014/main" id="{54022BDB-AF8C-45DA-848C-DE3A4FAB0AD9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number of rows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columns and click 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‘OK’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04" name="Groep 103">
              <a:extLst>
                <a:ext uri="{FF2B5EF4-FFF2-40B4-BE49-F238E27FC236}">
                  <a16:creationId xmlns:a16="http://schemas.microsoft.com/office/drawing/2014/main" id="{DD04492B-6C00-470D-8472-8BA55E58C074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19" name="Rechthoek 118">
                <a:extLst>
                  <a:ext uri="{FF2B5EF4-FFF2-40B4-BE49-F238E27FC236}">
                    <a16:creationId xmlns:a16="http://schemas.microsoft.com/office/drawing/2014/main" id="{27DE4AAC-DDFB-4601-9522-750404B3DA9A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OK</a:t>
                </a:r>
              </a:p>
            </p:txBody>
          </p:sp>
          <p:cxnSp>
            <p:nvCxnSpPr>
              <p:cNvPr id="120" name="Rechte verbindingslijn 119">
                <a:extLst>
                  <a:ext uri="{FF2B5EF4-FFF2-40B4-BE49-F238E27FC236}">
                    <a16:creationId xmlns:a16="http://schemas.microsoft.com/office/drawing/2014/main" id="{97414F6E-43BB-470C-A4BB-97842237D4C5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21" name="Gelijkbenige driehoek 120">
                <a:extLst>
                  <a:ext uri="{FF2B5EF4-FFF2-40B4-BE49-F238E27FC236}">
                    <a16:creationId xmlns:a16="http://schemas.microsoft.com/office/drawing/2014/main" id="{D30F5B49-AFC4-4CFF-9A13-C7AA7EBF1FBE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05" name="Ovaal 104">
              <a:extLst>
                <a:ext uri="{FF2B5EF4-FFF2-40B4-BE49-F238E27FC236}">
                  <a16:creationId xmlns:a16="http://schemas.microsoft.com/office/drawing/2014/main" id="{814933B0-313F-486B-BACD-1D5F72C2453D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06" name="Rechthoek 105">
              <a:extLst>
                <a:ext uri="{FF2B5EF4-FFF2-40B4-BE49-F238E27FC236}">
                  <a16:creationId xmlns:a16="http://schemas.microsoft.com/office/drawing/2014/main" id="{1446BEE6-1833-43FB-9BF1-6C538F5EEFCF}"/>
                </a:ext>
              </a:extLst>
            </p:cNvPr>
            <p:cNvSpPr/>
            <p:nvPr userDrawn="1"/>
          </p:nvSpPr>
          <p:spPr>
            <a:xfrm>
              <a:off x="-3319415" y="2555609"/>
              <a:ext cx="2944682" cy="48251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table by selecting various parts of the table and using the various options 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‘Table Tools’ - ‘Format’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grpSp>
          <p:nvGrpSpPr>
            <p:cNvPr id="107" name="Tabel icoon">
              <a:extLst>
                <a:ext uri="{FF2B5EF4-FFF2-40B4-BE49-F238E27FC236}">
                  <a16:creationId xmlns:a16="http://schemas.microsoft.com/office/drawing/2014/main" id="{F6AC8C4F-B74B-46B2-9461-0A3CB6EF44A1}"/>
                </a:ext>
              </a:extLst>
            </p:cNvPr>
            <p:cNvGrpSpPr/>
            <p:nvPr userDrawn="1"/>
          </p:nvGrpSpPr>
          <p:grpSpPr>
            <a:xfrm>
              <a:off x="-3308869" y="1240695"/>
              <a:ext cx="338201" cy="305477"/>
              <a:chOff x="6072040" y="3376043"/>
              <a:chExt cx="1227920" cy="1109109"/>
            </a:xfrm>
          </p:grpSpPr>
          <p:sp>
            <p:nvSpPr>
              <p:cNvPr id="111" name="Rechthoek 110">
                <a:extLst>
                  <a:ext uri="{FF2B5EF4-FFF2-40B4-BE49-F238E27FC236}">
                    <a16:creationId xmlns:a16="http://schemas.microsoft.com/office/drawing/2014/main" id="{75D150D4-FC9C-4154-83D0-128D3EA09281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2" name="Rechthoek 111">
                <a:extLst>
                  <a:ext uri="{FF2B5EF4-FFF2-40B4-BE49-F238E27FC236}">
                    <a16:creationId xmlns:a16="http://schemas.microsoft.com/office/drawing/2014/main" id="{AC1204CD-3272-43D0-B55B-974968D425E2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13" name="Rechte verbindingslijn 112">
                <a:extLst>
                  <a:ext uri="{FF2B5EF4-FFF2-40B4-BE49-F238E27FC236}">
                    <a16:creationId xmlns:a16="http://schemas.microsoft.com/office/drawing/2014/main" id="{36AFF4EC-9D1A-49F7-ACF6-87E4D1D20F67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Rechte verbindingslijn 113">
                <a:extLst>
                  <a:ext uri="{FF2B5EF4-FFF2-40B4-BE49-F238E27FC236}">
                    <a16:creationId xmlns:a16="http://schemas.microsoft.com/office/drawing/2014/main" id="{4C98D2A2-CA5F-4E72-BB37-6FB35A1594AB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Rechte verbindingslijn 114">
                <a:extLst>
                  <a:ext uri="{FF2B5EF4-FFF2-40B4-BE49-F238E27FC236}">
                    <a16:creationId xmlns:a16="http://schemas.microsoft.com/office/drawing/2014/main" id="{EA4E5F51-5340-49AF-85C3-93E131EEF85A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Rechte verbindingslijn 115">
                <a:extLst>
                  <a:ext uri="{FF2B5EF4-FFF2-40B4-BE49-F238E27FC236}">
                    <a16:creationId xmlns:a16="http://schemas.microsoft.com/office/drawing/2014/main" id="{AE91723F-144E-47C6-9CC9-3240D683B398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Rechte verbindingslijn 116">
                <a:extLst>
                  <a:ext uri="{FF2B5EF4-FFF2-40B4-BE49-F238E27FC236}">
                    <a16:creationId xmlns:a16="http://schemas.microsoft.com/office/drawing/2014/main" id="{B3803D71-E4D9-4A93-A906-2E2293475F97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Rechthoek 117">
                <a:extLst>
                  <a:ext uri="{FF2B5EF4-FFF2-40B4-BE49-F238E27FC236}">
                    <a16:creationId xmlns:a16="http://schemas.microsoft.com/office/drawing/2014/main" id="{396AD737-98F8-4BF3-97C3-39F8DA60A693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08" name="ICOON_info">
              <a:extLst>
                <a:ext uri="{FF2B5EF4-FFF2-40B4-BE49-F238E27FC236}">
                  <a16:creationId xmlns:a16="http://schemas.microsoft.com/office/drawing/2014/main" id="{DC3B0800-A340-4893-BC17-260A942319F0}"/>
                </a:ext>
              </a:extLst>
            </p:cNvPr>
            <p:cNvGrpSpPr/>
            <p:nvPr userDrawn="1"/>
          </p:nvGrpSpPr>
          <p:grpSpPr>
            <a:xfrm>
              <a:off x="-376736" y="3259970"/>
              <a:ext cx="283685" cy="283685"/>
              <a:chOff x="-510741" y="5913713"/>
              <a:chExt cx="267555" cy="267555"/>
            </a:xfrm>
          </p:grpSpPr>
          <p:sp>
            <p:nvSpPr>
              <p:cNvPr id="109" name="Ovaal 108">
                <a:extLst>
                  <a:ext uri="{FF2B5EF4-FFF2-40B4-BE49-F238E27FC236}">
                    <a16:creationId xmlns:a16="http://schemas.microsoft.com/office/drawing/2014/main" id="{C633984A-819C-406F-ABE6-4D7E49FEC2E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0" name="Graphic 163" descr="Informatie">
                <a:extLst>
                  <a:ext uri="{FF2B5EF4-FFF2-40B4-BE49-F238E27FC236}">
                    <a16:creationId xmlns:a16="http://schemas.microsoft.com/office/drawing/2014/main" id="{237973B3-946C-4F5F-96F8-86E1A12D738E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34" name="Tijdelijke aanduiding voor tekst 17">
            <a:extLst>
              <a:ext uri="{FF2B5EF4-FFF2-40B4-BE49-F238E27FC236}">
                <a16:creationId xmlns:a16="http://schemas.microsoft.com/office/drawing/2014/main" id="{C530E10D-CA10-495E-9A42-E2C8F391D0B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0" y="6228987"/>
            <a:ext cx="3240003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35" name="Tijdelijke aanduiding voor tekst 17">
            <a:extLst>
              <a:ext uri="{FF2B5EF4-FFF2-40B4-BE49-F238E27FC236}">
                <a16:creationId xmlns:a16="http://schemas.microsoft.com/office/drawing/2014/main" id="{EC005C4A-FA29-4FC5-8434-B5F5FA0459C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298951" y="6228987"/>
            <a:ext cx="3594098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36" name="Tijdelijke aanduiding voor tekst 17">
            <a:extLst>
              <a:ext uri="{FF2B5EF4-FFF2-40B4-BE49-F238E27FC236}">
                <a16:creationId xmlns:a16="http://schemas.microsoft.com/office/drawing/2014/main" id="{E6E98803-6E78-4880-88B2-4D8A515CF3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9124" y="6228987"/>
            <a:ext cx="3067049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265314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hthoek 211">
            <a:extLst>
              <a:ext uri="{FF2B5EF4-FFF2-40B4-BE49-F238E27FC236}">
                <a16:creationId xmlns:a16="http://schemas.microsoft.com/office/drawing/2014/main" id="{051D78F1-E14C-4D55-9BC2-20B0AEBC61B8}"/>
              </a:ext>
            </a:extLst>
          </p:cNvPr>
          <p:cNvSpPr/>
          <p:nvPr userDrawn="1"/>
        </p:nvSpPr>
        <p:spPr>
          <a:xfrm>
            <a:off x="-1" y="0"/>
            <a:ext cx="122027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F25AC20D-EB71-4DF9-ACC2-2B4B0BC92B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479381"/>
          </a:xfrm>
          <a:solidFill>
            <a:schemeClr val="bg1">
              <a:lumMod val="95000"/>
            </a:schemeClr>
          </a:solidFill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54" name="Rechthoek: afgeronde hoeken 53">
            <a:extLst>
              <a:ext uri="{FF2B5EF4-FFF2-40B4-BE49-F238E27FC236}">
                <a16:creationId xmlns:a16="http://schemas.microsoft.com/office/drawing/2014/main" id="{E5030FF3-580A-4031-9AA4-D2CB7FC8583C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PHOTO</a:t>
            </a:r>
          </a:p>
        </p:txBody>
      </p:sp>
      <p:sp>
        <p:nvSpPr>
          <p:cNvPr id="55" name="Tijdelijke aanduiding voor tekst 12">
            <a:extLst>
              <a:ext uri="{FF2B5EF4-FFF2-40B4-BE49-F238E27FC236}">
                <a16:creationId xmlns:a16="http://schemas.microsoft.com/office/drawing/2014/main" id="{F1C6E547-4070-4E16-9A3C-F952D26819E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62" name="Tijdelijke aanduiding voor tekst 153">
            <a:extLst>
              <a:ext uri="{FF2B5EF4-FFF2-40B4-BE49-F238E27FC236}">
                <a16:creationId xmlns:a16="http://schemas.microsoft.com/office/drawing/2014/main" id="{F6625A9F-D9B9-47D2-817B-D06B416A414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972595" y="385334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797F6734-9CB3-4E15-A2AF-0A38CB343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977" y="385334"/>
            <a:ext cx="8695889" cy="234000"/>
          </a:xfrm>
        </p:spPr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grpSp>
        <p:nvGrpSpPr>
          <p:cNvPr id="56" name="INSTRUCTION">
            <a:extLst>
              <a:ext uri="{FF2B5EF4-FFF2-40B4-BE49-F238E27FC236}">
                <a16:creationId xmlns:a16="http://schemas.microsoft.com/office/drawing/2014/main" id="{02245FAB-C48A-4FCD-B471-4A1CADD8884D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57" name="Rechthoek 56">
              <a:extLst>
                <a:ext uri="{FF2B5EF4-FFF2-40B4-BE49-F238E27FC236}">
                  <a16:creationId xmlns:a16="http://schemas.microsoft.com/office/drawing/2014/main" id="{CC38C516-A888-4FAC-B597-0AC050A03130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58" name="Rechthoek 57">
              <a:extLst>
                <a:ext uri="{FF2B5EF4-FFF2-40B4-BE49-F238E27FC236}">
                  <a16:creationId xmlns:a16="http://schemas.microsoft.com/office/drawing/2014/main" id="{44ABABCC-93AC-4248-B680-4944A71C34D7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64" name="Ovaal 63">
              <a:extLst>
                <a:ext uri="{FF2B5EF4-FFF2-40B4-BE49-F238E27FC236}">
                  <a16:creationId xmlns:a16="http://schemas.microsoft.com/office/drawing/2014/main" id="{5A7B7015-1C14-4413-B42A-1ACE44C28188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5" name="Rechthoek 64">
              <a:extLst>
                <a:ext uri="{FF2B5EF4-FFF2-40B4-BE49-F238E27FC236}">
                  <a16:creationId xmlns:a16="http://schemas.microsoft.com/office/drawing/2014/main" id="{DF387E73-B8C5-4126-8C90-4BF146FE3D83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66" name="Groep 65">
              <a:extLst>
                <a:ext uri="{FF2B5EF4-FFF2-40B4-BE49-F238E27FC236}">
                  <a16:creationId xmlns:a16="http://schemas.microsoft.com/office/drawing/2014/main" id="{C7A511A3-87D3-4774-A301-CC33FBC4ABFB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12" name="Rechthoek 111">
                <a:extLst>
                  <a:ext uri="{FF2B5EF4-FFF2-40B4-BE49-F238E27FC236}">
                    <a16:creationId xmlns:a16="http://schemas.microsoft.com/office/drawing/2014/main" id="{E5B9DAFB-0FC7-43B8-8126-69A11AB48EE0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Ovaal 112">
                <a:extLst>
                  <a:ext uri="{FF2B5EF4-FFF2-40B4-BE49-F238E27FC236}">
                    <a16:creationId xmlns:a16="http://schemas.microsoft.com/office/drawing/2014/main" id="{2A11C29F-C7A2-4FBB-AD82-BBD1DBEE2C11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4" name="Vrije vorm: vorm 113">
                <a:extLst>
                  <a:ext uri="{FF2B5EF4-FFF2-40B4-BE49-F238E27FC236}">
                    <a16:creationId xmlns:a16="http://schemas.microsoft.com/office/drawing/2014/main" id="{794DC529-8707-485E-A14D-082CB8E6F143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Rechthoek: afgeronde hoeken 114">
                <a:extLst>
                  <a:ext uri="{FF2B5EF4-FFF2-40B4-BE49-F238E27FC236}">
                    <a16:creationId xmlns:a16="http://schemas.microsoft.com/office/drawing/2014/main" id="{FD14BCA1-ACF7-453E-965F-91DAEC1D6BFF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16" name="Rechte verbindingslijn 115">
                <a:extLst>
                  <a:ext uri="{FF2B5EF4-FFF2-40B4-BE49-F238E27FC236}">
                    <a16:creationId xmlns:a16="http://schemas.microsoft.com/office/drawing/2014/main" id="{5E3F24A6-3369-4EF0-8D63-68BBFE70D24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Rechte verbindingslijn 116">
                <a:extLst>
                  <a:ext uri="{FF2B5EF4-FFF2-40B4-BE49-F238E27FC236}">
                    <a16:creationId xmlns:a16="http://schemas.microsoft.com/office/drawing/2014/main" id="{B8AA40E7-1881-49D5-80B0-542A7B74F4EB}"/>
                  </a:ext>
                </a:extLst>
              </p:cNvPr>
              <p:cNvCxnSpPr>
                <a:cxnSpLocks/>
                <a:stCxn id="115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7" name="Ovaal 66">
              <a:extLst>
                <a:ext uri="{FF2B5EF4-FFF2-40B4-BE49-F238E27FC236}">
                  <a16:creationId xmlns:a16="http://schemas.microsoft.com/office/drawing/2014/main" id="{EE16D80E-20C7-4721-9E39-FE77EB5CD59B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68" name="Rechthoek 67">
              <a:extLst>
                <a:ext uri="{FF2B5EF4-FFF2-40B4-BE49-F238E27FC236}">
                  <a16:creationId xmlns:a16="http://schemas.microsoft.com/office/drawing/2014/main" id="{07C06368-56DF-4114-9976-04FF782243E0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A1B15611-C109-404D-8619-FB06D881043D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09" name="Rechthoek 108">
                <a:extLst>
                  <a:ext uri="{FF2B5EF4-FFF2-40B4-BE49-F238E27FC236}">
                    <a16:creationId xmlns:a16="http://schemas.microsoft.com/office/drawing/2014/main" id="{D536D9A5-CB24-4F9A-B906-EB6BB960BCAF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10" name="Rechte verbindingslijn 109">
                <a:extLst>
                  <a:ext uri="{FF2B5EF4-FFF2-40B4-BE49-F238E27FC236}">
                    <a16:creationId xmlns:a16="http://schemas.microsoft.com/office/drawing/2014/main" id="{F149F1B2-2F02-4CF8-AC12-F90AFBAC9300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11" name="Gelijkbenige driehoek 110">
                <a:extLst>
                  <a:ext uri="{FF2B5EF4-FFF2-40B4-BE49-F238E27FC236}">
                    <a16:creationId xmlns:a16="http://schemas.microsoft.com/office/drawing/2014/main" id="{8B4057C9-FE35-4A1A-93DA-5E1FEB810849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BFD6428B-4067-4B01-80D5-40794C1577D4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B8FD29D-1AC2-4156-B394-A592B4BDAEA6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72" name="Ovaal 71">
              <a:extLst>
                <a:ext uri="{FF2B5EF4-FFF2-40B4-BE49-F238E27FC236}">
                  <a16:creationId xmlns:a16="http://schemas.microsoft.com/office/drawing/2014/main" id="{C9800FD0-5922-495F-8699-83AD3984CB37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5C1E294C-4307-44EE-B9EA-B3454BD75226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74" name="Groep 73">
              <a:extLst>
                <a:ext uri="{FF2B5EF4-FFF2-40B4-BE49-F238E27FC236}">
                  <a16:creationId xmlns:a16="http://schemas.microsoft.com/office/drawing/2014/main" id="{02DE33C0-7B64-4EB4-AC1D-E65C925AB9CB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93" name="Groep 92">
                <a:extLst>
                  <a:ext uri="{FF2B5EF4-FFF2-40B4-BE49-F238E27FC236}">
                    <a16:creationId xmlns:a16="http://schemas.microsoft.com/office/drawing/2014/main" id="{426DD5CC-8517-407C-B537-3644857A2AB1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96" name="Groep 95">
                  <a:extLst>
                    <a:ext uri="{FF2B5EF4-FFF2-40B4-BE49-F238E27FC236}">
                      <a16:creationId xmlns:a16="http://schemas.microsoft.com/office/drawing/2014/main" id="{2EAE1A10-A3AB-4C57-BF82-3C0C19E39004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103" name="Groep 102">
                    <a:extLst>
                      <a:ext uri="{FF2B5EF4-FFF2-40B4-BE49-F238E27FC236}">
                        <a16:creationId xmlns:a16="http://schemas.microsoft.com/office/drawing/2014/main" id="{F5500508-7594-40F3-AB9A-600030034A9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106" name="Rechthoek 105">
                      <a:extLst>
                        <a:ext uri="{FF2B5EF4-FFF2-40B4-BE49-F238E27FC236}">
                          <a16:creationId xmlns:a16="http://schemas.microsoft.com/office/drawing/2014/main" id="{7CD6A02F-DCBA-49FB-8B70-74F6E018E94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7" name="Rechthoek 106">
                      <a:extLst>
                        <a:ext uri="{FF2B5EF4-FFF2-40B4-BE49-F238E27FC236}">
                          <a16:creationId xmlns:a16="http://schemas.microsoft.com/office/drawing/2014/main" id="{98BF25C0-F973-456F-91A6-E4A279BB3EB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8" name="Ovaal 107">
                      <a:extLst>
                        <a:ext uri="{FF2B5EF4-FFF2-40B4-BE49-F238E27FC236}">
                          <a16:creationId xmlns:a16="http://schemas.microsoft.com/office/drawing/2014/main" id="{3E53567D-AE1B-4B38-BD26-732B39CF435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04" name="Afbeelding 103">
                    <a:extLst>
                      <a:ext uri="{FF2B5EF4-FFF2-40B4-BE49-F238E27FC236}">
                        <a16:creationId xmlns:a16="http://schemas.microsoft.com/office/drawing/2014/main" id="{59BE66A9-3053-4B58-A995-208F6DD1306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05" name="Afbeelding 104">
                    <a:extLst>
                      <a:ext uri="{FF2B5EF4-FFF2-40B4-BE49-F238E27FC236}">
                        <a16:creationId xmlns:a16="http://schemas.microsoft.com/office/drawing/2014/main" id="{1517D7E0-6647-4E5F-B947-2BEFEC812C0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97" name="Groep 96">
                  <a:extLst>
                    <a:ext uri="{FF2B5EF4-FFF2-40B4-BE49-F238E27FC236}">
                      <a16:creationId xmlns:a16="http://schemas.microsoft.com/office/drawing/2014/main" id="{D6235B93-B0E5-4BB1-AFB9-957B6B3A1F46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01" name="Rechthoek 100">
                    <a:extLst>
                      <a:ext uri="{FF2B5EF4-FFF2-40B4-BE49-F238E27FC236}">
                        <a16:creationId xmlns:a16="http://schemas.microsoft.com/office/drawing/2014/main" id="{BC61ED49-BF35-44CB-A3FD-62C04AE9719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2" name="Rechthoek 101">
                    <a:extLst>
                      <a:ext uri="{FF2B5EF4-FFF2-40B4-BE49-F238E27FC236}">
                        <a16:creationId xmlns:a16="http://schemas.microsoft.com/office/drawing/2014/main" id="{03483F2A-6985-4D2B-BC41-6FAA274DB31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98" name="Groep 97">
                  <a:extLst>
                    <a:ext uri="{FF2B5EF4-FFF2-40B4-BE49-F238E27FC236}">
                      <a16:creationId xmlns:a16="http://schemas.microsoft.com/office/drawing/2014/main" id="{DE6C63AB-C547-4517-B1F0-D4333976745E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99" name="Rechthoek 98">
                    <a:extLst>
                      <a:ext uri="{FF2B5EF4-FFF2-40B4-BE49-F238E27FC236}">
                        <a16:creationId xmlns:a16="http://schemas.microsoft.com/office/drawing/2014/main" id="{FC505F97-1680-43AF-BA03-589DCFDAF34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0" name="Rechthoek 99">
                    <a:extLst>
                      <a:ext uri="{FF2B5EF4-FFF2-40B4-BE49-F238E27FC236}">
                        <a16:creationId xmlns:a16="http://schemas.microsoft.com/office/drawing/2014/main" id="{44433429-E58E-451F-8A00-4EDF39BFA79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94" name="Rechthoek 93">
                <a:extLst>
                  <a:ext uri="{FF2B5EF4-FFF2-40B4-BE49-F238E27FC236}">
                    <a16:creationId xmlns:a16="http://schemas.microsoft.com/office/drawing/2014/main" id="{FBF325FB-D64C-4779-B8C1-CA8D687B6A8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00B05726-D3FF-4D61-86BA-8F58ACB1F22D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75" name="Groep 74">
              <a:extLst>
                <a:ext uri="{FF2B5EF4-FFF2-40B4-BE49-F238E27FC236}">
                  <a16:creationId xmlns:a16="http://schemas.microsoft.com/office/drawing/2014/main" id="{FB06B59B-0C8E-4230-9772-3569B63089C6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79" name="Rechthoek 78">
                <a:extLst>
                  <a:ext uri="{FF2B5EF4-FFF2-40B4-BE49-F238E27FC236}">
                    <a16:creationId xmlns:a16="http://schemas.microsoft.com/office/drawing/2014/main" id="{14AFBD5C-A25E-47B5-997E-7197760B0544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0" name="Rechthoek 79">
                <a:extLst>
                  <a:ext uri="{FF2B5EF4-FFF2-40B4-BE49-F238E27FC236}">
                    <a16:creationId xmlns:a16="http://schemas.microsoft.com/office/drawing/2014/main" id="{D000107B-2E7E-45DD-9CE7-C4CE560D0264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Tekstvak 80">
                <a:extLst>
                  <a:ext uri="{FF2B5EF4-FFF2-40B4-BE49-F238E27FC236}">
                    <a16:creationId xmlns:a16="http://schemas.microsoft.com/office/drawing/2014/main" id="{2D7EC105-6DD6-448B-BCE5-E5B1DD741CCD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82" name="Tekstvak 81">
                <a:extLst>
                  <a:ext uri="{FF2B5EF4-FFF2-40B4-BE49-F238E27FC236}">
                    <a16:creationId xmlns:a16="http://schemas.microsoft.com/office/drawing/2014/main" id="{700173A9-AB72-41E3-B87A-FF59AF3F4C47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83" name="Vrije vorm: vorm 82">
                <a:extLst>
                  <a:ext uri="{FF2B5EF4-FFF2-40B4-BE49-F238E27FC236}">
                    <a16:creationId xmlns:a16="http://schemas.microsoft.com/office/drawing/2014/main" id="{6EDBD76C-3633-4DC0-9A4D-063E3296F42F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4" name="Gelijkbenige driehoek 83">
                <a:extLst>
                  <a:ext uri="{FF2B5EF4-FFF2-40B4-BE49-F238E27FC236}">
                    <a16:creationId xmlns:a16="http://schemas.microsoft.com/office/drawing/2014/main" id="{C27BCDFD-57FB-4995-AC6E-19699C04AC19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85" name="Groep 84">
                <a:extLst>
                  <a:ext uri="{FF2B5EF4-FFF2-40B4-BE49-F238E27FC236}">
                    <a16:creationId xmlns:a16="http://schemas.microsoft.com/office/drawing/2014/main" id="{0FBE24CB-0E45-4473-BEA2-3572BE26F520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90" name="Rechthoek 89">
                  <a:extLst>
                    <a:ext uri="{FF2B5EF4-FFF2-40B4-BE49-F238E27FC236}">
                      <a16:creationId xmlns:a16="http://schemas.microsoft.com/office/drawing/2014/main" id="{28F8FBC2-3FFA-427F-9635-363398F1D67E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1" name="Rechthoek 90">
                  <a:extLst>
                    <a:ext uri="{FF2B5EF4-FFF2-40B4-BE49-F238E27FC236}">
                      <a16:creationId xmlns:a16="http://schemas.microsoft.com/office/drawing/2014/main" id="{EAC8F4C8-E601-42B7-8C37-41DB05A0C34F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2" name="Rechthoek 91">
                  <a:extLst>
                    <a:ext uri="{FF2B5EF4-FFF2-40B4-BE49-F238E27FC236}">
                      <a16:creationId xmlns:a16="http://schemas.microsoft.com/office/drawing/2014/main" id="{B26E63A9-EE43-4B35-943D-E8125F522F59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86" name="Groep 85">
                <a:extLst>
                  <a:ext uri="{FF2B5EF4-FFF2-40B4-BE49-F238E27FC236}">
                    <a16:creationId xmlns:a16="http://schemas.microsoft.com/office/drawing/2014/main" id="{6ACD1713-ABDD-433A-8B23-73487F68F987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87" name="Rechthoek 86">
                  <a:extLst>
                    <a:ext uri="{FF2B5EF4-FFF2-40B4-BE49-F238E27FC236}">
                      <a16:creationId xmlns:a16="http://schemas.microsoft.com/office/drawing/2014/main" id="{8901945B-CEFA-42C8-81E8-6D64F3AB84A2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8" name="Rechthoek 87">
                  <a:extLst>
                    <a:ext uri="{FF2B5EF4-FFF2-40B4-BE49-F238E27FC236}">
                      <a16:creationId xmlns:a16="http://schemas.microsoft.com/office/drawing/2014/main" id="{0E33799F-4AA6-4A80-BFFB-DFEEF4DAAD48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9" name="Rechthoek 88">
                  <a:extLst>
                    <a:ext uri="{FF2B5EF4-FFF2-40B4-BE49-F238E27FC236}">
                      <a16:creationId xmlns:a16="http://schemas.microsoft.com/office/drawing/2014/main" id="{D8FCA768-A9C9-4942-BB72-77BA2F96D01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76" name="ICOON_info">
              <a:extLst>
                <a:ext uri="{FF2B5EF4-FFF2-40B4-BE49-F238E27FC236}">
                  <a16:creationId xmlns:a16="http://schemas.microsoft.com/office/drawing/2014/main" id="{C9A8CE40-6961-47C7-B144-E1ACC884B29D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77" name="Ovaal 76">
                <a:extLst>
                  <a:ext uri="{FF2B5EF4-FFF2-40B4-BE49-F238E27FC236}">
                    <a16:creationId xmlns:a16="http://schemas.microsoft.com/office/drawing/2014/main" id="{90C19837-7D36-4710-BBCC-4D77B52BF9A1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8" name="Graphic 163" descr="Informatie">
                <a:extLst>
                  <a:ext uri="{FF2B5EF4-FFF2-40B4-BE49-F238E27FC236}">
                    <a16:creationId xmlns:a16="http://schemas.microsoft.com/office/drawing/2014/main" id="{00C6FD3A-D031-46AB-B128-235BD6B7E73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20" name="Tijdelijke aanduiding voor tekst 119">
            <a:extLst>
              <a:ext uri="{FF2B5EF4-FFF2-40B4-BE49-F238E27FC236}">
                <a16:creationId xmlns:a16="http://schemas.microsoft.com/office/drawing/2014/main" id="{D80024C8-5D9F-431D-A1E8-12B7CE5F558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28637" y="385333"/>
            <a:ext cx="72000" cy="756000"/>
          </a:xfrm>
          <a:custGeom>
            <a:avLst/>
            <a:gdLst>
              <a:gd name="connsiteX0" fmla="*/ 0 w 72000"/>
              <a:gd name="connsiteY0" fmla="*/ 0 h 699293"/>
              <a:gd name="connsiteX1" fmla="*/ 72000 w 72000"/>
              <a:gd name="connsiteY1" fmla="*/ 0 h 699293"/>
              <a:gd name="connsiteX2" fmla="*/ 72000 w 72000"/>
              <a:gd name="connsiteY2" fmla="*/ 699293 h 699293"/>
              <a:gd name="connsiteX3" fmla="*/ 0 w 72000"/>
              <a:gd name="connsiteY3" fmla="*/ 699293 h 69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000" h="699293">
                <a:moveTo>
                  <a:pt x="0" y="0"/>
                </a:moveTo>
                <a:lnTo>
                  <a:pt x="72000" y="0"/>
                </a:lnTo>
                <a:lnTo>
                  <a:pt x="72000" y="699293"/>
                </a:lnTo>
                <a:lnTo>
                  <a:pt x="0" y="69929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7559C99-87D8-48CB-9EAF-9EEBF6A8C0FF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>
          <a:xfrm>
            <a:off x="11382001" y="6225319"/>
            <a:ext cx="270000" cy="1548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9" name="Tijdelijke aanduiding voor tekst 2047">
            <a:extLst>
              <a:ext uri="{FF2B5EF4-FFF2-40B4-BE49-F238E27FC236}">
                <a16:creationId xmlns:a16="http://schemas.microsoft.com/office/drawing/2014/main" id="{1A9549E8-B721-4B36-9051-82CF3AD4B0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297062">
            <a:off x="10422652" y="5410255"/>
            <a:ext cx="673535" cy="729221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l="-4752" t="-2796" r="-3042" b="-2796"/>
            </a:stretch>
          </a:blip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400">
                <a:solidFill>
                  <a:srgbClr val="A6A6A6">
                    <a:alpha val="0"/>
                  </a:srgbClr>
                </a:solidFill>
              </a:defRPr>
            </a:lvl1pPr>
          </a:lstStyle>
          <a:p>
            <a:pPr lvl="0"/>
            <a:r>
              <a:rPr lang="en-GB" dirty="0"/>
              <a:t>Logo</a:t>
            </a:r>
          </a:p>
        </p:txBody>
      </p:sp>
      <p:sp>
        <p:nvSpPr>
          <p:cNvPr id="210" name="Tijdelijke aanduiding voor tekst 17">
            <a:extLst>
              <a:ext uri="{FF2B5EF4-FFF2-40B4-BE49-F238E27FC236}">
                <a16:creationId xmlns:a16="http://schemas.microsoft.com/office/drawing/2014/main" id="{A1FAD55B-EA95-47D0-BD73-7D67B87CDC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0" y="6228987"/>
            <a:ext cx="3238415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211" name="Tijdelijke aanduiding voor tekst 17">
            <a:extLst>
              <a:ext uri="{FF2B5EF4-FFF2-40B4-BE49-F238E27FC236}">
                <a16:creationId xmlns:a16="http://schemas.microsoft.com/office/drawing/2014/main" id="{C7F5206E-02F4-4505-ACC9-21A40D145446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300539" y="6228987"/>
            <a:ext cx="3590922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pic>
        <p:nvPicPr>
          <p:cNvPr id="213" name="Afbeelding 212">
            <a:extLst>
              <a:ext uri="{FF2B5EF4-FFF2-40B4-BE49-F238E27FC236}">
                <a16:creationId xmlns:a16="http://schemas.microsoft.com/office/drawing/2014/main" id="{CA0C725C-0AA3-465D-B893-20E588EF41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" y="6477048"/>
            <a:ext cx="12190476" cy="380952"/>
          </a:xfrm>
          <a:prstGeom prst="rect">
            <a:avLst/>
          </a:prstGeom>
        </p:spPr>
      </p:pic>
      <p:sp>
        <p:nvSpPr>
          <p:cNvPr id="118" name="Tijdelijke aanduiding voor tekst 17">
            <a:extLst>
              <a:ext uri="{FF2B5EF4-FFF2-40B4-BE49-F238E27FC236}">
                <a16:creationId xmlns:a16="http://schemas.microsoft.com/office/drawing/2014/main" id="{F7AD9811-215E-4B91-AEB4-4E01EB0289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0713" y="6228987"/>
            <a:ext cx="3065461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3650522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/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3F52D1D4-6F8D-45CB-8B79-47CCE8DACF4A}"/>
              </a:ext>
            </a:extLst>
          </p:cNvPr>
          <p:cNvSpPr/>
          <p:nvPr userDrawn="1"/>
        </p:nvSpPr>
        <p:spPr>
          <a:xfrm>
            <a:off x="-1" y="0"/>
            <a:ext cx="122027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F25AC20D-EB71-4DF9-ACC2-2B4B0BC92B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480000"/>
          </a:xfrm>
          <a:solidFill>
            <a:schemeClr val="bg1">
              <a:lumMod val="95000"/>
            </a:schemeClr>
          </a:solidFill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54" name="Rechthoek: afgeronde hoeken 53">
            <a:extLst>
              <a:ext uri="{FF2B5EF4-FFF2-40B4-BE49-F238E27FC236}">
                <a16:creationId xmlns:a16="http://schemas.microsoft.com/office/drawing/2014/main" id="{E5030FF3-580A-4031-9AA4-D2CB7FC8583C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PHOTO W/ QUOTE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B200F366-9D90-4F52-9BA6-E3DBDCEBA04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8637" y="542925"/>
            <a:ext cx="3656012" cy="3951366"/>
          </a:xfrm>
          <a:gradFill>
            <a:gsLst>
              <a:gs pos="0">
                <a:schemeClr val="bg1">
                  <a:alpha val="85000"/>
                </a:schemeClr>
              </a:gs>
              <a:gs pos="100000">
                <a:schemeClr val="accent3">
                  <a:lumMod val="20000"/>
                  <a:lumOff val="80000"/>
                  <a:alpha val="70000"/>
                </a:schemeClr>
              </a:gs>
            </a:gsLst>
            <a:lin ang="0" scaled="1"/>
          </a:gradFill>
          <a:effectLst/>
        </p:spPr>
        <p:txBody>
          <a:bodyPr wrap="square" lIns="432000" tIns="432000" rIns="540000" bIns="360000">
            <a:spAutoFit/>
          </a:bodyPr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57" name="Tijdelijke aanduiding voor tekst 153">
            <a:extLst>
              <a:ext uri="{FF2B5EF4-FFF2-40B4-BE49-F238E27FC236}">
                <a16:creationId xmlns:a16="http://schemas.microsoft.com/office/drawing/2014/main" id="{02B5C908-16C4-4134-B9E9-0E4CBC9F197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972595" y="384087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 dirty="0"/>
          </a:p>
        </p:txBody>
      </p:sp>
      <p:grpSp>
        <p:nvGrpSpPr>
          <p:cNvPr id="58" name="INSTRUCTION">
            <a:extLst>
              <a:ext uri="{FF2B5EF4-FFF2-40B4-BE49-F238E27FC236}">
                <a16:creationId xmlns:a16="http://schemas.microsoft.com/office/drawing/2014/main" id="{94A845FE-D3C5-4BF5-9632-DAFE5F366080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59" name="Rechthoek 58">
              <a:extLst>
                <a:ext uri="{FF2B5EF4-FFF2-40B4-BE49-F238E27FC236}">
                  <a16:creationId xmlns:a16="http://schemas.microsoft.com/office/drawing/2014/main" id="{86F4AC40-CDDC-4873-A9B3-E95A10B54960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60" name="Ovaal 59">
              <a:extLst>
                <a:ext uri="{FF2B5EF4-FFF2-40B4-BE49-F238E27FC236}">
                  <a16:creationId xmlns:a16="http://schemas.microsoft.com/office/drawing/2014/main" id="{195CB5A8-F624-45C2-B07E-885EF60848DB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1" name="Rechthoek 60">
              <a:extLst>
                <a:ext uri="{FF2B5EF4-FFF2-40B4-BE49-F238E27FC236}">
                  <a16:creationId xmlns:a16="http://schemas.microsoft.com/office/drawing/2014/main" id="{B0475DDA-BF73-49AC-A262-9AA81A8AD98D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62" name="Ovaal 61">
              <a:extLst>
                <a:ext uri="{FF2B5EF4-FFF2-40B4-BE49-F238E27FC236}">
                  <a16:creationId xmlns:a16="http://schemas.microsoft.com/office/drawing/2014/main" id="{F5E63361-D347-4ED8-9124-B8AC422BABDD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CFEFB95A-7506-40B7-9FE8-0D0CC02D4157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64" name="Ovaal 63">
              <a:extLst>
                <a:ext uri="{FF2B5EF4-FFF2-40B4-BE49-F238E27FC236}">
                  <a16:creationId xmlns:a16="http://schemas.microsoft.com/office/drawing/2014/main" id="{B962BDB2-2E65-4A22-BCA0-91739F7B9CEF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65" name="Ovaal 64">
              <a:extLst>
                <a:ext uri="{FF2B5EF4-FFF2-40B4-BE49-F238E27FC236}">
                  <a16:creationId xmlns:a16="http://schemas.microsoft.com/office/drawing/2014/main" id="{A56E51C8-10CD-4B5A-BDD1-0DC5223856D9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4B230DBB-14F9-42C8-AEE6-EE159AA964E3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67" name="Ovaal 66">
              <a:extLst>
                <a:ext uri="{FF2B5EF4-FFF2-40B4-BE49-F238E27FC236}">
                  <a16:creationId xmlns:a16="http://schemas.microsoft.com/office/drawing/2014/main" id="{C517B002-FC7A-479E-97AD-B7B6090C33FF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68" name="Ovaal 67">
              <a:extLst>
                <a:ext uri="{FF2B5EF4-FFF2-40B4-BE49-F238E27FC236}">
                  <a16:creationId xmlns:a16="http://schemas.microsoft.com/office/drawing/2014/main" id="{8528D92C-0BCC-4853-9BAB-04F078186B9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F0E94CF4-D9C0-465F-8186-EDC46092C483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DD98CC4F-8AEB-4146-99E3-5572AAC787A8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406D34B4-2814-498D-8E78-ACC2E832F86A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72" name="ICOON_info">
              <a:extLst>
                <a:ext uri="{FF2B5EF4-FFF2-40B4-BE49-F238E27FC236}">
                  <a16:creationId xmlns:a16="http://schemas.microsoft.com/office/drawing/2014/main" id="{D384ECE1-3B5A-4CC2-96B9-3753C609423F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14" name="Ovaal 113">
                <a:extLst>
                  <a:ext uri="{FF2B5EF4-FFF2-40B4-BE49-F238E27FC236}">
                    <a16:creationId xmlns:a16="http://schemas.microsoft.com/office/drawing/2014/main" id="{18129731-B0A2-4FFA-9D19-95707BEE0DC3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Graphic 163" descr="Informatie">
                <a:extLst>
                  <a:ext uri="{FF2B5EF4-FFF2-40B4-BE49-F238E27FC236}">
                    <a16:creationId xmlns:a16="http://schemas.microsoft.com/office/drawing/2014/main" id="{874DE8EB-93BE-4EBD-ABAD-267A2FC31D12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73" name="VOORBEELD">
              <a:extLst>
                <a:ext uri="{FF2B5EF4-FFF2-40B4-BE49-F238E27FC236}">
                  <a16:creationId xmlns:a16="http://schemas.microsoft.com/office/drawing/2014/main" id="{29E72A82-BFD3-47FA-B1C7-B137018EF9C4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74" name="Rechthoek 73">
                <a:extLst>
                  <a:ext uri="{FF2B5EF4-FFF2-40B4-BE49-F238E27FC236}">
                    <a16:creationId xmlns:a16="http://schemas.microsoft.com/office/drawing/2014/main" id="{A6F5989C-F660-4571-A4DC-AC3B746ED792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75" name="Rechthoek 74">
                <a:extLst>
                  <a:ext uri="{FF2B5EF4-FFF2-40B4-BE49-F238E27FC236}">
                    <a16:creationId xmlns:a16="http://schemas.microsoft.com/office/drawing/2014/main" id="{2C2E2B02-4747-45BB-946D-645B723175B1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76" name="Groep 75">
                <a:extLst>
                  <a:ext uri="{FF2B5EF4-FFF2-40B4-BE49-F238E27FC236}">
                    <a16:creationId xmlns:a16="http://schemas.microsoft.com/office/drawing/2014/main" id="{38FC5226-CF21-4515-8674-5CE9C05526B4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07" name="Groep 106">
                  <a:extLst>
                    <a:ext uri="{FF2B5EF4-FFF2-40B4-BE49-F238E27FC236}">
                      <a16:creationId xmlns:a16="http://schemas.microsoft.com/office/drawing/2014/main" id="{C5EE035B-8D3F-4261-8DC7-0A682E91EE1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09" name="Rechte verbindingslijn 108">
                    <a:extLst>
                      <a:ext uri="{FF2B5EF4-FFF2-40B4-BE49-F238E27FC236}">
                        <a16:creationId xmlns:a16="http://schemas.microsoft.com/office/drawing/2014/main" id="{EF98EC11-0989-43DE-9140-8DF01957F66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0" name="Rechte verbindingslijn 109">
                    <a:extLst>
                      <a:ext uri="{FF2B5EF4-FFF2-40B4-BE49-F238E27FC236}">
                        <a16:creationId xmlns:a16="http://schemas.microsoft.com/office/drawing/2014/main" id="{162BB471-2655-42DE-9F52-69F25F7C3C3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1" name="Rechte verbindingslijn 110">
                    <a:extLst>
                      <a:ext uri="{FF2B5EF4-FFF2-40B4-BE49-F238E27FC236}">
                        <a16:creationId xmlns:a16="http://schemas.microsoft.com/office/drawing/2014/main" id="{724D3468-5455-45A1-B8A8-90F33653748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2" name="Rechte verbindingslijn 111">
                    <a:extLst>
                      <a:ext uri="{FF2B5EF4-FFF2-40B4-BE49-F238E27FC236}">
                        <a16:creationId xmlns:a16="http://schemas.microsoft.com/office/drawing/2014/main" id="{45C53E2E-8983-4B0A-8FB2-8A9E3C0F4EE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3" name="Rechte verbindingslijn 112">
                    <a:extLst>
                      <a:ext uri="{FF2B5EF4-FFF2-40B4-BE49-F238E27FC236}">
                        <a16:creationId xmlns:a16="http://schemas.microsoft.com/office/drawing/2014/main" id="{9F0C4A06-08A2-4F2B-8920-E8604BD9D30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08" name="Pijl: rechts 107">
                  <a:extLst>
                    <a:ext uri="{FF2B5EF4-FFF2-40B4-BE49-F238E27FC236}">
                      <a16:creationId xmlns:a16="http://schemas.microsoft.com/office/drawing/2014/main" id="{6C5F4EBB-5283-4878-97B4-444C2EB1076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77" name="Groep 76">
                <a:extLst>
                  <a:ext uri="{FF2B5EF4-FFF2-40B4-BE49-F238E27FC236}">
                    <a16:creationId xmlns:a16="http://schemas.microsoft.com/office/drawing/2014/main" id="{2031D57F-0128-4DB8-B4B8-F5E21B26F58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00" name="Groep 99">
                  <a:extLst>
                    <a:ext uri="{FF2B5EF4-FFF2-40B4-BE49-F238E27FC236}">
                      <a16:creationId xmlns:a16="http://schemas.microsoft.com/office/drawing/2014/main" id="{3481BE6E-DF1A-4350-838B-00B2D3E708E1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02" name="Rechte verbindingslijn 101">
                    <a:extLst>
                      <a:ext uri="{FF2B5EF4-FFF2-40B4-BE49-F238E27FC236}">
                        <a16:creationId xmlns:a16="http://schemas.microsoft.com/office/drawing/2014/main" id="{FE8FE813-54B4-4717-9A65-B65DD729886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3" name="Rechte verbindingslijn 102">
                    <a:extLst>
                      <a:ext uri="{FF2B5EF4-FFF2-40B4-BE49-F238E27FC236}">
                        <a16:creationId xmlns:a16="http://schemas.microsoft.com/office/drawing/2014/main" id="{77A91B72-FF1F-4214-9BEA-F6A1C48FA59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4" name="Rechte verbindingslijn 103">
                    <a:extLst>
                      <a:ext uri="{FF2B5EF4-FFF2-40B4-BE49-F238E27FC236}">
                        <a16:creationId xmlns:a16="http://schemas.microsoft.com/office/drawing/2014/main" id="{18EB82E5-FAB3-46C6-A3A7-C2C55B93AC5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5" name="Rechte verbindingslijn 104">
                    <a:extLst>
                      <a:ext uri="{FF2B5EF4-FFF2-40B4-BE49-F238E27FC236}">
                        <a16:creationId xmlns:a16="http://schemas.microsoft.com/office/drawing/2014/main" id="{02CEFFC0-2AB2-4CB1-A8C4-49186CDA84F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6" name="Rechte verbindingslijn 105">
                    <a:extLst>
                      <a:ext uri="{FF2B5EF4-FFF2-40B4-BE49-F238E27FC236}">
                        <a16:creationId xmlns:a16="http://schemas.microsoft.com/office/drawing/2014/main" id="{78D6B6DC-B262-4BA9-87CE-E37BED081CE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01" name="Pijl: rechts 100">
                  <a:extLst>
                    <a:ext uri="{FF2B5EF4-FFF2-40B4-BE49-F238E27FC236}">
                      <a16:creationId xmlns:a16="http://schemas.microsoft.com/office/drawing/2014/main" id="{CE73AF91-F8F6-4A7A-B7C2-77260D8389AF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78" name="Rechte verbindingslijn 77">
                <a:extLst>
                  <a:ext uri="{FF2B5EF4-FFF2-40B4-BE49-F238E27FC236}">
                    <a16:creationId xmlns:a16="http://schemas.microsoft.com/office/drawing/2014/main" id="{CB66E150-546C-4424-AF0D-46BDAB3B1EA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79" name="Rechte verbindingslijn 78">
                <a:extLst>
                  <a:ext uri="{FF2B5EF4-FFF2-40B4-BE49-F238E27FC236}">
                    <a16:creationId xmlns:a16="http://schemas.microsoft.com/office/drawing/2014/main" id="{115F56F3-ABB3-46B7-B5BA-A63CFB4ABFD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80" name="Rechthoek 79">
                <a:extLst>
                  <a:ext uri="{FF2B5EF4-FFF2-40B4-BE49-F238E27FC236}">
                    <a16:creationId xmlns:a16="http://schemas.microsoft.com/office/drawing/2014/main" id="{5CDDCAC3-7610-410F-8ACA-BE532551D3EB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81" name="Rechthoek 80">
                <a:extLst>
                  <a:ext uri="{FF2B5EF4-FFF2-40B4-BE49-F238E27FC236}">
                    <a16:creationId xmlns:a16="http://schemas.microsoft.com/office/drawing/2014/main" id="{A7863A29-409F-4EE4-8CD0-0CE3C8E76C9E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82" name="Groep 81">
                <a:extLst>
                  <a:ext uri="{FF2B5EF4-FFF2-40B4-BE49-F238E27FC236}">
                    <a16:creationId xmlns:a16="http://schemas.microsoft.com/office/drawing/2014/main" id="{EE47BCDB-54EF-43BE-AF35-FBA6177237D9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92" name="Rechthoek 91">
                  <a:extLst>
                    <a:ext uri="{FF2B5EF4-FFF2-40B4-BE49-F238E27FC236}">
                      <a16:creationId xmlns:a16="http://schemas.microsoft.com/office/drawing/2014/main" id="{551B8155-6C13-436E-B58A-3B8CD163F3CF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93" name="Groep 92">
                  <a:extLst>
                    <a:ext uri="{FF2B5EF4-FFF2-40B4-BE49-F238E27FC236}">
                      <a16:creationId xmlns:a16="http://schemas.microsoft.com/office/drawing/2014/main" id="{CD6D3865-7D05-42D0-B59C-567D7B5B3AF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95" name="Rechte verbindingslijn 94">
                    <a:extLst>
                      <a:ext uri="{FF2B5EF4-FFF2-40B4-BE49-F238E27FC236}">
                        <a16:creationId xmlns:a16="http://schemas.microsoft.com/office/drawing/2014/main" id="{CFF4F7A3-3116-4F8B-B651-8A457F40944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6" name="Rechte verbindingslijn 95">
                    <a:extLst>
                      <a:ext uri="{FF2B5EF4-FFF2-40B4-BE49-F238E27FC236}">
                        <a16:creationId xmlns:a16="http://schemas.microsoft.com/office/drawing/2014/main" id="{7A2956DF-0652-412E-B262-E79A23BA61A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7" name="Rechte verbindingslijn 96">
                    <a:extLst>
                      <a:ext uri="{FF2B5EF4-FFF2-40B4-BE49-F238E27FC236}">
                        <a16:creationId xmlns:a16="http://schemas.microsoft.com/office/drawing/2014/main" id="{92A712DA-BCEC-4540-9E89-3FA7479123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8" name="Rechte verbindingslijn 97">
                    <a:extLst>
                      <a:ext uri="{FF2B5EF4-FFF2-40B4-BE49-F238E27FC236}">
                        <a16:creationId xmlns:a16="http://schemas.microsoft.com/office/drawing/2014/main" id="{F007513C-2CE7-4E11-A1D5-C2961EE49BC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9" name="Rechte verbindingslijn 98">
                    <a:extLst>
                      <a:ext uri="{FF2B5EF4-FFF2-40B4-BE49-F238E27FC236}">
                        <a16:creationId xmlns:a16="http://schemas.microsoft.com/office/drawing/2014/main" id="{56332642-A7FD-4473-9030-3887E0E43C7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94" name="Pijl: rechts 93">
                  <a:extLst>
                    <a:ext uri="{FF2B5EF4-FFF2-40B4-BE49-F238E27FC236}">
                      <a16:creationId xmlns:a16="http://schemas.microsoft.com/office/drawing/2014/main" id="{64E53F35-97B0-4988-BF58-C95140B5921C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83" name="Groep 82">
                <a:extLst>
                  <a:ext uri="{FF2B5EF4-FFF2-40B4-BE49-F238E27FC236}">
                    <a16:creationId xmlns:a16="http://schemas.microsoft.com/office/drawing/2014/main" id="{DDE2DD61-FEF6-4AAA-84E4-1728AE7B2F98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0B574BBF-B959-4C6E-AFDC-6B097D29AF62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85" name="Groep 84">
                  <a:extLst>
                    <a:ext uri="{FF2B5EF4-FFF2-40B4-BE49-F238E27FC236}">
                      <a16:creationId xmlns:a16="http://schemas.microsoft.com/office/drawing/2014/main" id="{33553EE2-3C8D-4045-A87B-E24D70C8874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87" name="Rechte verbindingslijn 86">
                    <a:extLst>
                      <a:ext uri="{FF2B5EF4-FFF2-40B4-BE49-F238E27FC236}">
                        <a16:creationId xmlns:a16="http://schemas.microsoft.com/office/drawing/2014/main" id="{768D4542-9978-427F-B15C-21286092E61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8" name="Rechte verbindingslijn 87">
                    <a:extLst>
                      <a:ext uri="{FF2B5EF4-FFF2-40B4-BE49-F238E27FC236}">
                        <a16:creationId xmlns:a16="http://schemas.microsoft.com/office/drawing/2014/main" id="{8ED687DA-44FE-4DF1-AD8D-FCC6103569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9" name="Rechte verbindingslijn 88">
                    <a:extLst>
                      <a:ext uri="{FF2B5EF4-FFF2-40B4-BE49-F238E27FC236}">
                        <a16:creationId xmlns:a16="http://schemas.microsoft.com/office/drawing/2014/main" id="{2F533290-C7FA-4FB6-992A-9EA00EA42D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0" name="Rechte verbindingslijn 89">
                    <a:extLst>
                      <a:ext uri="{FF2B5EF4-FFF2-40B4-BE49-F238E27FC236}">
                        <a16:creationId xmlns:a16="http://schemas.microsoft.com/office/drawing/2014/main" id="{D35F162B-6F3F-4DC5-AEE2-89027565249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1" name="Rechte verbindingslijn 90">
                    <a:extLst>
                      <a:ext uri="{FF2B5EF4-FFF2-40B4-BE49-F238E27FC236}">
                        <a16:creationId xmlns:a16="http://schemas.microsoft.com/office/drawing/2014/main" id="{16F7AEFE-190B-422E-BB37-45E771AD6DE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86" name="Pijl: rechts 85">
                  <a:extLst>
                    <a:ext uri="{FF2B5EF4-FFF2-40B4-BE49-F238E27FC236}">
                      <a16:creationId xmlns:a16="http://schemas.microsoft.com/office/drawing/2014/main" id="{77D0E1D1-96B2-4983-9123-AE4DB81B268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117" name="INSTRUCTION">
            <a:extLst>
              <a:ext uri="{FF2B5EF4-FFF2-40B4-BE49-F238E27FC236}">
                <a16:creationId xmlns:a16="http://schemas.microsoft.com/office/drawing/2014/main" id="{510D7836-98DD-4930-BCAE-B98FD7A2C82A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AC996C5F-D9FE-4171-8E54-3401A3ABC6C1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48483BDA-8741-4243-98E2-C6EA398384CC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CE768569-DFE0-4057-B5A5-A40FCA84521B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1EDB3DB0-EA02-4DEA-8F36-5940EB7B9593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2" name="Groep 121">
              <a:extLst>
                <a:ext uri="{FF2B5EF4-FFF2-40B4-BE49-F238E27FC236}">
                  <a16:creationId xmlns:a16="http://schemas.microsoft.com/office/drawing/2014/main" id="{CC1E69DC-AABA-433E-875B-3C92BA6B7DED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68" name="Rechthoek 167">
                <a:extLst>
                  <a:ext uri="{FF2B5EF4-FFF2-40B4-BE49-F238E27FC236}">
                    <a16:creationId xmlns:a16="http://schemas.microsoft.com/office/drawing/2014/main" id="{A6D7FAD3-C4E5-41FB-B831-B270B6A9F937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9" name="Ovaal 168">
                <a:extLst>
                  <a:ext uri="{FF2B5EF4-FFF2-40B4-BE49-F238E27FC236}">
                    <a16:creationId xmlns:a16="http://schemas.microsoft.com/office/drawing/2014/main" id="{966A4048-E20A-471E-B7DE-2AC67A91609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0" name="Vrije vorm: vorm 169">
                <a:extLst>
                  <a:ext uri="{FF2B5EF4-FFF2-40B4-BE49-F238E27FC236}">
                    <a16:creationId xmlns:a16="http://schemas.microsoft.com/office/drawing/2014/main" id="{035DB9BC-993D-4EC2-B8B8-E289BEFC417D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1" name="Rechthoek: afgeronde hoeken 170">
                <a:extLst>
                  <a:ext uri="{FF2B5EF4-FFF2-40B4-BE49-F238E27FC236}">
                    <a16:creationId xmlns:a16="http://schemas.microsoft.com/office/drawing/2014/main" id="{43572117-2936-4CA0-BF82-0D6296BFB010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72" name="Rechte verbindingslijn 171">
                <a:extLst>
                  <a:ext uri="{FF2B5EF4-FFF2-40B4-BE49-F238E27FC236}">
                    <a16:creationId xmlns:a16="http://schemas.microsoft.com/office/drawing/2014/main" id="{7D2B5594-E3F1-4F39-A93D-FB9FD2504C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3" name="Rechte verbindingslijn 172">
                <a:extLst>
                  <a:ext uri="{FF2B5EF4-FFF2-40B4-BE49-F238E27FC236}">
                    <a16:creationId xmlns:a16="http://schemas.microsoft.com/office/drawing/2014/main" id="{10B80017-638A-48F0-ACCF-DDB02B67C579}"/>
                  </a:ext>
                </a:extLst>
              </p:cNvPr>
              <p:cNvCxnSpPr>
                <a:cxnSpLocks/>
                <a:stCxn id="171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474CF842-2FCD-46BB-B3D4-75D2CD04DE2B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C0DE37D0-8647-4B42-8AEA-69E5BAC685A5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5" name="Groep 124">
              <a:extLst>
                <a:ext uri="{FF2B5EF4-FFF2-40B4-BE49-F238E27FC236}">
                  <a16:creationId xmlns:a16="http://schemas.microsoft.com/office/drawing/2014/main" id="{AA3716D5-A794-4860-BD79-A966AE4A8815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8352E3CD-36AC-40EA-A5C5-C554E77C51C5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66" name="Rechte verbindingslijn 165">
                <a:extLst>
                  <a:ext uri="{FF2B5EF4-FFF2-40B4-BE49-F238E27FC236}">
                    <a16:creationId xmlns:a16="http://schemas.microsoft.com/office/drawing/2014/main" id="{A05FBE82-9406-4AF5-9247-BFF3089F1584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67" name="Gelijkbenige driehoek 166">
                <a:extLst>
                  <a:ext uri="{FF2B5EF4-FFF2-40B4-BE49-F238E27FC236}">
                    <a16:creationId xmlns:a16="http://schemas.microsoft.com/office/drawing/2014/main" id="{870F97FA-F2D7-4896-B347-9F33B218CE0C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EF66787F-4998-4583-80B5-C12D633E6864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7D500878-F906-434A-ACF8-1B52AB417146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8" name="Ovaal 127">
              <a:extLst>
                <a:ext uri="{FF2B5EF4-FFF2-40B4-BE49-F238E27FC236}">
                  <a16:creationId xmlns:a16="http://schemas.microsoft.com/office/drawing/2014/main" id="{B96C3C80-FC35-4164-9FD5-93CF7BE54BFC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29" name="Rechthoek 128">
              <a:extLst>
                <a:ext uri="{FF2B5EF4-FFF2-40B4-BE49-F238E27FC236}">
                  <a16:creationId xmlns:a16="http://schemas.microsoft.com/office/drawing/2014/main" id="{433F5775-AFD6-4E06-8F9E-1BBB67BA8197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30" name="Groep 129">
              <a:extLst>
                <a:ext uri="{FF2B5EF4-FFF2-40B4-BE49-F238E27FC236}">
                  <a16:creationId xmlns:a16="http://schemas.microsoft.com/office/drawing/2014/main" id="{DF783E91-3DA8-4B8B-9A42-533BC2C523FB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149" name="Groep 148">
                <a:extLst>
                  <a:ext uri="{FF2B5EF4-FFF2-40B4-BE49-F238E27FC236}">
                    <a16:creationId xmlns:a16="http://schemas.microsoft.com/office/drawing/2014/main" id="{5CD926A0-61F9-409F-8984-74346AFC989D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152" name="Groep 151">
                  <a:extLst>
                    <a:ext uri="{FF2B5EF4-FFF2-40B4-BE49-F238E27FC236}">
                      <a16:creationId xmlns:a16="http://schemas.microsoft.com/office/drawing/2014/main" id="{0CEAFAE2-1CEA-40CA-990D-72CD88822E9F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159" name="Groep 158">
                    <a:extLst>
                      <a:ext uri="{FF2B5EF4-FFF2-40B4-BE49-F238E27FC236}">
                        <a16:creationId xmlns:a16="http://schemas.microsoft.com/office/drawing/2014/main" id="{08A163C8-22F2-4DB4-BBD0-03648AFA796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162" name="Rechthoek 161">
                      <a:extLst>
                        <a:ext uri="{FF2B5EF4-FFF2-40B4-BE49-F238E27FC236}">
                          <a16:creationId xmlns:a16="http://schemas.microsoft.com/office/drawing/2014/main" id="{E7E6BABA-C1F8-4BD8-9D88-3C5ACAE61C8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3" name="Rechthoek 162">
                      <a:extLst>
                        <a:ext uri="{FF2B5EF4-FFF2-40B4-BE49-F238E27FC236}">
                          <a16:creationId xmlns:a16="http://schemas.microsoft.com/office/drawing/2014/main" id="{62F3DB18-15C2-47ED-876D-77B7D501B25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4" name="Ovaal 163">
                      <a:extLst>
                        <a:ext uri="{FF2B5EF4-FFF2-40B4-BE49-F238E27FC236}">
                          <a16:creationId xmlns:a16="http://schemas.microsoft.com/office/drawing/2014/main" id="{471EE496-0CA5-40A5-9979-91CD2311758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60" name="Afbeelding 159">
                    <a:extLst>
                      <a:ext uri="{FF2B5EF4-FFF2-40B4-BE49-F238E27FC236}">
                        <a16:creationId xmlns:a16="http://schemas.microsoft.com/office/drawing/2014/main" id="{10D4A2EB-140F-493A-B6A5-734B8321A2A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61" name="Afbeelding 160">
                    <a:extLst>
                      <a:ext uri="{FF2B5EF4-FFF2-40B4-BE49-F238E27FC236}">
                        <a16:creationId xmlns:a16="http://schemas.microsoft.com/office/drawing/2014/main" id="{B8FB3F8A-00B4-4C3C-ACDC-601ED8C4371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53" name="Groep 152">
                  <a:extLst>
                    <a:ext uri="{FF2B5EF4-FFF2-40B4-BE49-F238E27FC236}">
                      <a16:creationId xmlns:a16="http://schemas.microsoft.com/office/drawing/2014/main" id="{01D10408-2E48-4191-81C8-4F033C5747E9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57" name="Rechthoek 156">
                    <a:extLst>
                      <a:ext uri="{FF2B5EF4-FFF2-40B4-BE49-F238E27FC236}">
                        <a16:creationId xmlns:a16="http://schemas.microsoft.com/office/drawing/2014/main" id="{896B582D-2D5F-41BF-AD8C-5901B54B811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58" name="Rechthoek 157">
                    <a:extLst>
                      <a:ext uri="{FF2B5EF4-FFF2-40B4-BE49-F238E27FC236}">
                        <a16:creationId xmlns:a16="http://schemas.microsoft.com/office/drawing/2014/main" id="{459DA766-9E2B-4103-9F50-9355DFAEA02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54" name="Groep 153">
                  <a:extLst>
                    <a:ext uri="{FF2B5EF4-FFF2-40B4-BE49-F238E27FC236}">
                      <a16:creationId xmlns:a16="http://schemas.microsoft.com/office/drawing/2014/main" id="{1DD85848-9195-4491-86E1-FA6619B62CA4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55" name="Rechthoek 154">
                    <a:extLst>
                      <a:ext uri="{FF2B5EF4-FFF2-40B4-BE49-F238E27FC236}">
                        <a16:creationId xmlns:a16="http://schemas.microsoft.com/office/drawing/2014/main" id="{DABD69BE-8C2B-4B0E-B863-F405EC05AD5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56" name="Rechthoek 155">
                    <a:extLst>
                      <a:ext uri="{FF2B5EF4-FFF2-40B4-BE49-F238E27FC236}">
                        <a16:creationId xmlns:a16="http://schemas.microsoft.com/office/drawing/2014/main" id="{D8B4778F-F4CA-443F-9ADB-9E3812E6D5E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50" name="Rechthoek 149">
                <a:extLst>
                  <a:ext uri="{FF2B5EF4-FFF2-40B4-BE49-F238E27FC236}">
                    <a16:creationId xmlns:a16="http://schemas.microsoft.com/office/drawing/2014/main" id="{7EA6276A-1111-4A7C-9BFE-6707BD9DE7E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AE75C28B-E139-45EE-A7F3-534453FF6EDB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1" name="Groep 130">
              <a:extLst>
                <a:ext uri="{FF2B5EF4-FFF2-40B4-BE49-F238E27FC236}">
                  <a16:creationId xmlns:a16="http://schemas.microsoft.com/office/drawing/2014/main" id="{8DE68172-1314-43DA-84C8-EF59A1601EAA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135" name="Rechthoek 134">
                <a:extLst>
                  <a:ext uri="{FF2B5EF4-FFF2-40B4-BE49-F238E27FC236}">
                    <a16:creationId xmlns:a16="http://schemas.microsoft.com/office/drawing/2014/main" id="{6FA16CD1-8811-4576-AA88-BA596908E174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6" name="Rechthoek 135">
                <a:extLst>
                  <a:ext uri="{FF2B5EF4-FFF2-40B4-BE49-F238E27FC236}">
                    <a16:creationId xmlns:a16="http://schemas.microsoft.com/office/drawing/2014/main" id="{D6C21B04-247F-43CB-AC93-111D44660C9B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7" name="Tekstvak 136">
                <a:extLst>
                  <a:ext uri="{FF2B5EF4-FFF2-40B4-BE49-F238E27FC236}">
                    <a16:creationId xmlns:a16="http://schemas.microsoft.com/office/drawing/2014/main" id="{3479314B-B785-4CB2-ADA3-82090E936EA3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138" name="Tekstvak 137">
                <a:extLst>
                  <a:ext uri="{FF2B5EF4-FFF2-40B4-BE49-F238E27FC236}">
                    <a16:creationId xmlns:a16="http://schemas.microsoft.com/office/drawing/2014/main" id="{0B6B28D2-EDF4-4665-BC8A-C89482B666CD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139" name="Vrije vorm: vorm 138">
                <a:extLst>
                  <a:ext uri="{FF2B5EF4-FFF2-40B4-BE49-F238E27FC236}">
                    <a16:creationId xmlns:a16="http://schemas.microsoft.com/office/drawing/2014/main" id="{EFC3FEB0-7FA0-4BBB-AD4D-630430E709E1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0" name="Gelijkbenige driehoek 139">
                <a:extLst>
                  <a:ext uri="{FF2B5EF4-FFF2-40B4-BE49-F238E27FC236}">
                    <a16:creationId xmlns:a16="http://schemas.microsoft.com/office/drawing/2014/main" id="{C6D3CF00-0B3A-4A9B-B7BB-540F312CCA7D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1" name="Groep 140">
                <a:extLst>
                  <a:ext uri="{FF2B5EF4-FFF2-40B4-BE49-F238E27FC236}">
                    <a16:creationId xmlns:a16="http://schemas.microsoft.com/office/drawing/2014/main" id="{37018B79-4DBF-4262-B2E3-BE0409D2F2F0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6FB43017-63E2-4E6B-9FE2-5CA1CF1D78A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36D27E8A-E393-47E4-8DAA-E2869C3050DC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ACB102F1-298E-424D-B6A2-909C88910DD0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2" name="Groep 141">
                <a:extLst>
                  <a:ext uri="{FF2B5EF4-FFF2-40B4-BE49-F238E27FC236}">
                    <a16:creationId xmlns:a16="http://schemas.microsoft.com/office/drawing/2014/main" id="{B4C196CF-DDD2-4FFB-9CA8-C4FA8165A0C5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3" name="Rechthoek 142">
                  <a:extLst>
                    <a:ext uri="{FF2B5EF4-FFF2-40B4-BE49-F238E27FC236}">
                      <a16:creationId xmlns:a16="http://schemas.microsoft.com/office/drawing/2014/main" id="{7AF58C19-40C3-43DC-9501-199D0FDA62E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4" name="Rechthoek 143">
                  <a:extLst>
                    <a:ext uri="{FF2B5EF4-FFF2-40B4-BE49-F238E27FC236}">
                      <a16:creationId xmlns:a16="http://schemas.microsoft.com/office/drawing/2014/main" id="{5C6BBBBA-1696-4CDA-A1A4-D54F7B0E526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4CC8CF1D-139C-436A-9BDA-095BBA637DC4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32" name="ICOON_info">
              <a:extLst>
                <a:ext uri="{FF2B5EF4-FFF2-40B4-BE49-F238E27FC236}">
                  <a16:creationId xmlns:a16="http://schemas.microsoft.com/office/drawing/2014/main" id="{22C281F7-3A1A-4ADF-A193-4968F7E7C4B2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133" name="Ovaal 132">
                <a:extLst>
                  <a:ext uri="{FF2B5EF4-FFF2-40B4-BE49-F238E27FC236}">
                    <a16:creationId xmlns:a16="http://schemas.microsoft.com/office/drawing/2014/main" id="{9C4353F1-D14C-48B9-B3D8-C9196937857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4" name="Graphic 163" descr="Informatie">
                <a:extLst>
                  <a:ext uri="{FF2B5EF4-FFF2-40B4-BE49-F238E27FC236}">
                    <a16:creationId xmlns:a16="http://schemas.microsoft.com/office/drawing/2014/main" id="{4DF06322-2A30-43C7-9F81-9F2EED0E3A6C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75" name="Tijdelijke aanduiding voor tekst 174">
            <a:extLst>
              <a:ext uri="{FF2B5EF4-FFF2-40B4-BE49-F238E27FC236}">
                <a16:creationId xmlns:a16="http://schemas.microsoft.com/office/drawing/2014/main" id="{E36A490E-BBD3-45A1-AA6C-9E49ED92B44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 rot="16200000">
            <a:off x="1288376" y="225788"/>
            <a:ext cx="85726" cy="720000"/>
          </a:xfrm>
          <a:custGeom>
            <a:avLst/>
            <a:gdLst>
              <a:gd name="connsiteX0" fmla="*/ 0 w 72000"/>
              <a:gd name="connsiteY0" fmla="*/ 0 h 699293"/>
              <a:gd name="connsiteX1" fmla="*/ 72000 w 72000"/>
              <a:gd name="connsiteY1" fmla="*/ 0 h 699293"/>
              <a:gd name="connsiteX2" fmla="*/ 72000 w 72000"/>
              <a:gd name="connsiteY2" fmla="*/ 699293 h 699293"/>
              <a:gd name="connsiteX3" fmla="*/ 0 w 72000"/>
              <a:gd name="connsiteY3" fmla="*/ 699293 h 69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000" h="699293">
                <a:moveTo>
                  <a:pt x="0" y="0"/>
                </a:moveTo>
                <a:lnTo>
                  <a:pt x="72000" y="0"/>
                </a:lnTo>
                <a:lnTo>
                  <a:pt x="72000" y="699293"/>
                </a:lnTo>
                <a:lnTo>
                  <a:pt x="0" y="69929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leegh</a:t>
            </a:r>
            <a:r>
              <a:rPr lang="en-GB" dirty="0"/>
              <a:t>)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8FE5B0D-F9B1-4BD5-B91A-4ED944E7EF9E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>
          <a:xfrm>
            <a:off x="11382001" y="6225319"/>
            <a:ext cx="270000" cy="1548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6" name="Tijdelijke aanduiding voor tekst 2047">
            <a:extLst>
              <a:ext uri="{FF2B5EF4-FFF2-40B4-BE49-F238E27FC236}">
                <a16:creationId xmlns:a16="http://schemas.microsoft.com/office/drawing/2014/main" id="{283EE461-C928-46B9-97E8-91143E38D1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297062">
            <a:off x="10422652" y="5410255"/>
            <a:ext cx="673535" cy="729221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l="-4752" t="-2796" r="-3042" b="-2796"/>
            </a:stretch>
          </a:blip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400">
                <a:solidFill>
                  <a:srgbClr val="A6A6A6">
                    <a:alpha val="0"/>
                  </a:srgbClr>
                </a:solidFill>
              </a:defRPr>
            </a:lvl1pPr>
          </a:lstStyle>
          <a:p>
            <a:pPr lvl="0"/>
            <a:r>
              <a:rPr lang="en-GB" dirty="0"/>
              <a:t>Logo</a:t>
            </a:r>
          </a:p>
        </p:txBody>
      </p:sp>
      <p:sp>
        <p:nvSpPr>
          <p:cNvPr id="180" name="Tijdelijke aanduiding voor tekst 17">
            <a:extLst>
              <a:ext uri="{FF2B5EF4-FFF2-40B4-BE49-F238E27FC236}">
                <a16:creationId xmlns:a16="http://schemas.microsoft.com/office/drawing/2014/main" id="{40F81427-8E0F-4286-9A3F-49DF56DE2A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0" y="6228987"/>
            <a:ext cx="3236828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81" name="Tijdelijke aanduiding voor tekst 17">
            <a:extLst>
              <a:ext uri="{FF2B5EF4-FFF2-40B4-BE49-F238E27FC236}">
                <a16:creationId xmlns:a16="http://schemas.microsoft.com/office/drawing/2014/main" id="{17274048-E5BE-4894-8E3B-207F2ACCC8D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295776" y="6228987"/>
            <a:ext cx="3603372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pic>
        <p:nvPicPr>
          <p:cNvPr id="182" name="Afbeelding 181">
            <a:extLst>
              <a:ext uri="{FF2B5EF4-FFF2-40B4-BE49-F238E27FC236}">
                <a16:creationId xmlns:a16="http://schemas.microsoft.com/office/drawing/2014/main" id="{5BF70A9E-BCB2-4B57-8147-1E4F4885B0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" y="6477048"/>
            <a:ext cx="12190476" cy="380952"/>
          </a:xfrm>
          <a:prstGeom prst="rect">
            <a:avLst/>
          </a:prstGeom>
        </p:spPr>
      </p:pic>
      <p:sp>
        <p:nvSpPr>
          <p:cNvPr id="174" name="Tijdelijke aanduiding voor tekst 17">
            <a:extLst>
              <a:ext uri="{FF2B5EF4-FFF2-40B4-BE49-F238E27FC236}">
                <a16:creationId xmlns:a16="http://schemas.microsoft.com/office/drawing/2014/main" id="{2B393188-D156-4F90-AF6A-1FAD43F432F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300" y="6228987"/>
            <a:ext cx="3063874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Presentation title | Version</a:t>
            </a:r>
          </a:p>
        </p:txBody>
      </p:sp>
    </p:spTree>
    <p:extLst>
      <p:ext uri="{BB962C8B-B14F-4D97-AF65-F5344CB8AC3E}">
        <p14:creationId xmlns:p14="http://schemas.microsoft.com/office/powerpoint/2010/main" val="233340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.A.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hthoek 79">
            <a:extLst>
              <a:ext uri="{FF2B5EF4-FFF2-40B4-BE49-F238E27FC236}">
                <a16:creationId xmlns:a16="http://schemas.microsoft.com/office/drawing/2014/main" id="{AF5D0CD7-F3E1-42DE-ABE8-2399214DA1DF}"/>
              </a:ext>
            </a:extLst>
          </p:cNvPr>
          <p:cNvSpPr/>
          <p:nvPr userDrawn="1"/>
        </p:nvSpPr>
        <p:spPr>
          <a:xfrm>
            <a:off x="0" y="-1"/>
            <a:ext cx="12192000" cy="68577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165" name="Tijdelijke aanduiding voor afbeelding 164">
            <a:extLst>
              <a:ext uri="{FF2B5EF4-FFF2-40B4-BE49-F238E27FC236}">
                <a16:creationId xmlns:a16="http://schemas.microsoft.com/office/drawing/2014/main" id="{18A0ADAB-260E-4F7F-B226-D36E3ADA4E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7999"/>
          </a:xfrm>
          <a:custGeom>
            <a:avLst/>
            <a:gdLst>
              <a:gd name="connsiteX0" fmla="*/ 0 w 11663361"/>
              <a:gd name="connsiteY0" fmla="*/ 0 h 6300788"/>
              <a:gd name="connsiteX1" fmla="*/ 11663361 w 11663361"/>
              <a:gd name="connsiteY1" fmla="*/ 0 h 6300788"/>
              <a:gd name="connsiteX2" fmla="*/ 11663361 w 11663361"/>
              <a:gd name="connsiteY2" fmla="*/ 6300788 h 6300788"/>
              <a:gd name="connsiteX3" fmla="*/ 0 w 11663361"/>
              <a:gd name="connsiteY3" fmla="*/ 6300788 h 6300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63361" h="6300788">
                <a:moveTo>
                  <a:pt x="0" y="0"/>
                </a:moveTo>
                <a:lnTo>
                  <a:pt x="11663361" y="0"/>
                </a:lnTo>
                <a:lnTo>
                  <a:pt x="11663361" y="6300788"/>
                </a:lnTo>
                <a:lnTo>
                  <a:pt x="0" y="630078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0" bIns="4500000" anchor="ctr" anchorCtr="0">
            <a:noAutofit/>
          </a:bodyPr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or drag an image into the field </a:t>
            </a:r>
            <a:br>
              <a:rPr lang="en-GB" dirty="0"/>
            </a:br>
            <a:r>
              <a:rPr lang="en-GB" dirty="0"/>
              <a:t>to add an image to your </a:t>
            </a:r>
            <a:r>
              <a:rPr lang="en-GB" dirty="0" err="1"/>
              <a:t>titleslide</a:t>
            </a: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D1BBC6E-F9BF-4357-8F2F-8FFB4D000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07403" y="6999187"/>
            <a:ext cx="284597" cy="151790"/>
          </a:xfrm>
        </p:spPr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 dirty="0"/>
          </a:p>
        </p:txBody>
      </p:sp>
      <p:sp>
        <p:nvSpPr>
          <p:cNvPr id="153" name="Rechthoek: afgeronde hoeken 152">
            <a:extLst>
              <a:ext uri="{FF2B5EF4-FFF2-40B4-BE49-F238E27FC236}">
                <a16:creationId xmlns:a16="http://schemas.microsoft.com/office/drawing/2014/main" id="{04DCB358-EC45-48FD-9789-347E99293A99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b="1" i="0" u="none" cap="all" baseline="0" noProof="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TITLE SLIDE</a:t>
            </a:r>
          </a:p>
        </p:txBody>
      </p:sp>
      <p:grpSp>
        <p:nvGrpSpPr>
          <p:cNvPr id="81" name="INSTRUCTION">
            <a:extLst>
              <a:ext uri="{FF2B5EF4-FFF2-40B4-BE49-F238E27FC236}">
                <a16:creationId xmlns:a16="http://schemas.microsoft.com/office/drawing/2014/main" id="{9EEAD04F-C08B-4A86-AE51-FC12B6AE4579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F2B6574A-74A6-4193-899A-B70B264E3D47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9D152FFA-F91D-4463-8318-D299D838E197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9156F18E-EDC6-4DF1-837D-1A32314878E8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6CF391EE-6C47-401B-B069-FFCE4B6F9669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86" name="Groep 85">
              <a:extLst>
                <a:ext uri="{FF2B5EF4-FFF2-40B4-BE49-F238E27FC236}">
                  <a16:creationId xmlns:a16="http://schemas.microsoft.com/office/drawing/2014/main" id="{20401672-966F-4511-8142-B5B17613A0D1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D846B75D-DEA3-4AFE-B8F2-1FB599B50BAF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3" name="Ovaal 132">
                <a:extLst>
                  <a:ext uri="{FF2B5EF4-FFF2-40B4-BE49-F238E27FC236}">
                    <a16:creationId xmlns:a16="http://schemas.microsoft.com/office/drawing/2014/main" id="{68A8C558-CEA6-4EE6-AA2B-DDC366FFDDC1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4" name="Vrije vorm: vorm 133">
                <a:extLst>
                  <a:ext uri="{FF2B5EF4-FFF2-40B4-BE49-F238E27FC236}">
                    <a16:creationId xmlns:a16="http://schemas.microsoft.com/office/drawing/2014/main" id="{49D88EB5-EAD3-4E92-B81F-A5EE50A076A6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5" name="Rechthoek: afgeronde hoeken 134">
                <a:extLst>
                  <a:ext uri="{FF2B5EF4-FFF2-40B4-BE49-F238E27FC236}">
                    <a16:creationId xmlns:a16="http://schemas.microsoft.com/office/drawing/2014/main" id="{A47AFC7D-45E7-49CB-8A3C-2EF51C03007C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36" name="Rechte verbindingslijn 135">
                <a:extLst>
                  <a:ext uri="{FF2B5EF4-FFF2-40B4-BE49-F238E27FC236}">
                    <a16:creationId xmlns:a16="http://schemas.microsoft.com/office/drawing/2014/main" id="{78D0F794-F85C-4D33-9F27-F61BED8364D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7" name="Rechte verbindingslijn 136">
                <a:extLst>
                  <a:ext uri="{FF2B5EF4-FFF2-40B4-BE49-F238E27FC236}">
                    <a16:creationId xmlns:a16="http://schemas.microsoft.com/office/drawing/2014/main" id="{99CEA157-DCB6-48AB-BFE4-C0FF7E825FC8}"/>
                  </a:ext>
                </a:extLst>
              </p:cNvPr>
              <p:cNvCxnSpPr>
                <a:cxnSpLocks/>
                <a:stCxn id="135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329DAF39-E2CC-4E2E-B097-EB12D32ECA86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67EB4451-5428-4789-AA89-0522C6853ED5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89" name="Groep 88">
              <a:extLst>
                <a:ext uri="{FF2B5EF4-FFF2-40B4-BE49-F238E27FC236}">
                  <a16:creationId xmlns:a16="http://schemas.microsoft.com/office/drawing/2014/main" id="{CF068816-237A-42AE-9F1D-478EAEFFE114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29" name="Rechthoek 128">
                <a:extLst>
                  <a:ext uri="{FF2B5EF4-FFF2-40B4-BE49-F238E27FC236}">
                    <a16:creationId xmlns:a16="http://schemas.microsoft.com/office/drawing/2014/main" id="{5E66F657-E434-4B9B-BB2E-26B2AE094FA2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30" name="Rechte verbindingslijn 129">
                <a:extLst>
                  <a:ext uri="{FF2B5EF4-FFF2-40B4-BE49-F238E27FC236}">
                    <a16:creationId xmlns:a16="http://schemas.microsoft.com/office/drawing/2014/main" id="{243AF346-33B0-4B29-9D4C-E6D7BB225791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31" name="Gelijkbenige driehoek 130">
                <a:extLst>
                  <a:ext uri="{FF2B5EF4-FFF2-40B4-BE49-F238E27FC236}">
                    <a16:creationId xmlns:a16="http://schemas.microsoft.com/office/drawing/2014/main" id="{CEC73552-35B3-4D74-950F-EE02E963118D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0" name="Ovaal 89">
              <a:extLst>
                <a:ext uri="{FF2B5EF4-FFF2-40B4-BE49-F238E27FC236}">
                  <a16:creationId xmlns:a16="http://schemas.microsoft.com/office/drawing/2014/main" id="{E6DC956E-8784-440F-A08E-077C76B535D2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70AF196C-9738-49FF-A239-457787050834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2" name="Ovaal 91">
              <a:extLst>
                <a:ext uri="{FF2B5EF4-FFF2-40B4-BE49-F238E27FC236}">
                  <a16:creationId xmlns:a16="http://schemas.microsoft.com/office/drawing/2014/main" id="{778C7D1D-CAE9-41CA-B0F7-BCAF75C77777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B2E92232-81D5-4551-A33F-1BB864680B1B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597026A4-351A-47A0-9442-42A275B03E22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113" name="Groep 112">
                <a:extLst>
                  <a:ext uri="{FF2B5EF4-FFF2-40B4-BE49-F238E27FC236}">
                    <a16:creationId xmlns:a16="http://schemas.microsoft.com/office/drawing/2014/main" id="{CEEABEB1-84C1-4507-93C2-0D97891BA986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116" name="Groep 115">
                  <a:extLst>
                    <a:ext uri="{FF2B5EF4-FFF2-40B4-BE49-F238E27FC236}">
                      <a16:creationId xmlns:a16="http://schemas.microsoft.com/office/drawing/2014/main" id="{5BFD508B-9053-46D6-8B18-ED50F48AD9E3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123" name="Groep 122">
                    <a:extLst>
                      <a:ext uri="{FF2B5EF4-FFF2-40B4-BE49-F238E27FC236}">
                        <a16:creationId xmlns:a16="http://schemas.microsoft.com/office/drawing/2014/main" id="{63CCA9B1-AF83-462A-8149-199141D7E10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126" name="Rechthoek 125">
                      <a:extLst>
                        <a:ext uri="{FF2B5EF4-FFF2-40B4-BE49-F238E27FC236}">
                          <a16:creationId xmlns:a16="http://schemas.microsoft.com/office/drawing/2014/main" id="{CEAA66EC-8029-40ED-9C17-40490547879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7" name="Rechthoek 126">
                      <a:extLst>
                        <a:ext uri="{FF2B5EF4-FFF2-40B4-BE49-F238E27FC236}">
                          <a16:creationId xmlns:a16="http://schemas.microsoft.com/office/drawing/2014/main" id="{EEE6F743-2BC0-4C2B-87F0-54E9D89DC38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8" name="Ovaal 127">
                      <a:extLst>
                        <a:ext uri="{FF2B5EF4-FFF2-40B4-BE49-F238E27FC236}">
                          <a16:creationId xmlns:a16="http://schemas.microsoft.com/office/drawing/2014/main" id="{241B82BD-0853-4C9F-A624-E6CB53ECC54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24" name="Afbeelding 123">
                    <a:extLst>
                      <a:ext uri="{FF2B5EF4-FFF2-40B4-BE49-F238E27FC236}">
                        <a16:creationId xmlns:a16="http://schemas.microsoft.com/office/drawing/2014/main" id="{662449D1-8CDC-448A-92DC-91F47DF04F9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25" name="Afbeelding 124">
                    <a:extLst>
                      <a:ext uri="{FF2B5EF4-FFF2-40B4-BE49-F238E27FC236}">
                        <a16:creationId xmlns:a16="http://schemas.microsoft.com/office/drawing/2014/main" id="{D7BBBB12-AB3A-48F2-974B-36DB408F720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17" name="Groep 116">
                  <a:extLst>
                    <a:ext uri="{FF2B5EF4-FFF2-40B4-BE49-F238E27FC236}">
                      <a16:creationId xmlns:a16="http://schemas.microsoft.com/office/drawing/2014/main" id="{E0B1862D-A0C8-414F-AE91-39C9E320179C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21" name="Rechthoek 120">
                    <a:extLst>
                      <a:ext uri="{FF2B5EF4-FFF2-40B4-BE49-F238E27FC236}">
                        <a16:creationId xmlns:a16="http://schemas.microsoft.com/office/drawing/2014/main" id="{91E13DB9-3E23-4063-9C92-290BA59A5D4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22" name="Rechthoek 121">
                    <a:extLst>
                      <a:ext uri="{FF2B5EF4-FFF2-40B4-BE49-F238E27FC236}">
                        <a16:creationId xmlns:a16="http://schemas.microsoft.com/office/drawing/2014/main" id="{167D299E-C1BF-44C1-A71E-1B6A3ACDD194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8" name="Groep 117">
                  <a:extLst>
                    <a:ext uri="{FF2B5EF4-FFF2-40B4-BE49-F238E27FC236}">
                      <a16:creationId xmlns:a16="http://schemas.microsoft.com/office/drawing/2014/main" id="{AC6352EF-06CA-42BC-A5E2-6D7F171968DB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9" name="Rechthoek 118">
                    <a:extLst>
                      <a:ext uri="{FF2B5EF4-FFF2-40B4-BE49-F238E27FC236}">
                        <a16:creationId xmlns:a16="http://schemas.microsoft.com/office/drawing/2014/main" id="{B822247E-0E70-49A4-BA57-3E926AFA7D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20" name="Rechthoek 119">
                    <a:extLst>
                      <a:ext uri="{FF2B5EF4-FFF2-40B4-BE49-F238E27FC236}">
                        <a16:creationId xmlns:a16="http://schemas.microsoft.com/office/drawing/2014/main" id="{C2AF6FB0-70B8-49D9-BD41-25C41C7E7E3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14" name="Rechthoek 113">
                <a:extLst>
                  <a:ext uri="{FF2B5EF4-FFF2-40B4-BE49-F238E27FC236}">
                    <a16:creationId xmlns:a16="http://schemas.microsoft.com/office/drawing/2014/main" id="{CF3B179B-85B3-473B-85CB-96E1DC9ED63C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15" name="Gelijkbenige driehoek 114">
                <a:extLst>
                  <a:ext uri="{FF2B5EF4-FFF2-40B4-BE49-F238E27FC236}">
                    <a16:creationId xmlns:a16="http://schemas.microsoft.com/office/drawing/2014/main" id="{A5D8BEBF-53EA-4C62-9458-153B0EA844C3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5" name="Groep 94">
              <a:extLst>
                <a:ext uri="{FF2B5EF4-FFF2-40B4-BE49-F238E27FC236}">
                  <a16:creationId xmlns:a16="http://schemas.microsoft.com/office/drawing/2014/main" id="{BA852ACC-ADAA-44FB-9063-07EE7FFC0663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23D81D8D-4E79-4249-A192-A135EDC4DEF6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DABBE387-2D2D-4291-B542-8D8801DB4821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D9F051DD-93F6-479E-8EC7-462CEF53C7D4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102" name="Tekstvak 101">
                <a:extLst>
                  <a:ext uri="{FF2B5EF4-FFF2-40B4-BE49-F238E27FC236}">
                    <a16:creationId xmlns:a16="http://schemas.microsoft.com/office/drawing/2014/main" id="{72436B6B-5EA1-4ABC-9383-EDF75E511797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103" name="Vrije vorm: vorm 102">
                <a:extLst>
                  <a:ext uri="{FF2B5EF4-FFF2-40B4-BE49-F238E27FC236}">
                    <a16:creationId xmlns:a16="http://schemas.microsoft.com/office/drawing/2014/main" id="{C5C1FC14-CB90-4F71-B297-EEFF86C4D499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4" name="Gelijkbenige driehoek 103">
                <a:extLst>
                  <a:ext uri="{FF2B5EF4-FFF2-40B4-BE49-F238E27FC236}">
                    <a16:creationId xmlns:a16="http://schemas.microsoft.com/office/drawing/2014/main" id="{C669F957-8F30-4716-BD88-A43EA3949B1F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4EFD102F-91CA-4D2A-BE88-B3F4D54E360B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C7A3B9E0-EBF0-47F9-9BF3-4FD75F57653D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A59F18BB-3AE7-4406-A193-88185F0208CA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E82B5B89-5D1E-4D27-8A54-BD68A659D23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990432BF-EECB-46A2-85C6-636591AF57C1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94E394C1-0125-4939-A85A-426F60BF80FF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EF02BB8C-7A82-4F5B-8BA5-6AF7FEDCB6E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19E54B5C-4BB1-4BD9-83F5-11A3514A838E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96" name="ICOON_info">
              <a:extLst>
                <a:ext uri="{FF2B5EF4-FFF2-40B4-BE49-F238E27FC236}">
                  <a16:creationId xmlns:a16="http://schemas.microsoft.com/office/drawing/2014/main" id="{4C0568C4-C81E-45F8-B122-8B42E12AFC98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97" name="Ovaal 96">
                <a:extLst>
                  <a:ext uri="{FF2B5EF4-FFF2-40B4-BE49-F238E27FC236}">
                    <a16:creationId xmlns:a16="http://schemas.microsoft.com/office/drawing/2014/main" id="{F107E39A-D80F-46F4-9ECC-433E3FB0992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8" name="Graphic 163" descr="Informatie">
                <a:extLst>
                  <a:ext uri="{FF2B5EF4-FFF2-40B4-BE49-F238E27FC236}">
                    <a16:creationId xmlns:a16="http://schemas.microsoft.com/office/drawing/2014/main" id="{26E2D0F5-AA0E-4D1B-ACC8-E9B7AEDDCD69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74" name="Tijdelijke aanduiding voor tekst 173">
            <a:extLst>
              <a:ext uri="{FF2B5EF4-FFF2-40B4-BE49-F238E27FC236}">
                <a16:creationId xmlns:a16="http://schemas.microsoft.com/office/drawing/2014/main" id="{00D4495F-F8C5-49D4-8DD2-CDC56E46106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0" y="3783140"/>
            <a:ext cx="12201526" cy="3074859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76700">
                <a:schemeClr val="bg1">
                  <a:alpha val="4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100" dirty="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71" name="Tijdelijke aanduiding voor tekst 153">
            <a:extLst>
              <a:ext uri="{FF2B5EF4-FFF2-40B4-BE49-F238E27FC236}">
                <a16:creationId xmlns:a16="http://schemas.microsoft.com/office/drawing/2014/main" id="{282A7298-D760-104A-7C36-4B7C7A3A8523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972595" y="385334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71DEDF-37F1-4689-8FA1-5E743C7DD6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37702" y="3784242"/>
            <a:ext cx="9165600" cy="515026"/>
          </a:xfrm>
        </p:spPr>
        <p:txBody>
          <a:bodyPr anchor="b"/>
          <a:lstStyle>
            <a:lvl1pPr algn="l">
              <a:lnSpc>
                <a:spcPct val="85000"/>
              </a:lnSpc>
              <a:defRPr sz="3600" baseline="0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GB" noProof="0" dirty="0"/>
              <a:t>Place title of your presentation here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A18CD7-32A7-41E4-9DF7-7259FA2187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37702" y="4281509"/>
            <a:ext cx="9165600" cy="395785"/>
          </a:xfrm>
        </p:spPr>
        <p:txBody>
          <a:bodyPr anchor="ctr"/>
          <a:lstStyle>
            <a:lvl1pPr marL="0" indent="0" algn="l">
              <a:buNone/>
              <a:defRPr sz="1800" b="1">
                <a:solidFill>
                  <a:schemeClr val="accent1">
                    <a:alpha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Speaker | Location | Event title 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EEA2768-3B92-4FC5-8ED3-7B1C505E87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37703" y="4703076"/>
            <a:ext cx="9165600" cy="301915"/>
          </a:xfrm>
          <a:prstGeom prst="rect">
            <a:avLst/>
          </a:prstGeom>
        </p:spPr>
        <p:txBody>
          <a:bodyPr/>
          <a:lstStyle>
            <a:lvl1pPr algn="l">
              <a:defRPr sz="1600" b="0">
                <a:solidFill>
                  <a:schemeClr val="accent1">
                    <a:alpha val="90000"/>
                  </a:schemeClr>
                </a:solidFill>
              </a:defRPr>
            </a:lvl1pPr>
          </a:lstStyle>
          <a:p>
            <a:fld id="{52A88E53-B699-4A48-81B0-40B5BD39F20A}" type="datetime4">
              <a:rPr lang="en-GB" smtClean="0"/>
              <a:t>15 April 2026</a:t>
            </a:fld>
            <a:endParaRPr lang="en-GB" dirty="0"/>
          </a:p>
        </p:txBody>
      </p:sp>
      <p:sp>
        <p:nvSpPr>
          <p:cNvPr id="172" name="Tijdelijke aanduiding voor tekst 171">
            <a:extLst>
              <a:ext uri="{FF2B5EF4-FFF2-40B4-BE49-F238E27FC236}">
                <a16:creationId xmlns:a16="http://schemas.microsoft.com/office/drawing/2014/main" id="{60FC2097-3189-4FAB-9AAE-BBF5624E4E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5400000">
            <a:off x="-151943" y="4338374"/>
            <a:ext cx="1800000" cy="72000"/>
          </a:xfrm>
          <a:custGeom>
            <a:avLst/>
            <a:gdLst>
              <a:gd name="connsiteX0" fmla="*/ 0 w 2700000"/>
              <a:gd name="connsiteY0" fmla="*/ 0 h 72000"/>
              <a:gd name="connsiteX1" fmla="*/ 2700000 w 2700000"/>
              <a:gd name="connsiteY1" fmla="*/ 0 h 72000"/>
              <a:gd name="connsiteX2" fmla="*/ 2700000 w 2700000"/>
              <a:gd name="connsiteY2" fmla="*/ 72000 h 72000"/>
              <a:gd name="connsiteX3" fmla="*/ 0 w 2700000"/>
              <a:gd name="connsiteY3" fmla="*/ 72000 h 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0000" h="72000">
                <a:moveTo>
                  <a:pt x="0" y="0"/>
                </a:moveTo>
                <a:lnTo>
                  <a:pt x="2700000" y="0"/>
                </a:lnTo>
                <a:lnTo>
                  <a:pt x="2700000" y="72000"/>
                </a:lnTo>
                <a:lnTo>
                  <a:pt x="0" y="72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(EMPTY, PLEASE DO NOT REMOVE)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6E950E71-CD40-B6CB-A713-E354D57E61F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0" y="6400800"/>
            <a:ext cx="12192000" cy="456958"/>
          </a:xfrm>
          <a:blipFill>
            <a:blip r:embed="rId5"/>
            <a:srcRect/>
            <a:stretch>
              <a:fillRect t="-2396908" b="-43608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rgbClr val="F2F2F2"/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38" name="Tijdelijke aanduiding voor tekst 168">
            <a:extLst>
              <a:ext uri="{FF2B5EF4-FFF2-40B4-BE49-F238E27FC236}">
                <a16:creationId xmlns:a16="http://schemas.microsoft.com/office/drawing/2014/main" id="{1D97CCE2-ACAA-6333-578B-5020B7A0F3F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413020" y="5042426"/>
            <a:ext cx="1251590" cy="1815574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1" b="-771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1653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75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6" presetClass="emp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4000" fill="hold"/>
                                        <p:tgtEl>
                                          <p:spTgt spid="1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25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25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" grpId="0" animBg="1"/>
      <p:bldP spid="165" grpId="1" animBg="1"/>
      <p:bldP spid="174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750" fill="hold"/>
                        <p:tgtEl>
                          <p:spTgt spid="17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750" fill="hold"/>
                        <p:tgtEl>
                          <p:spTgt spid="17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/>
      <p:bldP spid="172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17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17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.A. TITLE SLIDE [LOGO IN KLEUR]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hthoek 79">
            <a:extLst>
              <a:ext uri="{FF2B5EF4-FFF2-40B4-BE49-F238E27FC236}">
                <a16:creationId xmlns:a16="http://schemas.microsoft.com/office/drawing/2014/main" id="{AF5D0CD7-F3E1-42DE-ABE8-2399214DA1DF}"/>
              </a:ext>
            </a:extLst>
          </p:cNvPr>
          <p:cNvSpPr/>
          <p:nvPr userDrawn="1"/>
        </p:nvSpPr>
        <p:spPr>
          <a:xfrm>
            <a:off x="0" y="-1"/>
            <a:ext cx="12192000" cy="68577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165" name="Tijdelijke aanduiding voor afbeelding 164">
            <a:extLst>
              <a:ext uri="{FF2B5EF4-FFF2-40B4-BE49-F238E27FC236}">
                <a16:creationId xmlns:a16="http://schemas.microsoft.com/office/drawing/2014/main" id="{18A0ADAB-260E-4F7F-B226-D36E3ADA4E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7999"/>
          </a:xfrm>
          <a:custGeom>
            <a:avLst/>
            <a:gdLst>
              <a:gd name="connsiteX0" fmla="*/ 0 w 11663361"/>
              <a:gd name="connsiteY0" fmla="*/ 0 h 6300788"/>
              <a:gd name="connsiteX1" fmla="*/ 11663361 w 11663361"/>
              <a:gd name="connsiteY1" fmla="*/ 0 h 6300788"/>
              <a:gd name="connsiteX2" fmla="*/ 11663361 w 11663361"/>
              <a:gd name="connsiteY2" fmla="*/ 6300788 h 6300788"/>
              <a:gd name="connsiteX3" fmla="*/ 0 w 11663361"/>
              <a:gd name="connsiteY3" fmla="*/ 6300788 h 6300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63361" h="6300788">
                <a:moveTo>
                  <a:pt x="0" y="0"/>
                </a:moveTo>
                <a:lnTo>
                  <a:pt x="11663361" y="0"/>
                </a:lnTo>
                <a:lnTo>
                  <a:pt x="11663361" y="6300788"/>
                </a:lnTo>
                <a:lnTo>
                  <a:pt x="0" y="630078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0" bIns="4500000" anchor="ctr" anchorCtr="0">
            <a:noAutofit/>
          </a:bodyPr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or drag an image into the field </a:t>
            </a:r>
            <a:br>
              <a:rPr lang="en-GB" dirty="0"/>
            </a:br>
            <a:r>
              <a:rPr lang="en-GB" dirty="0"/>
              <a:t>to add an image to your </a:t>
            </a:r>
            <a:r>
              <a:rPr lang="en-GB" dirty="0" err="1"/>
              <a:t>titleslide</a:t>
            </a: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D1BBC6E-F9BF-4357-8F2F-8FFB4D000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07403" y="6999187"/>
            <a:ext cx="284597" cy="151790"/>
          </a:xfrm>
        </p:spPr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 dirty="0"/>
          </a:p>
        </p:txBody>
      </p:sp>
      <p:sp>
        <p:nvSpPr>
          <p:cNvPr id="153" name="Rechthoek: afgeronde hoeken 152">
            <a:extLst>
              <a:ext uri="{FF2B5EF4-FFF2-40B4-BE49-F238E27FC236}">
                <a16:creationId xmlns:a16="http://schemas.microsoft.com/office/drawing/2014/main" id="{04DCB358-EC45-48FD-9789-347E99293A99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b="1" i="0" u="none" cap="all" baseline="0" noProof="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TITLE SLIDE [logo in </a:t>
            </a:r>
            <a:r>
              <a:rPr lang="en-GB" b="1" i="0" u="none" cap="all" baseline="0" noProof="0" dirty="0" err="1">
                <a:solidFill>
                  <a:schemeClr val="bg2">
                    <a:lumMod val="75000"/>
                  </a:schemeClr>
                </a:solidFill>
                <a:latin typeface="+mj-lt"/>
              </a:rPr>
              <a:t>kleur</a:t>
            </a:r>
            <a:r>
              <a:rPr lang="en-GB" b="1" i="0" u="none" cap="all" baseline="0" noProof="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]</a:t>
            </a:r>
          </a:p>
        </p:txBody>
      </p:sp>
      <p:grpSp>
        <p:nvGrpSpPr>
          <p:cNvPr id="81" name="INSTRUCTION">
            <a:extLst>
              <a:ext uri="{FF2B5EF4-FFF2-40B4-BE49-F238E27FC236}">
                <a16:creationId xmlns:a16="http://schemas.microsoft.com/office/drawing/2014/main" id="{9EEAD04F-C08B-4A86-AE51-FC12B6AE4579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F2B6574A-74A6-4193-899A-B70B264E3D47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9D152FFA-F91D-4463-8318-D299D838E197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9156F18E-EDC6-4DF1-837D-1A32314878E8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6CF391EE-6C47-401B-B069-FFCE4B6F9669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86" name="Groep 85">
              <a:extLst>
                <a:ext uri="{FF2B5EF4-FFF2-40B4-BE49-F238E27FC236}">
                  <a16:creationId xmlns:a16="http://schemas.microsoft.com/office/drawing/2014/main" id="{20401672-966F-4511-8142-B5B17613A0D1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D846B75D-DEA3-4AFE-B8F2-1FB599B50BAF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3" name="Ovaal 132">
                <a:extLst>
                  <a:ext uri="{FF2B5EF4-FFF2-40B4-BE49-F238E27FC236}">
                    <a16:creationId xmlns:a16="http://schemas.microsoft.com/office/drawing/2014/main" id="{68A8C558-CEA6-4EE6-AA2B-DDC366FFDDC1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4" name="Vrije vorm: vorm 133">
                <a:extLst>
                  <a:ext uri="{FF2B5EF4-FFF2-40B4-BE49-F238E27FC236}">
                    <a16:creationId xmlns:a16="http://schemas.microsoft.com/office/drawing/2014/main" id="{49D88EB5-EAD3-4E92-B81F-A5EE50A076A6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5" name="Rechthoek: afgeronde hoeken 134">
                <a:extLst>
                  <a:ext uri="{FF2B5EF4-FFF2-40B4-BE49-F238E27FC236}">
                    <a16:creationId xmlns:a16="http://schemas.microsoft.com/office/drawing/2014/main" id="{A47AFC7D-45E7-49CB-8A3C-2EF51C03007C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36" name="Rechte verbindingslijn 135">
                <a:extLst>
                  <a:ext uri="{FF2B5EF4-FFF2-40B4-BE49-F238E27FC236}">
                    <a16:creationId xmlns:a16="http://schemas.microsoft.com/office/drawing/2014/main" id="{78D0F794-F85C-4D33-9F27-F61BED8364D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7" name="Rechte verbindingslijn 136">
                <a:extLst>
                  <a:ext uri="{FF2B5EF4-FFF2-40B4-BE49-F238E27FC236}">
                    <a16:creationId xmlns:a16="http://schemas.microsoft.com/office/drawing/2014/main" id="{99CEA157-DCB6-48AB-BFE4-C0FF7E825FC8}"/>
                  </a:ext>
                </a:extLst>
              </p:cNvPr>
              <p:cNvCxnSpPr>
                <a:cxnSpLocks/>
                <a:stCxn id="135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329DAF39-E2CC-4E2E-B097-EB12D32ECA86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67EB4451-5428-4789-AA89-0522C6853ED5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89" name="Groep 88">
              <a:extLst>
                <a:ext uri="{FF2B5EF4-FFF2-40B4-BE49-F238E27FC236}">
                  <a16:creationId xmlns:a16="http://schemas.microsoft.com/office/drawing/2014/main" id="{CF068816-237A-42AE-9F1D-478EAEFFE114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29" name="Rechthoek 128">
                <a:extLst>
                  <a:ext uri="{FF2B5EF4-FFF2-40B4-BE49-F238E27FC236}">
                    <a16:creationId xmlns:a16="http://schemas.microsoft.com/office/drawing/2014/main" id="{5E66F657-E434-4B9B-BB2E-26B2AE094FA2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30" name="Rechte verbindingslijn 129">
                <a:extLst>
                  <a:ext uri="{FF2B5EF4-FFF2-40B4-BE49-F238E27FC236}">
                    <a16:creationId xmlns:a16="http://schemas.microsoft.com/office/drawing/2014/main" id="{243AF346-33B0-4B29-9D4C-E6D7BB225791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31" name="Gelijkbenige driehoek 130">
                <a:extLst>
                  <a:ext uri="{FF2B5EF4-FFF2-40B4-BE49-F238E27FC236}">
                    <a16:creationId xmlns:a16="http://schemas.microsoft.com/office/drawing/2014/main" id="{CEC73552-35B3-4D74-950F-EE02E963118D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0" name="Ovaal 89">
              <a:extLst>
                <a:ext uri="{FF2B5EF4-FFF2-40B4-BE49-F238E27FC236}">
                  <a16:creationId xmlns:a16="http://schemas.microsoft.com/office/drawing/2014/main" id="{E6DC956E-8784-440F-A08E-077C76B535D2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70AF196C-9738-49FF-A239-457787050834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2" name="Ovaal 91">
              <a:extLst>
                <a:ext uri="{FF2B5EF4-FFF2-40B4-BE49-F238E27FC236}">
                  <a16:creationId xmlns:a16="http://schemas.microsoft.com/office/drawing/2014/main" id="{778C7D1D-CAE9-41CA-B0F7-BCAF75C77777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B2E92232-81D5-4551-A33F-1BB864680B1B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597026A4-351A-47A0-9442-42A275B03E22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113" name="Groep 112">
                <a:extLst>
                  <a:ext uri="{FF2B5EF4-FFF2-40B4-BE49-F238E27FC236}">
                    <a16:creationId xmlns:a16="http://schemas.microsoft.com/office/drawing/2014/main" id="{CEEABEB1-84C1-4507-93C2-0D97891BA986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116" name="Groep 115">
                  <a:extLst>
                    <a:ext uri="{FF2B5EF4-FFF2-40B4-BE49-F238E27FC236}">
                      <a16:creationId xmlns:a16="http://schemas.microsoft.com/office/drawing/2014/main" id="{5BFD508B-9053-46D6-8B18-ED50F48AD9E3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123" name="Groep 122">
                    <a:extLst>
                      <a:ext uri="{FF2B5EF4-FFF2-40B4-BE49-F238E27FC236}">
                        <a16:creationId xmlns:a16="http://schemas.microsoft.com/office/drawing/2014/main" id="{63CCA9B1-AF83-462A-8149-199141D7E10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126" name="Rechthoek 125">
                      <a:extLst>
                        <a:ext uri="{FF2B5EF4-FFF2-40B4-BE49-F238E27FC236}">
                          <a16:creationId xmlns:a16="http://schemas.microsoft.com/office/drawing/2014/main" id="{CEAA66EC-8029-40ED-9C17-40490547879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7" name="Rechthoek 126">
                      <a:extLst>
                        <a:ext uri="{FF2B5EF4-FFF2-40B4-BE49-F238E27FC236}">
                          <a16:creationId xmlns:a16="http://schemas.microsoft.com/office/drawing/2014/main" id="{EEE6F743-2BC0-4C2B-87F0-54E9D89DC38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8" name="Ovaal 127">
                      <a:extLst>
                        <a:ext uri="{FF2B5EF4-FFF2-40B4-BE49-F238E27FC236}">
                          <a16:creationId xmlns:a16="http://schemas.microsoft.com/office/drawing/2014/main" id="{241B82BD-0853-4C9F-A624-E6CB53ECC54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24" name="Afbeelding 123">
                    <a:extLst>
                      <a:ext uri="{FF2B5EF4-FFF2-40B4-BE49-F238E27FC236}">
                        <a16:creationId xmlns:a16="http://schemas.microsoft.com/office/drawing/2014/main" id="{662449D1-8CDC-448A-92DC-91F47DF04F9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25" name="Afbeelding 124">
                    <a:extLst>
                      <a:ext uri="{FF2B5EF4-FFF2-40B4-BE49-F238E27FC236}">
                        <a16:creationId xmlns:a16="http://schemas.microsoft.com/office/drawing/2014/main" id="{D7BBBB12-AB3A-48F2-974B-36DB408F720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17" name="Groep 116">
                  <a:extLst>
                    <a:ext uri="{FF2B5EF4-FFF2-40B4-BE49-F238E27FC236}">
                      <a16:creationId xmlns:a16="http://schemas.microsoft.com/office/drawing/2014/main" id="{E0B1862D-A0C8-414F-AE91-39C9E320179C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21" name="Rechthoek 120">
                    <a:extLst>
                      <a:ext uri="{FF2B5EF4-FFF2-40B4-BE49-F238E27FC236}">
                        <a16:creationId xmlns:a16="http://schemas.microsoft.com/office/drawing/2014/main" id="{91E13DB9-3E23-4063-9C92-290BA59A5D4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22" name="Rechthoek 121">
                    <a:extLst>
                      <a:ext uri="{FF2B5EF4-FFF2-40B4-BE49-F238E27FC236}">
                        <a16:creationId xmlns:a16="http://schemas.microsoft.com/office/drawing/2014/main" id="{167D299E-C1BF-44C1-A71E-1B6A3ACDD194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8" name="Groep 117">
                  <a:extLst>
                    <a:ext uri="{FF2B5EF4-FFF2-40B4-BE49-F238E27FC236}">
                      <a16:creationId xmlns:a16="http://schemas.microsoft.com/office/drawing/2014/main" id="{AC6352EF-06CA-42BC-A5E2-6D7F171968DB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9" name="Rechthoek 118">
                    <a:extLst>
                      <a:ext uri="{FF2B5EF4-FFF2-40B4-BE49-F238E27FC236}">
                        <a16:creationId xmlns:a16="http://schemas.microsoft.com/office/drawing/2014/main" id="{B822247E-0E70-49A4-BA57-3E926AFA7D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20" name="Rechthoek 119">
                    <a:extLst>
                      <a:ext uri="{FF2B5EF4-FFF2-40B4-BE49-F238E27FC236}">
                        <a16:creationId xmlns:a16="http://schemas.microsoft.com/office/drawing/2014/main" id="{C2AF6FB0-70B8-49D9-BD41-25C41C7E7E3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14" name="Rechthoek 113">
                <a:extLst>
                  <a:ext uri="{FF2B5EF4-FFF2-40B4-BE49-F238E27FC236}">
                    <a16:creationId xmlns:a16="http://schemas.microsoft.com/office/drawing/2014/main" id="{CF3B179B-85B3-473B-85CB-96E1DC9ED63C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15" name="Gelijkbenige driehoek 114">
                <a:extLst>
                  <a:ext uri="{FF2B5EF4-FFF2-40B4-BE49-F238E27FC236}">
                    <a16:creationId xmlns:a16="http://schemas.microsoft.com/office/drawing/2014/main" id="{A5D8BEBF-53EA-4C62-9458-153B0EA844C3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5" name="Groep 94">
              <a:extLst>
                <a:ext uri="{FF2B5EF4-FFF2-40B4-BE49-F238E27FC236}">
                  <a16:creationId xmlns:a16="http://schemas.microsoft.com/office/drawing/2014/main" id="{BA852ACC-ADAA-44FB-9063-07EE7FFC0663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23D81D8D-4E79-4249-A192-A135EDC4DEF6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DABBE387-2D2D-4291-B542-8D8801DB4821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D9F051DD-93F6-479E-8EC7-462CEF53C7D4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102" name="Tekstvak 101">
                <a:extLst>
                  <a:ext uri="{FF2B5EF4-FFF2-40B4-BE49-F238E27FC236}">
                    <a16:creationId xmlns:a16="http://schemas.microsoft.com/office/drawing/2014/main" id="{72436B6B-5EA1-4ABC-9383-EDF75E511797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103" name="Vrije vorm: vorm 102">
                <a:extLst>
                  <a:ext uri="{FF2B5EF4-FFF2-40B4-BE49-F238E27FC236}">
                    <a16:creationId xmlns:a16="http://schemas.microsoft.com/office/drawing/2014/main" id="{C5C1FC14-CB90-4F71-B297-EEFF86C4D499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4" name="Gelijkbenige driehoek 103">
                <a:extLst>
                  <a:ext uri="{FF2B5EF4-FFF2-40B4-BE49-F238E27FC236}">
                    <a16:creationId xmlns:a16="http://schemas.microsoft.com/office/drawing/2014/main" id="{C669F957-8F30-4716-BD88-A43EA3949B1F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4EFD102F-91CA-4D2A-BE88-B3F4D54E360B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C7A3B9E0-EBF0-47F9-9BF3-4FD75F57653D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A59F18BB-3AE7-4406-A193-88185F0208CA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E82B5B89-5D1E-4D27-8A54-BD68A659D23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990432BF-EECB-46A2-85C6-636591AF57C1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94E394C1-0125-4939-A85A-426F60BF80FF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EF02BB8C-7A82-4F5B-8BA5-6AF7FEDCB6E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19E54B5C-4BB1-4BD9-83F5-11A3514A838E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96" name="ICOON_info">
              <a:extLst>
                <a:ext uri="{FF2B5EF4-FFF2-40B4-BE49-F238E27FC236}">
                  <a16:creationId xmlns:a16="http://schemas.microsoft.com/office/drawing/2014/main" id="{4C0568C4-C81E-45F8-B122-8B42E12AFC98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97" name="Ovaal 96">
                <a:extLst>
                  <a:ext uri="{FF2B5EF4-FFF2-40B4-BE49-F238E27FC236}">
                    <a16:creationId xmlns:a16="http://schemas.microsoft.com/office/drawing/2014/main" id="{F107E39A-D80F-46F4-9ECC-433E3FB0992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8" name="Graphic 163" descr="Informatie">
                <a:extLst>
                  <a:ext uri="{FF2B5EF4-FFF2-40B4-BE49-F238E27FC236}">
                    <a16:creationId xmlns:a16="http://schemas.microsoft.com/office/drawing/2014/main" id="{26E2D0F5-AA0E-4D1B-ACC8-E9B7AEDDCD69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74" name="Tijdelijke aanduiding voor tekst 173">
            <a:extLst>
              <a:ext uri="{FF2B5EF4-FFF2-40B4-BE49-F238E27FC236}">
                <a16:creationId xmlns:a16="http://schemas.microsoft.com/office/drawing/2014/main" id="{00D4495F-F8C5-49D4-8DD2-CDC56E46106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0" y="3783140"/>
            <a:ext cx="12201526" cy="3074859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76700">
                <a:schemeClr val="bg1">
                  <a:alpha val="4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100" dirty="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71" name="Tijdelijke aanduiding voor tekst 153">
            <a:extLst>
              <a:ext uri="{FF2B5EF4-FFF2-40B4-BE49-F238E27FC236}">
                <a16:creationId xmlns:a16="http://schemas.microsoft.com/office/drawing/2014/main" id="{282A7298-D760-104A-7C36-4B7C7A3A8523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972595" y="390096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t="79" r="656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8" name="Tijdelijke aanduiding voor tekst 6">
            <a:extLst>
              <a:ext uri="{FF2B5EF4-FFF2-40B4-BE49-F238E27FC236}">
                <a16:creationId xmlns:a16="http://schemas.microsoft.com/office/drawing/2014/main" id="{A6E44389-7ABE-3957-D5CA-1750D210D72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0" y="6400800"/>
            <a:ext cx="12192000" cy="456958"/>
          </a:xfrm>
          <a:blipFill>
            <a:blip r:embed="rId5"/>
            <a:srcRect/>
            <a:stretch>
              <a:fillRect t="-2396908" b="-43608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rgbClr val="F2F2F2"/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79" name="Tijdelijke aanduiding voor tekst 168">
            <a:extLst>
              <a:ext uri="{FF2B5EF4-FFF2-40B4-BE49-F238E27FC236}">
                <a16:creationId xmlns:a16="http://schemas.microsoft.com/office/drawing/2014/main" id="{B5C8FE2E-4784-5CE2-B6DD-38C8A0BA83EF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413020" y="5042426"/>
            <a:ext cx="1251590" cy="1815574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1" b="-771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71DEDF-37F1-4689-8FA1-5E743C7DD6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37702" y="3784242"/>
            <a:ext cx="9165600" cy="515026"/>
          </a:xfrm>
        </p:spPr>
        <p:txBody>
          <a:bodyPr anchor="b"/>
          <a:lstStyle>
            <a:lvl1pPr algn="l">
              <a:lnSpc>
                <a:spcPct val="85000"/>
              </a:lnSpc>
              <a:defRPr sz="3600" baseline="0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GB" noProof="0" dirty="0"/>
              <a:t>Place title of your presentation here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A18CD7-32A7-41E4-9DF7-7259FA2187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37702" y="4281509"/>
            <a:ext cx="9165600" cy="395785"/>
          </a:xfrm>
        </p:spPr>
        <p:txBody>
          <a:bodyPr anchor="ctr"/>
          <a:lstStyle>
            <a:lvl1pPr marL="0" indent="0" algn="l">
              <a:buNone/>
              <a:defRPr sz="1800" b="1">
                <a:solidFill>
                  <a:schemeClr val="accent1">
                    <a:alpha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Speaker | Location | Event title 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EEA2768-3B92-4FC5-8ED3-7B1C505E87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37703" y="4703076"/>
            <a:ext cx="9165600" cy="301915"/>
          </a:xfrm>
          <a:prstGeom prst="rect">
            <a:avLst/>
          </a:prstGeom>
        </p:spPr>
        <p:txBody>
          <a:bodyPr/>
          <a:lstStyle>
            <a:lvl1pPr algn="l">
              <a:defRPr sz="1600" b="0">
                <a:solidFill>
                  <a:schemeClr val="accent1">
                    <a:alpha val="90000"/>
                  </a:schemeClr>
                </a:solidFill>
              </a:defRPr>
            </a:lvl1pPr>
          </a:lstStyle>
          <a:p>
            <a:fld id="{52A88E53-B699-4A48-81B0-40B5BD39F20A}" type="datetime4">
              <a:rPr lang="en-GB" smtClean="0"/>
              <a:t>15 April 2026</a:t>
            </a:fld>
            <a:endParaRPr lang="en-GB" dirty="0"/>
          </a:p>
        </p:txBody>
      </p:sp>
      <p:sp>
        <p:nvSpPr>
          <p:cNvPr id="172" name="Tijdelijke aanduiding voor tekst 171">
            <a:extLst>
              <a:ext uri="{FF2B5EF4-FFF2-40B4-BE49-F238E27FC236}">
                <a16:creationId xmlns:a16="http://schemas.microsoft.com/office/drawing/2014/main" id="{60FC2097-3189-4FAB-9AAE-BBF5624E4E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5400000">
            <a:off x="-151943" y="4338374"/>
            <a:ext cx="1800000" cy="72000"/>
          </a:xfrm>
          <a:custGeom>
            <a:avLst/>
            <a:gdLst>
              <a:gd name="connsiteX0" fmla="*/ 0 w 2700000"/>
              <a:gd name="connsiteY0" fmla="*/ 0 h 72000"/>
              <a:gd name="connsiteX1" fmla="*/ 2700000 w 2700000"/>
              <a:gd name="connsiteY1" fmla="*/ 0 h 72000"/>
              <a:gd name="connsiteX2" fmla="*/ 2700000 w 2700000"/>
              <a:gd name="connsiteY2" fmla="*/ 72000 h 72000"/>
              <a:gd name="connsiteX3" fmla="*/ 0 w 2700000"/>
              <a:gd name="connsiteY3" fmla="*/ 72000 h 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0000" h="72000">
                <a:moveTo>
                  <a:pt x="0" y="0"/>
                </a:moveTo>
                <a:lnTo>
                  <a:pt x="2700000" y="0"/>
                </a:lnTo>
                <a:lnTo>
                  <a:pt x="2700000" y="72000"/>
                </a:lnTo>
                <a:lnTo>
                  <a:pt x="0" y="72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(EMPTY, PLEASE DO NOT REMOVE)</a:t>
            </a:r>
          </a:p>
        </p:txBody>
      </p:sp>
    </p:spTree>
    <p:extLst>
      <p:ext uri="{BB962C8B-B14F-4D97-AF65-F5344CB8AC3E}">
        <p14:creationId xmlns:p14="http://schemas.microsoft.com/office/powerpoint/2010/main" val="303655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75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6" presetClass="emp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4000" fill="hold"/>
                                        <p:tgtEl>
                                          <p:spTgt spid="1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25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25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" grpId="0" animBg="1"/>
      <p:bldP spid="165" grpId="1" animBg="1"/>
      <p:bldP spid="174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750" fill="hold"/>
                        <p:tgtEl>
                          <p:spTgt spid="17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750" fill="hold"/>
                        <p:tgtEl>
                          <p:spTgt spid="17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/>
      <p:bldP spid="172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17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17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6C7C313A-00D7-48A9-9645-99F6A819CA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subtitle here</a:t>
            </a:r>
            <a:br>
              <a:rPr lang="en-GB"/>
            </a:br>
            <a:r>
              <a:rPr lang="en-GB"/>
              <a:t>(Max. two sentences)</a:t>
            </a:r>
          </a:p>
        </p:txBody>
      </p:sp>
      <p:sp>
        <p:nvSpPr>
          <p:cNvPr id="100" name="Rechthoek: afgeronde hoeken 99">
            <a:extLst>
              <a:ext uri="{FF2B5EF4-FFF2-40B4-BE49-F238E27FC236}">
                <a16:creationId xmlns:a16="http://schemas.microsoft.com/office/drawing/2014/main" id="{2A43200A-15B0-4F97-9E04-D3DB9BDED895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b="1" i="0" u="none" cap="all" baseline="0" noProof="0">
                <a:solidFill>
                  <a:schemeClr val="bg2">
                    <a:lumMod val="75000"/>
                  </a:schemeClr>
                </a:solidFill>
                <a:latin typeface="+mj-lt"/>
              </a:rPr>
              <a:t>TEXT ONLY</a:t>
            </a:r>
          </a:p>
        </p:txBody>
      </p:sp>
      <p:grpSp>
        <p:nvGrpSpPr>
          <p:cNvPr id="152" name="INSTRUCTION">
            <a:extLst>
              <a:ext uri="{FF2B5EF4-FFF2-40B4-BE49-F238E27FC236}">
                <a16:creationId xmlns:a16="http://schemas.microsoft.com/office/drawing/2014/main" id="{B7AF26F8-5963-479E-A582-07F4292B14CA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53" name="Rechthoek 152">
              <a:extLst>
                <a:ext uri="{FF2B5EF4-FFF2-40B4-BE49-F238E27FC236}">
                  <a16:creationId xmlns:a16="http://schemas.microsoft.com/office/drawing/2014/main" id="{1445A0C1-2339-4E76-9588-63DA89E0232D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54" name="Ovaal 153">
              <a:extLst>
                <a:ext uri="{FF2B5EF4-FFF2-40B4-BE49-F238E27FC236}">
                  <a16:creationId xmlns:a16="http://schemas.microsoft.com/office/drawing/2014/main" id="{6CF72FD9-105C-4D77-8620-640D25260C0E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BFEBBC7E-F9D9-4D77-8E87-214CDB60EBEA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>
                    <a:lumMod val="75000"/>
                  </a:schemeClr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2526750E-A127-4D63-B0BB-A1052ABE626A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77C55FD1-30D2-4E1E-9AFE-3216C9CD703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9" name="Ovaal 158">
              <a:extLst>
                <a:ext uri="{FF2B5EF4-FFF2-40B4-BE49-F238E27FC236}">
                  <a16:creationId xmlns:a16="http://schemas.microsoft.com/office/drawing/2014/main" id="{7ADB2C55-A795-4FE9-A0D7-F35DCA02E954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1" name="Ovaal 160">
              <a:extLst>
                <a:ext uri="{FF2B5EF4-FFF2-40B4-BE49-F238E27FC236}">
                  <a16:creationId xmlns:a16="http://schemas.microsoft.com/office/drawing/2014/main" id="{236BDF71-44A6-432B-8280-186B8F08FC16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3" name="Ovaal 162">
              <a:extLst>
                <a:ext uri="{FF2B5EF4-FFF2-40B4-BE49-F238E27FC236}">
                  <a16:creationId xmlns:a16="http://schemas.microsoft.com/office/drawing/2014/main" id="{8528E6AB-4EE7-4DFE-BD58-4C162A8EF566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65" name="Ovaal 164">
              <a:extLst>
                <a:ext uri="{FF2B5EF4-FFF2-40B4-BE49-F238E27FC236}">
                  <a16:creationId xmlns:a16="http://schemas.microsoft.com/office/drawing/2014/main" id="{2161A396-EEE3-4D9F-ACAF-AD3CFBC8E31E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67" name="Ovaal 166">
              <a:extLst>
                <a:ext uri="{FF2B5EF4-FFF2-40B4-BE49-F238E27FC236}">
                  <a16:creationId xmlns:a16="http://schemas.microsoft.com/office/drawing/2014/main" id="{45310631-703B-4F2B-8268-CB81BE7519AB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69" name="Ovaal 168">
              <a:extLst>
                <a:ext uri="{FF2B5EF4-FFF2-40B4-BE49-F238E27FC236}">
                  <a16:creationId xmlns:a16="http://schemas.microsoft.com/office/drawing/2014/main" id="{13156666-33F8-4521-96A2-8C7A36E70762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71" name="Ovaal 170">
              <a:extLst>
                <a:ext uri="{FF2B5EF4-FFF2-40B4-BE49-F238E27FC236}">
                  <a16:creationId xmlns:a16="http://schemas.microsoft.com/office/drawing/2014/main" id="{EAC378F7-08E6-4647-80B6-CE78B643D535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73" name="Rechthoek 172">
              <a:extLst>
                <a:ext uri="{FF2B5EF4-FFF2-40B4-BE49-F238E27FC236}">
                  <a16:creationId xmlns:a16="http://schemas.microsoft.com/office/drawing/2014/main" id="{1950237F-9822-4283-8B0B-7A67363BE16C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174" name="ICOON_info">
              <a:extLst>
                <a:ext uri="{FF2B5EF4-FFF2-40B4-BE49-F238E27FC236}">
                  <a16:creationId xmlns:a16="http://schemas.microsoft.com/office/drawing/2014/main" id="{FE870F3B-85F4-49B3-984A-ECB08AF0CB97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16" name="Ovaal 215">
                <a:extLst>
                  <a:ext uri="{FF2B5EF4-FFF2-40B4-BE49-F238E27FC236}">
                    <a16:creationId xmlns:a16="http://schemas.microsoft.com/office/drawing/2014/main" id="{03EC5683-4C23-4E60-BF12-9A2769EB6FEB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7" name="Graphic 163" descr="Informatie">
                <a:extLst>
                  <a:ext uri="{FF2B5EF4-FFF2-40B4-BE49-F238E27FC236}">
                    <a16:creationId xmlns:a16="http://schemas.microsoft.com/office/drawing/2014/main" id="{652EE3C4-37D5-4EB8-85F3-EE0A054709DA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75" name="VOORBEELD">
              <a:extLst>
                <a:ext uri="{FF2B5EF4-FFF2-40B4-BE49-F238E27FC236}">
                  <a16:creationId xmlns:a16="http://schemas.microsoft.com/office/drawing/2014/main" id="{BF143C5E-CFF7-46B8-8757-CC1FCC035B8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76" name="Rechthoek 175">
                <a:extLst>
                  <a:ext uri="{FF2B5EF4-FFF2-40B4-BE49-F238E27FC236}">
                    <a16:creationId xmlns:a16="http://schemas.microsoft.com/office/drawing/2014/main" id="{42576A98-C700-4198-B480-FED355E05B4D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E01B0738-8D17-4F87-AC65-B432D646660C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78" name="Groep 177">
                <a:extLst>
                  <a:ext uri="{FF2B5EF4-FFF2-40B4-BE49-F238E27FC236}">
                    <a16:creationId xmlns:a16="http://schemas.microsoft.com/office/drawing/2014/main" id="{F341EB7F-602B-414E-9EF2-B4FEBD6E05F0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09" name="Groep 208">
                  <a:extLst>
                    <a:ext uri="{FF2B5EF4-FFF2-40B4-BE49-F238E27FC236}">
                      <a16:creationId xmlns:a16="http://schemas.microsoft.com/office/drawing/2014/main" id="{E998A888-6833-4191-90E6-23A217BE697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11" name="Rechte verbindingslijn 210">
                    <a:extLst>
                      <a:ext uri="{FF2B5EF4-FFF2-40B4-BE49-F238E27FC236}">
                        <a16:creationId xmlns:a16="http://schemas.microsoft.com/office/drawing/2014/main" id="{9F39DCD9-430C-4E8E-98A2-079FC99516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2" name="Rechte verbindingslijn 211">
                    <a:extLst>
                      <a:ext uri="{FF2B5EF4-FFF2-40B4-BE49-F238E27FC236}">
                        <a16:creationId xmlns:a16="http://schemas.microsoft.com/office/drawing/2014/main" id="{D499E26D-8321-4886-9EA6-8414243999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3" name="Rechte verbindingslijn 212">
                    <a:extLst>
                      <a:ext uri="{FF2B5EF4-FFF2-40B4-BE49-F238E27FC236}">
                        <a16:creationId xmlns:a16="http://schemas.microsoft.com/office/drawing/2014/main" id="{98424503-32E3-4DD3-9BA8-AEA60EAF0D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4" name="Rechte verbindingslijn 213">
                    <a:extLst>
                      <a:ext uri="{FF2B5EF4-FFF2-40B4-BE49-F238E27FC236}">
                        <a16:creationId xmlns:a16="http://schemas.microsoft.com/office/drawing/2014/main" id="{C2E03785-7FDF-4A8C-A675-7C8C7151A75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5" name="Rechte verbindingslijn 214">
                    <a:extLst>
                      <a:ext uri="{FF2B5EF4-FFF2-40B4-BE49-F238E27FC236}">
                        <a16:creationId xmlns:a16="http://schemas.microsoft.com/office/drawing/2014/main" id="{7DEA12AA-4A30-40EF-9B31-12C4003E725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10" name="Pijl: rechts 209">
                  <a:extLst>
                    <a:ext uri="{FF2B5EF4-FFF2-40B4-BE49-F238E27FC236}">
                      <a16:creationId xmlns:a16="http://schemas.microsoft.com/office/drawing/2014/main" id="{F3198FE9-2DFC-4372-81E4-43D16F591B9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9" name="Groep 178">
                <a:extLst>
                  <a:ext uri="{FF2B5EF4-FFF2-40B4-BE49-F238E27FC236}">
                    <a16:creationId xmlns:a16="http://schemas.microsoft.com/office/drawing/2014/main" id="{3D6E602A-0CC3-4BF1-9E4F-357BD0F34D45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02" name="Groep 201">
                  <a:extLst>
                    <a:ext uri="{FF2B5EF4-FFF2-40B4-BE49-F238E27FC236}">
                      <a16:creationId xmlns:a16="http://schemas.microsoft.com/office/drawing/2014/main" id="{F8B2F0B3-B689-4EC6-BA1F-0182D5C0612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04" name="Rechte verbindingslijn 203">
                    <a:extLst>
                      <a:ext uri="{FF2B5EF4-FFF2-40B4-BE49-F238E27FC236}">
                        <a16:creationId xmlns:a16="http://schemas.microsoft.com/office/drawing/2014/main" id="{57234866-6E20-4DAC-AB1C-B842CBC547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5" name="Rechte verbindingslijn 204">
                    <a:extLst>
                      <a:ext uri="{FF2B5EF4-FFF2-40B4-BE49-F238E27FC236}">
                        <a16:creationId xmlns:a16="http://schemas.microsoft.com/office/drawing/2014/main" id="{265557F3-4D28-4342-B71B-A80C2077D1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6" name="Rechte verbindingslijn 205">
                    <a:extLst>
                      <a:ext uri="{FF2B5EF4-FFF2-40B4-BE49-F238E27FC236}">
                        <a16:creationId xmlns:a16="http://schemas.microsoft.com/office/drawing/2014/main" id="{EDF58FF5-F4E7-4730-8580-0A453402E5B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7" name="Rechte verbindingslijn 206">
                    <a:extLst>
                      <a:ext uri="{FF2B5EF4-FFF2-40B4-BE49-F238E27FC236}">
                        <a16:creationId xmlns:a16="http://schemas.microsoft.com/office/drawing/2014/main" id="{6B39A3D4-568F-4374-BD99-9C87B75B980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8" name="Rechte verbindingslijn 207">
                    <a:extLst>
                      <a:ext uri="{FF2B5EF4-FFF2-40B4-BE49-F238E27FC236}">
                        <a16:creationId xmlns:a16="http://schemas.microsoft.com/office/drawing/2014/main" id="{8A2DBCE6-6EB3-460F-8C35-D35CCCD1FB6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03" name="Pijl: rechts 202">
                  <a:extLst>
                    <a:ext uri="{FF2B5EF4-FFF2-40B4-BE49-F238E27FC236}">
                      <a16:creationId xmlns:a16="http://schemas.microsoft.com/office/drawing/2014/main" id="{0F639769-A10A-4068-A98A-AC75F73E5076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80" name="Rechte verbindingslijn 179">
                <a:extLst>
                  <a:ext uri="{FF2B5EF4-FFF2-40B4-BE49-F238E27FC236}">
                    <a16:creationId xmlns:a16="http://schemas.microsoft.com/office/drawing/2014/main" id="{E15774D2-8ADE-4A64-A90E-8E5E3CF00F6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81" name="Rechte verbindingslijn 180">
                <a:extLst>
                  <a:ext uri="{FF2B5EF4-FFF2-40B4-BE49-F238E27FC236}">
                    <a16:creationId xmlns:a16="http://schemas.microsoft.com/office/drawing/2014/main" id="{5C8AC8BF-E29C-4726-BD86-FB57D889DD6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82" name="Rechthoek 181">
                <a:extLst>
                  <a:ext uri="{FF2B5EF4-FFF2-40B4-BE49-F238E27FC236}">
                    <a16:creationId xmlns:a16="http://schemas.microsoft.com/office/drawing/2014/main" id="{EF3FB308-F984-405A-B874-3E822E63A786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183" name="Rechthoek 182">
                <a:extLst>
                  <a:ext uri="{FF2B5EF4-FFF2-40B4-BE49-F238E27FC236}">
                    <a16:creationId xmlns:a16="http://schemas.microsoft.com/office/drawing/2014/main" id="{7F264FD2-CF60-42FE-9DB7-9101C880D62D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184" name="Groep 183">
                <a:extLst>
                  <a:ext uri="{FF2B5EF4-FFF2-40B4-BE49-F238E27FC236}">
                    <a16:creationId xmlns:a16="http://schemas.microsoft.com/office/drawing/2014/main" id="{71104BC7-E34A-45DC-B6D3-1206F9C09E3E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94" name="Rechthoek 193">
                  <a:extLst>
                    <a:ext uri="{FF2B5EF4-FFF2-40B4-BE49-F238E27FC236}">
                      <a16:creationId xmlns:a16="http://schemas.microsoft.com/office/drawing/2014/main" id="{AD41D7E4-E69D-4BDF-B44E-8325163BCB89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95" name="Groep 194">
                  <a:extLst>
                    <a:ext uri="{FF2B5EF4-FFF2-40B4-BE49-F238E27FC236}">
                      <a16:creationId xmlns:a16="http://schemas.microsoft.com/office/drawing/2014/main" id="{C4AB450F-CB47-44B9-8903-F4697BCF4D4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97" name="Rechte verbindingslijn 196">
                    <a:extLst>
                      <a:ext uri="{FF2B5EF4-FFF2-40B4-BE49-F238E27FC236}">
                        <a16:creationId xmlns:a16="http://schemas.microsoft.com/office/drawing/2014/main" id="{D71D049E-2086-4CD0-87F6-58147D383C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8" name="Rechte verbindingslijn 197">
                    <a:extLst>
                      <a:ext uri="{FF2B5EF4-FFF2-40B4-BE49-F238E27FC236}">
                        <a16:creationId xmlns:a16="http://schemas.microsoft.com/office/drawing/2014/main" id="{7CA3480D-EFD0-4FF9-A7BB-9756BEF090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9" name="Rechte verbindingslijn 198">
                    <a:extLst>
                      <a:ext uri="{FF2B5EF4-FFF2-40B4-BE49-F238E27FC236}">
                        <a16:creationId xmlns:a16="http://schemas.microsoft.com/office/drawing/2014/main" id="{5644B4D8-D51B-440D-9BCC-CB571717B2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0" name="Rechte verbindingslijn 199">
                    <a:extLst>
                      <a:ext uri="{FF2B5EF4-FFF2-40B4-BE49-F238E27FC236}">
                        <a16:creationId xmlns:a16="http://schemas.microsoft.com/office/drawing/2014/main" id="{DF9FC1B9-35D5-45A9-A41A-1B1ADEA316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1" name="Rechte verbindingslijn 200">
                    <a:extLst>
                      <a:ext uri="{FF2B5EF4-FFF2-40B4-BE49-F238E27FC236}">
                        <a16:creationId xmlns:a16="http://schemas.microsoft.com/office/drawing/2014/main" id="{CB6D0EE5-45B4-417F-8DD9-C11909344B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96" name="Pijl: rechts 195">
                  <a:extLst>
                    <a:ext uri="{FF2B5EF4-FFF2-40B4-BE49-F238E27FC236}">
                      <a16:creationId xmlns:a16="http://schemas.microsoft.com/office/drawing/2014/main" id="{F1FBBFD0-CAE8-4DE6-9E94-0B335CE24A3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85" name="Groep 184">
                <a:extLst>
                  <a:ext uri="{FF2B5EF4-FFF2-40B4-BE49-F238E27FC236}">
                    <a16:creationId xmlns:a16="http://schemas.microsoft.com/office/drawing/2014/main" id="{C1DA432A-18AB-43B0-832F-315F2E46317B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86" name="Rechthoek 185">
                  <a:extLst>
                    <a:ext uri="{FF2B5EF4-FFF2-40B4-BE49-F238E27FC236}">
                      <a16:creationId xmlns:a16="http://schemas.microsoft.com/office/drawing/2014/main" id="{59F36AE0-964B-4BB7-962E-60E11DD23265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87" name="Groep 186">
                  <a:extLst>
                    <a:ext uri="{FF2B5EF4-FFF2-40B4-BE49-F238E27FC236}">
                      <a16:creationId xmlns:a16="http://schemas.microsoft.com/office/drawing/2014/main" id="{D7AAC7E9-7ABD-4FD1-8B07-06793868342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89" name="Rechte verbindingslijn 188">
                    <a:extLst>
                      <a:ext uri="{FF2B5EF4-FFF2-40B4-BE49-F238E27FC236}">
                        <a16:creationId xmlns:a16="http://schemas.microsoft.com/office/drawing/2014/main" id="{F15F739C-EDF0-4BBD-BF89-5F1B5D33A75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0" name="Rechte verbindingslijn 189">
                    <a:extLst>
                      <a:ext uri="{FF2B5EF4-FFF2-40B4-BE49-F238E27FC236}">
                        <a16:creationId xmlns:a16="http://schemas.microsoft.com/office/drawing/2014/main" id="{59BA5148-65FE-4BA8-9F86-5083E48FDB0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1" name="Rechte verbindingslijn 190">
                    <a:extLst>
                      <a:ext uri="{FF2B5EF4-FFF2-40B4-BE49-F238E27FC236}">
                        <a16:creationId xmlns:a16="http://schemas.microsoft.com/office/drawing/2014/main" id="{0D948CB7-8837-420D-923F-4F26394311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2" name="Rechte verbindingslijn 191">
                    <a:extLst>
                      <a:ext uri="{FF2B5EF4-FFF2-40B4-BE49-F238E27FC236}">
                        <a16:creationId xmlns:a16="http://schemas.microsoft.com/office/drawing/2014/main" id="{C6747271-E5B3-492A-BB1A-C4DF564D58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3" name="Rechte verbindingslijn 192">
                    <a:extLst>
                      <a:ext uri="{FF2B5EF4-FFF2-40B4-BE49-F238E27FC236}">
                        <a16:creationId xmlns:a16="http://schemas.microsoft.com/office/drawing/2014/main" id="{E6BB512D-4FE3-43BB-A62A-9A27DA6CB4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8" name="Pijl: rechts 187">
                  <a:extLst>
                    <a:ext uri="{FF2B5EF4-FFF2-40B4-BE49-F238E27FC236}">
                      <a16:creationId xmlns:a16="http://schemas.microsoft.com/office/drawing/2014/main" id="{BE3EF01A-8A7E-4214-B9E3-27DF6317B44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03E092F-5955-4ED2-8011-4F817A4428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Place title here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4978" y="1538312"/>
            <a:ext cx="10934700" cy="4501651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#1</a:t>
            </a:r>
          </a:p>
          <a:p>
            <a:pPr lvl="2"/>
            <a:r>
              <a:rPr lang="en-GB" noProof="0"/>
              <a:t>Sub-bullet #2</a:t>
            </a:r>
          </a:p>
          <a:p>
            <a:pPr lvl="3"/>
            <a:r>
              <a:rPr lang="en-GB" noProof="0"/>
              <a:t>Default text</a:t>
            </a:r>
          </a:p>
          <a:p>
            <a:pPr lvl="4"/>
            <a:r>
              <a:rPr lang="en-GB" noProof="0"/>
              <a:t>Subtitle #1</a:t>
            </a:r>
          </a:p>
          <a:p>
            <a:pPr lvl="5"/>
            <a:r>
              <a:rPr lang="en-GB" noProof="0"/>
              <a:t>Alt. subtitle #2</a:t>
            </a:r>
          </a:p>
          <a:p>
            <a:pPr lvl="6"/>
            <a:r>
              <a:rPr lang="en-GB" noProof="0"/>
              <a:t>Numeric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Quote</a:t>
            </a:r>
          </a:p>
        </p:txBody>
      </p:sp>
      <p:sp>
        <p:nvSpPr>
          <p:cNvPr id="77" name="Tijdelijke aanduiding voor tekst 17">
            <a:extLst>
              <a:ext uri="{FF2B5EF4-FFF2-40B4-BE49-F238E27FC236}">
                <a16:creationId xmlns:a16="http://schemas.microsoft.com/office/drawing/2014/main" id="{ADB5C624-BFC2-4CEA-8498-672743FB77D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1" y="6252359"/>
            <a:ext cx="3015962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Place your source here</a:t>
            </a:r>
          </a:p>
        </p:txBody>
      </p:sp>
      <p:sp>
        <p:nvSpPr>
          <p:cNvPr id="143" name="Tijdelijke aanduiding voor tekst 17">
            <a:extLst>
              <a:ext uri="{FF2B5EF4-FFF2-40B4-BE49-F238E27FC236}">
                <a16:creationId xmlns:a16="http://schemas.microsoft.com/office/drawing/2014/main" id="{631CBD78-C220-4701-B4C2-2ABD685608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37607" y="6252359"/>
            <a:ext cx="2889489" cy="151200"/>
          </a:xfrm>
        </p:spPr>
        <p:txBody>
          <a:bodyPr tIns="0" anchor="ctr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Note:</a:t>
            </a:r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42C26337-57C9-404C-A027-AFE438D48D8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951532" y="625235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9" name="Tijdelijke aanduiding voor tekst 17">
            <a:extLst>
              <a:ext uri="{FF2B5EF4-FFF2-40B4-BE49-F238E27FC236}">
                <a16:creationId xmlns:a16="http://schemas.microsoft.com/office/drawing/2014/main" id="{565B93A5-90A3-4B2A-8815-2D767365A5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12080" y="6252359"/>
            <a:ext cx="306387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Presentation title | Version # | Slide:</a:t>
            </a:r>
          </a:p>
        </p:txBody>
      </p:sp>
      <p:sp>
        <p:nvSpPr>
          <p:cNvPr id="71" name="Tijdelijke aanduiding voor tekst 6">
            <a:extLst>
              <a:ext uri="{FF2B5EF4-FFF2-40B4-BE49-F238E27FC236}">
                <a16:creationId xmlns:a16="http://schemas.microsoft.com/office/drawing/2014/main" id="{61DEDB3D-ACDA-DDF7-5019-A66207D531B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0" y="6400800"/>
            <a:ext cx="12192000" cy="456958"/>
          </a:xfrm>
          <a:blipFill>
            <a:blip r:embed="rId2"/>
            <a:srcRect/>
            <a:stretch>
              <a:fillRect t="-2396908" b="-43608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rgbClr val="F2F2F2"/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72" name="Tijdelijke aanduiding voor tekst 168">
            <a:extLst>
              <a:ext uri="{FF2B5EF4-FFF2-40B4-BE49-F238E27FC236}">
                <a16:creationId xmlns:a16="http://schemas.microsoft.com/office/drawing/2014/main" id="{52D435EC-583A-CD29-00F5-CC98657B919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413020" y="5042426"/>
            <a:ext cx="1251590" cy="1815574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771" b="-771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7869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jdelijke aanduiding voor afbeelding 16">
            <a:extLst>
              <a:ext uri="{FF2B5EF4-FFF2-40B4-BE49-F238E27FC236}">
                <a16:creationId xmlns:a16="http://schemas.microsoft.com/office/drawing/2014/main" id="{A069FBBC-87BA-4F45-9AAA-DB41BB7BADD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3674615"/>
          </a:xfrm>
          <a:solidFill>
            <a:schemeClr val="bg1">
              <a:lumMod val="95000"/>
            </a:schemeClr>
          </a:solidFill>
        </p:spPr>
        <p:txBody>
          <a:bodyPr lIns="360000" tIns="0" rIns="36000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below </a:t>
            </a:r>
            <a:br>
              <a:rPr lang="en-GB"/>
            </a:br>
            <a:r>
              <a:rPr lang="en-GB"/>
              <a:t>to add an image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Need help? To the side of the slides </a:t>
            </a:r>
            <a:br>
              <a:rPr lang="en-GB"/>
            </a:br>
            <a:r>
              <a:rPr lang="en-GB"/>
              <a:t>you will find additional instructions</a:t>
            </a:r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b="1" i="0" u="none" cap="all" baseline="0" noProof="0">
                <a:solidFill>
                  <a:schemeClr val="bg2">
                    <a:lumMod val="75000"/>
                  </a:schemeClr>
                </a:solidFill>
                <a:latin typeface="+mj-lt"/>
              </a:rPr>
              <a:t>PHOTO + TEXT (M)</a:t>
            </a:r>
          </a:p>
        </p:txBody>
      </p:sp>
      <p:sp>
        <p:nvSpPr>
          <p:cNvPr id="78" name="Tijdelijke aanduiding voor tekst 12">
            <a:extLst>
              <a:ext uri="{FF2B5EF4-FFF2-40B4-BE49-F238E27FC236}">
                <a16:creationId xmlns:a16="http://schemas.microsoft.com/office/drawing/2014/main" id="{1C5E0CD9-7591-4B82-8F39-8DABC5704A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subtitle here</a:t>
            </a:r>
            <a:br>
              <a:rPr lang="en-GB"/>
            </a:br>
            <a:r>
              <a:rPr lang="en-GB"/>
              <a:t>(Max. two sentences)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D8E5B480-BA61-4884-8A5D-3130454C1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977" y="373978"/>
            <a:ext cx="8695889" cy="234000"/>
          </a:xfrm>
        </p:spPr>
        <p:txBody>
          <a:bodyPr/>
          <a:lstStyle/>
          <a:p>
            <a:r>
              <a:rPr lang="en-GB" noProof="0"/>
              <a:t>Place title here</a:t>
            </a:r>
            <a:endParaRPr lang="en-GB"/>
          </a:p>
        </p:txBody>
      </p:sp>
      <p:grpSp>
        <p:nvGrpSpPr>
          <p:cNvPr id="149" name="INSTRUCTION">
            <a:extLst>
              <a:ext uri="{FF2B5EF4-FFF2-40B4-BE49-F238E27FC236}">
                <a16:creationId xmlns:a16="http://schemas.microsoft.com/office/drawing/2014/main" id="{7668A99F-7F71-4499-9DAD-B2AE74CB94D2}"/>
              </a:ext>
            </a:extLst>
          </p:cNvPr>
          <p:cNvGrpSpPr/>
          <p:nvPr userDrawn="1"/>
        </p:nvGrpSpPr>
        <p:grpSpPr>
          <a:xfrm>
            <a:off x="12377595" y="1"/>
            <a:ext cx="3693386" cy="5084661"/>
            <a:chOff x="-3786437" y="1"/>
            <a:chExt cx="3693386" cy="5084661"/>
          </a:xfrm>
        </p:grpSpPr>
        <p:sp>
          <p:nvSpPr>
            <p:cNvPr id="150" name="Rechthoek 149">
              <a:extLst>
                <a:ext uri="{FF2B5EF4-FFF2-40B4-BE49-F238E27FC236}">
                  <a16:creationId xmlns:a16="http://schemas.microsoft.com/office/drawing/2014/main" id="{E6367463-530F-48F9-88A8-E0373F4B1541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43692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1" name="Rechthoek 150">
              <a:extLst>
                <a:ext uri="{FF2B5EF4-FFF2-40B4-BE49-F238E27FC236}">
                  <a16:creationId xmlns:a16="http://schemas.microsoft.com/office/drawing/2014/main" id="{D0F88800-108B-4104-92C1-857EF646CE16}"/>
                </a:ext>
              </a:extLst>
            </p:cNvPr>
            <p:cNvSpPr/>
            <p:nvPr userDrawn="1"/>
          </p:nvSpPr>
          <p:spPr>
            <a:xfrm>
              <a:off x="-3786437" y="425666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52" name="Ovaal 151">
              <a:extLst>
                <a:ext uri="{FF2B5EF4-FFF2-40B4-BE49-F238E27FC236}">
                  <a16:creationId xmlns:a16="http://schemas.microsoft.com/office/drawing/2014/main" id="{ED8BEBDF-45E7-4436-9299-2435BEA19D8D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3" name="Rechthoek 152">
              <a:extLst>
                <a:ext uri="{FF2B5EF4-FFF2-40B4-BE49-F238E27FC236}">
                  <a16:creationId xmlns:a16="http://schemas.microsoft.com/office/drawing/2014/main" id="{BE711A10-684D-4E08-B790-3C982FA86181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4" name="Groep 153">
              <a:extLst>
                <a:ext uri="{FF2B5EF4-FFF2-40B4-BE49-F238E27FC236}">
                  <a16:creationId xmlns:a16="http://schemas.microsoft.com/office/drawing/2014/main" id="{9FCD1AB6-5A5B-4C08-B0F7-A61F90F8FD64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83" name="Rechthoek 182">
                <a:extLst>
                  <a:ext uri="{FF2B5EF4-FFF2-40B4-BE49-F238E27FC236}">
                    <a16:creationId xmlns:a16="http://schemas.microsoft.com/office/drawing/2014/main" id="{BD40C02C-159D-4BA3-B199-CD579B1C884D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4" name="Ovaal 183">
                <a:extLst>
                  <a:ext uri="{FF2B5EF4-FFF2-40B4-BE49-F238E27FC236}">
                    <a16:creationId xmlns:a16="http://schemas.microsoft.com/office/drawing/2014/main" id="{02B80073-0D51-4243-9A34-3B34E75ED3E1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5" name="Vrije vorm: vorm 184">
                <a:extLst>
                  <a:ext uri="{FF2B5EF4-FFF2-40B4-BE49-F238E27FC236}">
                    <a16:creationId xmlns:a16="http://schemas.microsoft.com/office/drawing/2014/main" id="{867FE117-CE45-4ADA-9321-D17DF91153CB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6" name="Rechthoek: afgeronde hoeken 185">
                <a:extLst>
                  <a:ext uri="{FF2B5EF4-FFF2-40B4-BE49-F238E27FC236}">
                    <a16:creationId xmlns:a16="http://schemas.microsoft.com/office/drawing/2014/main" id="{6FD05196-69A5-4C63-933C-C36E62DA49B6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87" name="Rechte verbindingslijn 186">
                <a:extLst>
                  <a:ext uri="{FF2B5EF4-FFF2-40B4-BE49-F238E27FC236}">
                    <a16:creationId xmlns:a16="http://schemas.microsoft.com/office/drawing/2014/main" id="{05C7C58D-D040-4B3C-ABBB-73E2CBB4F88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8" name="Rechte verbindingslijn 187">
                <a:extLst>
                  <a:ext uri="{FF2B5EF4-FFF2-40B4-BE49-F238E27FC236}">
                    <a16:creationId xmlns:a16="http://schemas.microsoft.com/office/drawing/2014/main" id="{7F9E503C-04C6-4480-A712-EF6D2085A5BC}"/>
                  </a:ext>
                </a:extLst>
              </p:cNvPr>
              <p:cNvCxnSpPr>
                <a:cxnSpLocks/>
                <a:stCxn id="186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55" name="Ovaal 154">
              <a:extLst>
                <a:ext uri="{FF2B5EF4-FFF2-40B4-BE49-F238E27FC236}">
                  <a16:creationId xmlns:a16="http://schemas.microsoft.com/office/drawing/2014/main" id="{6EBA6BFB-6223-46E6-8DF7-BFAF0F46B819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6" name="Rechthoek 155">
              <a:extLst>
                <a:ext uri="{FF2B5EF4-FFF2-40B4-BE49-F238E27FC236}">
                  <a16:creationId xmlns:a16="http://schemas.microsoft.com/office/drawing/2014/main" id="{484EBA82-981E-4DDC-8DCF-C3DDE2855FED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7" name="Groep 156">
              <a:extLst>
                <a:ext uri="{FF2B5EF4-FFF2-40B4-BE49-F238E27FC236}">
                  <a16:creationId xmlns:a16="http://schemas.microsoft.com/office/drawing/2014/main" id="{C42EC0B6-C117-4006-ACB7-FB65B8173B27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80" name="Rechthoek 179">
                <a:extLst>
                  <a:ext uri="{FF2B5EF4-FFF2-40B4-BE49-F238E27FC236}">
                    <a16:creationId xmlns:a16="http://schemas.microsoft.com/office/drawing/2014/main" id="{0D04F057-75A1-428D-88AC-DEC9BCB6DCB3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81" name="Rechte verbindingslijn 180">
                <a:extLst>
                  <a:ext uri="{FF2B5EF4-FFF2-40B4-BE49-F238E27FC236}">
                    <a16:creationId xmlns:a16="http://schemas.microsoft.com/office/drawing/2014/main" id="{F8092C83-B6CA-4241-ABD8-4D3F010050FF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82" name="Gelijkbenige driehoek 181">
                <a:extLst>
                  <a:ext uri="{FF2B5EF4-FFF2-40B4-BE49-F238E27FC236}">
                    <a16:creationId xmlns:a16="http://schemas.microsoft.com/office/drawing/2014/main" id="{BB60641B-8216-42D1-BCA3-26564AE5CA1A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8" name="Ovaal 157">
              <a:extLst>
                <a:ext uri="{FF2B5EF4-FFF2-40B4-BE49-F238E27FC236}">
                  <a16:creationId xmlns:a16="http://schemas.microsoft.com/office/drawing/2014/main" id="{68ADE0B5-0893-4A79-B515-FE53C4DAFA58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6E0FB277-8086-4C09-8AA4-192AB17A6CB0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79034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60" name="Groep 159">
              <a:extLst>
                <a:ext uri="{FF2B5EF4-FFF2-40B4-BE49-F238E27FC236}">
                  <a16:creationId xmlns:a16="http://schemas.microsoft.com/office/drawing/2014/main" id="{14D6989A-1CE4-44CB-9447-3C37E0C89A60}"/>
                </a:ext>
              </a:extLst>
            </p:cNvPr>
            <p:cNvGrpSpPr/>
            <p:nvPr userDrawn="1"/>
          </p:nvGrpSpPr>
          <p:grpSpPr>
            <a:xfrm>
              <a:off x="-3441613" y="3457758"/>
              <a:ext cx="622283" cy="612920"/>
              <a:chOff x="12617641" y="3403239"/>
              <a:chExt cx="752963" cy="741634"/>
            </a:xfrm>
          </p:grpSpPr>
          <p:grpSp>
            <p:nvGrpSpPr>
              <p:cNvPr id="164" name="Groep 163">
                <a:extLst>
                  <a:ext uri="{FF2B5EF4-FFF2-40B4-BE49-F238E27FC236}">
                    <a16:creationId xmlns:a16="http://schemas.microsoft.com/office/drawing/2014/main" id="{C836DAC7-1705-49D1-9373-13145168BF22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67" name="Groep 166">
                  <a:extLst>
                    <a:ext uri="{FF2B5EF4-FFF2-40B4-BE49-F238E27FC236}">
                      <a16:creationId xmlns:a16="http://schemas.microsoft.com/office/drawing/2014/main" id="{2E350CEB-054C-4588-B500-5CA9FD1F79F2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74" name="Groep 173">
                    <a:extLst>
                      <a:ext uri="{FF2B5EF4-FFF2-40B4-BE49-F238E27FC236}">
                        <a16:creationId xmlns:a16="http://schemas.microsoft.com/office/drawing/2014/main" id="{B1ECBB91-0918-4A85-A654-0A4D28E920E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77" name="Rechthoek 176">
                      <a:extLst>
                        <a:ext uri="{FF2B5EF4-FFF2-40B4-BE49-F238E27FC236}">
                          <a16:creationId xmlns:a16="http://schemas.microsoft.com/office/drawing/2014/main" id="{63F6443E-204B-4E55-A63D-ED76C417333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78" name="Rechthoek 177">
                      <a:extLst>
                        <a:ext uri="{FF2B5EF4-FFF2-40B4-BE49-F238E27FC236}">
                          <a16:creationId xmlns:a16="http://schemas.microsoft.com/office/drawing/2014/main" id="{53BCC528-90FE-4CEE-8F67-E125D8AE078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79" name="Ovaal 178">
                      <a:extLst>
                        <a:ext uri="{FF2B5EF4-FFF2-40B4-BE49-F238E27FC236}">
                          <a16:creationId xmlns:a16="http://schemas.microsoft.com/office/drawing/2014/main" id="{22345CDB-DE6A-4209-A924-8E7422D098E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75" name="Afbeelding 174">
                    <a:extLst>
                      <a:ext uri="{FF2B5EF4-FFF2-40B4-BE49-F238E27FC236}">
                        <a16:creationId xmlns:a16="http://schemas.microsoft.com/office/drawing/2014/main" id="{87EE6432-C521-4426-8D93-3FE4B3FFA31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76" name="Afbeelding 175">
                    <a:extLst>
                      <a:ext uri="{FF2B5EF4-FFF2-40B4-BE49-F238E27FC236}">
                        <a16:creationId xmlns:a16="http://schemas.microsoft.com/office/drawing/2014/main" id="{39E8962C-C3D4-488F-AD58-17AF9CD8A27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68" name="Groep 167">
                  <a:extLst>
                    <a:ext uri="{FF2B5EF4-FFF2-40B4-BE49-F238E27FC236}">
                      <a16:creationId xmlns:a16="http://schemas.microsoft.com/office/drawing/2014/main" id="{11734586-7F8A-4995-870F-91A3607A9DB4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72" name="Rechthoek 171">
                    <a:extLst>
                      <a:ext uri="{FF2B5EF4-FFF2-40B4-BE49-F238E27FC236}">
                        <a16:creationId xmlns:a16="http://schemas.microsoft.com/office/drawing/2014/main" id="{3EC0E415-FBD8-4DD7-AC94-D80B6542B2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73" name="Rechthoek 172">
                    <a:extLst>
                      <a:ext uri="{FF2B5EF4-FFF2-40B4-BE49-F238E27FC236}">
                        <a16:creationId xmlns:a16="http://schemas.microsoft.com/office/drawing/2014/main" id="{705AA7FA-7182-4B1E-9F6B-D98C0D1A6BF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69" name="Groep 168">
                  <a:extLst>
                    <a:ext uri="{FF2B5EF4-FFF2-40B4-BE49-F238E27FC236}">
                      <a16:creationId xmlns:a16="http://schemas.microsoft.com/office/drawing/2014/main" id="{599BE5AF-792F-4FFF-AF48-CC34E3E07D7A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70" name="Rechthoek 169">
                    <a:extLst>
                      <a:ext uri="{FF2B5EF4-FFF2-40B4-BE49-F238E27FC236}">
                        <a16:creationId xmlns:a16="http://schemas.microsoft.com/office/drawing/2014/main" id="{D7A213C0-53E5-4A17-8BFB-F9E76FBE198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71" name="Rechthoek 170">
                    <a:extLst>
                      <a:ext uri="{FF2B5EF4-FFF2-40B4-BE49-F238E27FC236}">
                        <a16:creationId xmlns:a16="http://schemas.microsoft.com/office/drawing/2014/main" id="{A8699246-AEE3-4856-A789-BFB1B205C65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FA4DACB3-E2FB-41B8-9055-65A1D8EB09E7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66" name="Gelijkbenige driehoek 165">
                <a:extLst>
                  <a:ext uri="{FF2B5EF4-FFF2-40B4-BE49-F238E27FC236}">
                    <a16:creationId xmlns:a16="http://schemas.microsoft.com/office/drawing/2014/main" id="{FB916EC9-5D54-4DA5-82FC-5484DDCB9191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1" name="ICOON_info">
              <a:extLst>
                <a:ext uri="{FF2B5EF4-FFF2-40B4-BE49-F238E27FC236}">
                  <a16:creationId xmlns:a16="http://schemas.microsoft.com/office/drawing/2014/main" id="{45D1BF24-48DD-40E9-B698-8E55F8089C2D}"/>
                </a:ext>
              </a:extLst>
            </p:cNvPr>
            <p:cNvGrpSpPr/>
            <p:nvPr userDrawn="1"/>
          </p:nvGrpSpPr>
          <p:grpSpPr>
            <a:xfrm>
              <a:off x="-376736" y="4085613"/>
              <a:ext cx="283685" cy="283685"/>
              <a:chOff x="-510741" y="5913713"/>
              <a:chExt cx="267555" cy="267555"/>
            </a:xfrm>
          </p:grpSpPr>
          <p:sp>
            <p:nvSpPr>
              <p:cNvPr id="162" name="Ovaal 161">
                <a:extLst>
                  <a:ext uri="{FF2B5EF4-FFF2-40B4-BE49-F238E27FC236}">
                    <a16:creationId xmlns:a16="http://schemas.microsoft.com/office/drawing/2014/main" id="{48F47CB1-6E63-4489-AFEC-066CE72E42F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3" name="Graphic 163" descr="Informatie">
                <a:extLst>
                  <a:ext uri="{FF2B5EF4-FFF2-40B4-BE49-F238E27FC236}">
                    <a16:creationId xmlns:a16="http://schemas.microsoft.com/office/drawing/2014/main" id="{911EB3BF-7FE8-4CE6-B871-52B9ECE15A1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22" name="Tijdelijke aanduiding voor tekst 150">
            <a:extLst>
              <a:ext uri="{FF2B5EF4-FFF2-40B4-BE49-F238E27FC236}">
                <a16:creationId xmlns:a16="http://schemas.microsoft.com/office/drawing/2014/main" id="{29143352-AC04-492B-9499-22A71718BED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8638" y="373978"/>
            <a:ext cx="72000" cy="756000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f</a:t>
            </a:r>
          </a:p>
        </p:txBody>
      </p:sp>
      <p:grpSp>
        <p:nvGrpSpPr>
          <p:cNvPr id="112" name="INSTRUCTION">
            <a:extLst>
              <a:ext uri="{FF2B5EF4-FFF2-40B4-BE49-F238E27FC236}">
                <a16:creationId xmlns:a16="http://schemas.microsoft.com/office/drawing/2014/main" id="{8E98BAD8-06B3-48C7-BCE9-9FE0F679394C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13" name="Rechthoek 112">
              <a:extLst>
                <a:ext uri="{FF2B5EF4-FFF2-40B4-BE49-F238E27FC236}">
                  <a16:creationId xmlns:a16="http://schemas.microsoft.com/office/drawing/2014/main" id="{D64B3874-90BC-4B66-8569-A67500BB6712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14" name="Ovaal 113">
              <a:extLst>
                <a:ext uri="{FF2B5EF4-FFF2-40B4-BE49-F238E27FC236}">
                  <a16:creationId xmlns:a16="http://schemas.microsoft.com/office/drawing/2014/main" id="{660C5057-CA1F-439E-8A52-B682D7F240DF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C6EB80BF-FB48-445A-BE13-E95FD0544B55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>
                    <a:lumMod val="75000"/>
                  </a:schemeClr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16" name="Ovaal 115">
              <a:extLst>
                <a:ext uri="{FF2B5EF4-FFF2-40B4-BE49-F238E27FC236}">
                  <a16:creationId xmlns:a16="http://schemas.microsoft.com/office/drawing/2014/main" id="{AD645EB1-C9F7-452D-A4F0-A242220C8B1C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C5DE27BB-FF71-4515-8BD3-3C3EA5D0D880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18" name="Ovaal 117">
              <a:extLst>
                <a:ext uri="{FF2B5EF4-FFF2-40B4-BE49-F238E27FC236}">
                  <a16:creationId xmlns:a16="http://schemas.microsoft.com/office/drawing/2014/main" id="{E4EE3D3D-AD9A-4138-84CB-F12473517AFD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D1F0F6FF-21BD-49A5-AEF6-B08BD0C71BDB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21" name="Ovaal 120">
              <a:extLst>
                <a:ext uri="{FF2B5EF4-FFF2-40B4-BE49-F238E27FC236}">
                  <a16:creationId xmlns:a16="http://schemas.microsoft.com/office/drawing/2014/main" id="{8E21EECF-A1F1-4F80-BF12-8C9ADB15CC82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7421CCC5-CEF2-454C-8CD4-CD5762AB4AA8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24" name="Ovaal 123">
              <a:extLst>
                <a:ext uri="{FF2B5EF4-FFF2-40B4-BE49-F238E27FC236}">
                  <a16:creationId xmlns:a16="http://schemas.microsoft.com/office/drawing/2014/main" id="{E0589EBB-4B68-4D95-A678-8284E851E74D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25" name="Ovaal 124">
              <a:extLst>
                <a:ext uri="{FF2B5EF4-FFF2-40B4-BE49-F238E27FC236}">
                  <a16:creationId xmlns:a16="http://schemas.microsoft.com/office/drawing/2014/main" id="{9A003D26-AA59-40ED-A5E4-5FA2A815D75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5DEFA3B4-42D6-4139-9897-5CBC0C400B27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2776AEF6-D3CD-40C7-A758-01163F8B1485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128" name="ICOON_info">
              <a:extLst>
                <a:ext uri="{FF2B5EF4-FFF2-40B4-BE49-F238E27FC236}">
                  <a16:creationId xmlns:a16="http://schemas.microsoft.com/office/drawing/2014/main" id="{DE825FF1-9565-482D-AFAC-CFE46775CADD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70" name="Ovaal 269">
                <a:extLst>
                  <a:ext uri="{FF2B5EF4-FFF2-40B4-BE49-F238E27FC236}">
                    <a16:creationId xmlns:a16="http://schemas.microsoft.com/office/drawing/2014/main" id="{8B65A94C-031C-4E42-B5AA-333E8830798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1" name="Graphic 163" descr="Informatie">
                <a:extLst>
                  <a:ext uri="{FF2B5EF4-FFF2-40B4-BE49-F238E27FC236}">
                    <a16:creationId xmlns:a16="http://schemas.microsoft.com/office/drawing/2014/main" id="{74A515CC-2982-4EA0-8391-1728BF49B590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29" name="VOORBEELD">
              <a:extLst>
                <a:ext uri="{FF2B5EF4-FFF2-40B4-BE49-F238E27FC236}">
                  <a16:creationId xmlns:a16="http://schemas.microsoft.com/office/drawing/2014/main" id="{11C0A605-416A-414A-B06D-811D0C6FAD39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30" name="Rechthoek 129">
                <a:extLst>
                  <a:ext uri="{FF2B5EF4-FFF2-40B4-BE49-F238E27FC236}">
                    <a16:creationId xmlns:a16="http://schemas.microsoft.com/office/drawing/2014/main" id="{D9114915-E2E8-437B-85BB-FDB3C7749041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AE8CD4AE-A52C-4120-BD43-0182A01478F8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2" name="Groep 131">
                <a:extLst>
                  <a:ext uri="{FF2B5EF4-FFF2-40B4-BE49-F238E27FC236}">
                    <a16:creationId xmlns:a16="http://schemas.microsoft.com/office/drawing/2014/main" id="{E534CC48-2E68-490D-889F-1E09CDAC8434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63" name="Groep 262">
                  <a:extLst>
                    <a:ext uri="{FF2B5EF4-FFF2-40B4-BE49-F238E27FC236}">
                      <a16:creationId xmlns:a16="http://schemas.microsoft.com/office/drawing/2014/main" id="{31CF55F6-1859-48AC-A55C-AC08267E439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65" name="Rechte verbindingslijn 264">
                    <a:extLst>
                      <a:ext uri="{FF2B5EF4-FFF2-40B4-BE49-F238E27FC236}">
                        <a16:creationId xmlns:a16="http://schemas.microsoft.com/office/drawing/2014/main" id="{0848308C-812A-409D-ADF7-AFE4C7C5B16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6" name="Rechte verbindingslijn 265">
                    <a:extLst>
                      <a:ext uri="{FF2B5EF4-FFF2-40B4-BE49-F238E27FC236}">
                        <a16:creationId xmlns:a16="http://schemas.microsoft.com/office/drawing/2014/main" id="{EAB84836-A30B-4461-8B44-B5B0F9E5265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7" name="Rechte verbindingslijn 266">
                    <a:extLst>
                      <a:ext uri="{FF2B5EF4-FFF2-40B4-BE49-F238E27FC236}">
                        <a16:creationId xmlns:a16="http://schemas.microsoft.com/office/drawing/2014/main" id="{B468B9DE-E8A3-4AEA-A969-AC49F414FAB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8" name="Rechte verbindingslijn 267">
                    <a:extLst>
                      <a:ext uri="{FF2B5EF4-FFF2-40B4-BE49-F238E27FC236}">
                        <a16:creationId xmlns:a16="http://schemas.microsoft.com/office/drawing/2014/main" id="{99011E49-D9CA-4D3A-988B-330258F031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9" name="Rechte verbindingslijn 268">
                    <a:extLst>
                      <a:ext uri="{FF2B5EF4-FFF2-40B4-BE49-F238E27FC236}">
                        <a16:creationId xmlns:a16="http://schemas.microsoft.com/office/drawing/2014/main" id="{2FB3BB37-9653-4E62-9481-98F05A256E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64" name="Pijl: rechts 263">
                  <a:extLst>
                    <a:ext uri="{FF2B5EF4-FFF2-40B4-BE49-F238E27FC236}">
                      <a16:creationId xmlns:a16="http://schemas.microsoft.com/office/drawing/2014/main" id="{9C90348B-76A3-4D82-A0B3-CE1C80BDAFE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FC375B6A-4A85-47E6-A1BA-D8E76BE38734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56" name="Groep 255">
                  <a:extLst>
                    <a:ext uri="{FF2B5EF4-FFF2-40B4-BE49-F238E27FC236}">
                      <a16:creationId xmlns:a16="http://schemas.microsoft.com/office/drawing/2014/main" id="{872D7A14-2609-469E-8773-5FBDC01B93F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58" name="Rechte verbindingslijn 257">
                    <a:extLst>
                      <a:ext uri="{FF2B5EF4-FFF2-40B4-BE49-F238E27FC236}">
                        <a16:creationId xmlns:a16="http://schemas.microsoft.com/office/drawing/2014/main" id="{ED4A80EC-2C02-46CF-9E56-081710129EC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9" name="Rechte verbindingslijn 258">
                    <a:extLst>
                      <a:ext uri="{FF2B5EF4-FFF2-40B4-BE49-F238E27FC236}">
                        <a16:creationId xmlns:a16="http://schemas.microsoft.com/office/drawing/2014/main" id="{9EF6ABE8-BBE6-4171-9B34-D3D388070E9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0" name="Rechte verbindingslijn 259">
                    <a:extLst>
                      <a:ext uri="{FF2B5EF4-FFF2-40B4-BE49-F238E27FC236}">
                        <a16:creationId xmlns:a16="http://schemas.microsoft.com/office/drawing/2014/main" id="{99157E24-2A09-4FEB-8153-74F3205431E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1" name="Rechte verbindingslijn 260">
                    <a:extLst>
                      <a:ext uri="{FF2B5EF4-FFF2-40B4-BE49-F238E27FC236}">
                        <a16:creationId xmlns:a16="http://schemas.microsoft.com/office/drawing/2014/main" id="{64C151A5-3E27-4E24-9CDC-16AEB1E7FE3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2" name="Rechte verbindingslijn 261">
                    <a:extLst>
                      <a:ext uri="{FF2B5EF4-FFF2-40B4-BE49-F238E27FC236}">
                        <a16:creationId xmlns:a16="http://schemas.microsoft.com/office/drawing/2014/main" id="{6A659F1F-3499-4D26-95CF-54A37895365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57" name="Pijl: rechts 256">
                  <a:extLst>
                    <a:ext uri="{FF2B5EF4-FFF2-40B4-BE49-F238E27FC236}">
                      <a16:creationId xmlns:a16="http://schemas.microsoft.com/office/drawing/2014/main" id="{0766E1A8-9014-4B8A-835C-B30DE7F4C41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45D62361-D580-4924-AE47-0CDF8A7DC27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35" name="Rechte verbindingslijn 134">
                <a:extLst>
                  <a:ext uri="{FF2B5EF4-FFF2-40B4-BE49-F238E27FC236}">
                    <a16:creationId xmlns:a16="http://schemas.microsoft.com/office/drawing/2014/main" id="{380142CE-2D6A-4592-8D0B-122EF713A33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36" name="Rechthoek 135">
                <a:extLst>
                  <a:ext uri="{FF2B5EF4-FFF2-40B4-BE49-F238E27FC236}">
                    <a16:creationId xmlns:a16="http://schemas.microsoft.com/office/drawing/2014/main" id="{6DFC2F44-98E5-4CFB-A021-77B2E6D4E264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F016ADA4-1F15-4ECF-BE3B-83314042DC9E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138" name="Groep 137">
                <a:extLst>
                  <a:ext uri="{FF2B5EF4-FFF2-40B4-BE49-F238E27FC236}">
                    <a16:creationId xmlns:a16="http://schemas.microsoft.com/office/drawing/2014/main" id="{40EAC886-BA29-43D0-A46F-2AF6F61A01B8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48" name="Rechthoek 247">
                  <a:extLst>
                    <a:ext uri="{FF2B5EF4-FFF2-40B4-BE49-F238E27FC236}">
                      <a16:creationId xmlns:a16="http://schemas.microsoft.com/office/drawing/2014/main" id="{20FA0A01-419B-41BB-8A11-266274E31B13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49" name="Groep 248">
                  <a:extLst>
                    <a:ext uri="{FF2B5EF4-FFF2-40B4-BE49-F238E27FC236}">
                      <a16:creationId xmlns:a16="http://schemas.microsoft.com/office/drawing/2014/main" id="{6B69DCEC-E312-446D-8F4C-247C701AB51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51" name="Rechte verbindingslijn 250">
                    <a:extLst>
                      <a:ext uri="{FF2B5EF4-FFF2-40B4-BE49-F238E27FC236}">
                        <a16:creationId xmlns:a16="http://schemas.microsoft.com/office/drawing/2014/main" id="{8DCAE821-DA1B-4F22-BC30-2AB53435363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2" name="Rechte verbindingslijn 251">
                    <a:extLst>
                      <a:ext uri="{FF2B5EF4-FFF2-40B4-BE49-F238E27FC236}">
                        <a16:creationId xmlns:a16="http://schemas.microsoft.com/office/drawing/2014/main" id="{369423E9-B100-451F-AC7B-E27AEA9E189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3" name="Rechte verbindingslijn 252">
                    <a:extLst>
                      <a:ext uri="{FF2B5EF4-FFF2-40B4-BE49-F238E27FC236}">
                        <a16:creationId xmlns:a16="http://schemas.microsoft.com/office/drawing/2014/main" id="{EA0350F7-BBE4-4FD1-A3D4-1D6648D876D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4" name="Rechte verbindingslijn 253">
                    <a:extLst>
                      <a:ext uri="{FF2B5EF4-FFF2-40B4-BE49-F238E27FC236}">
                        <a16:creationId xmlns:a16="http://schemas.microsoft.com/office/drawing/2014/main" id="{FAABC493-5BB0-4D32-A835-B5F35DEFF8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5" name="Rechte verbindingslijn 254">
                    <a:extLst>
                      <a:ext uri="{FF2B5EF4-FFF2-40B4-BE49-F238E27FC236}">
                        <a16:creationId xmlns:a16="http://schemas.microsoft.com/office/drawing/2014/main" id="{08323C05-F30D-4911-AD8E-060356B2D80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50" name="Pijl: rechts 249">
                  <a:extLst>
                    <a:ext uri="{FF2B5EF4-FFF2-40B4-BE49-F238E27FC236}">
                      <a16:creationId xmlns:a16="http://schemas.microsoft.com/office/drawing/2014/main" id="{68F117EC-DA57-415E-BA1E-C637C89DA20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9" name="Groep 138">
                <a:extLst>
                  <a:ext uri="{FF2B5EF4-FFF2-40B4-BE49-F238E27FC236}">
                    <a16:creationId xmlns:a16="http://schemas.microsoft.com/office/drawing/2014/main" id="{A1687160-21D4-476A-AFDF-7E485A382840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40" name="Rechthoek 139">
                  <a:extLst>
                    <a:ext uri="{FF2B5EF4-FFF2-40B4-BE49-F238E27FC236}">
                      <a16:creationId xmlns:a16="http://schemas.microsoft.com/office/drawing/2014/main" id="{BA8274AD-30BC-4EE1-B524-8DE0A7A4810D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41" name="Groep 140">
                  <a:extLst>
                    <a:ext uri="{FF2B5EF4-FFF2-40B4-BE49-F238E27FC236}">
                      <a16:creationId xmlns:a16="http://schemas.microsoft.com/office/drawing/2014/main" id="{8B17600D-FE78-4B30-91DE-A806DED096E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45" name="Rechte verbindingslijn 144">
                    <a:extLst>
                      <a:ext uri="{FF2B5EF4-FFF2-40B4-BE49-F238E27FC236}">
                        <a16:creationId xmlns:a16="http://schemas.microsoft.com/office/drawing/2014/main" id="{675E2724-172C-448B-92C5-ADE65E25126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6" name="Rechte verbindingslijn 145">
                    <a:extLst>
                      <a:ext uri="{FF2B5EF4-FFF2-40B4-BE49-F238E27FC236}">
                        <a16:creationId xmlns:a16="http://schemas.microsoft.com/office/drawing/2014/main" id="{AF18330A-AF1D-42A0-AF57-AD9356B10A1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7" name="Rechte verbindingslijn 146">
                    <a:extLst>
                      <a:ext uri="{FF2B5EF4-FFF2-40B4-BE49-F238E27FC236}">
                        <a16:creationId xmlns:a16="http://schemas.microsoft.com/office/drawing/2014/main" id="{7D28542A-6AA4-4FC1-811B-C077960ECA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8" name="Rechte verbindingslijn 147">
                    <a:extLst>
                      <a:ext uri="{FF2B5EF4-FFF2-40B4-BE49-F238E27FC236}">
                        <a16:creationId xmlns:a16="http://schemas.microsoft.com/office/drawing/2014/main" id="{3E31AA27-8001-4B38-8CB6-1A2BB7FD114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7" name="Rechte verbindingslijn 246">
                    <a:extLst>
                      <a:ext uri="{FF2B5EF4-FFF2-40B4-BE49-F238E27FC236}">
                        <a16:creationId xmlns:a16="http://schemas.microsoft.com/office/drawing/2014/main" id="{70D7D851-038B-4A86-A217-EBCFAD765FA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2" name="Pijl: rechts 141">
                  <a:extLst>
                    <a:ext uri="{FF2B5EF4-FFF2-40B4-BE49-F238E27FC236}">
                      <a16:creationId xmlns:a16="http://schemas.microsoft.com/office/drawing/2014/main" id="{F3A056A6-4343-4A76-87CF-3D820D651D2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144" name="Tijdelijke aanduiding voor tekst 153">
            <a:extLst>
              <a:ext uri="{FF2B5EF4-FFF2-40B4-BE49-F238E27FC236}">
                <a16:creationId xmlns:a16="http://schemas.microsoft.com/office/drawing/2014/main" id="{4251C07C-7A3E-2B5B-B1A8-032DF2999D0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972595" y="385334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24829" y="3293904"/>
            <a:ext cx="10742342" cy="2854484"/>
          </a:xfrm>
          <a:solidFill>
            <a:schemeClr val="bg1"/>
          </a:solidFill>
          <a:effectLst>
            <a:outerShdw blurRad="1016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lIns="324000" tIns="288000" rIns="324000" bIns="180000" numCol="2" spcCol="36000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/>
            </a:lvl5pPr>
            <a:lvl6pPr>
              <a:defRPr/>
            </a:lvl6pPr>
            <a:lvl7pPr>
              <a:defRPr sz="1600"/>
            </a:lvl7pPr>
            <a:lvl8pPr>
              <a:defRPr sz="1400"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#1</a:t>
            </a:r>
          </a:p>
          <a:p>
            <a:pPr lvl="2"/>
            <a:r>
              <a:rPr lang="en-GB" noProof="0"/>
              <a:t>Sub-bullet #2</a:t>
            </a:r>
          </a:p>
          <a:p>
            <a:pPr lvl="3"/>
            <a:r>
              <a:rPr lang="en-GB" noProof="0"/>
              <a:t>Default text</a:t>
            </a:r>
          </a:p>
          <a:p>
            <a:pPr lvl="4"/>
            <a:r>
              <a:rPr lang="en-GB" noProof="0"/>
              <a:t>Subtitle #1</a:t>
            </a:r>
          </a:p>
          <a:p>
            <a:pPr lvl="5"/>
            <a:r>
              <a:rPr lang="en-GB" noProof="0"/>
              <a:t>Alt. subtitle #2</a:t>
            </a:r>
          </a:p>
          <a:p>
            <a:pPr lvl="6"/>
            <a:r>
              <a:rPr lang="en-GB" noProof="0"/>
              <a:t>Numeric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Quote</a:t>
            </a:r>
          </a:p>
        </p:txBody>
      </p:sp>
      <p:sp>
        <p:nvSpPr>
          <p:cNvPr id="191" name="Tijdelijke aanduiding voor tekst 17">
            <a:extLst>
              <a:ext uri="{FF2B5EF4-FFF2-40B4-BE49-F238E27FC236}">
                <a16:creationId xmlns:a16="http://schemas.microsoft.com/office/drawing/2014/main" id="{422894BA-A967-563B-1E8F-285FC1A5F0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1" y="6252359"/>
            <a:ext cx="3015962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Place your source here</a:t>
            </a:r>
          </a:p>
        </p:txBody>
      </p:sp>
      <p:sp>
        <p:nvSpPr>
          <p:cNvPr id="192" name="Tijdelijke aanduiding voor tekst 17">
            <a:extLst>
              <a:ext uri="{FF2B5EF4-FFF2-40B4-BE49-F238E27FC236}">
                <a16:creationId xmlns:a16="http://schemas.microsoft.com/office/drawing/2014/main" id="{9BCF65E8-6322-D87D-F918-94BEAFC5C66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37607" y="6252359"/>
            <a:ext cx="2889489" cy="151200"/>
          </a:xfrm>
        </p:spPr>
        <p:txBody>
          <a:bodyPr tIns="0" anchor="ctr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Note:</a:t>
            </a:r>
          </a:p>
        </p:txBody>
      </p:sp>
      <p:sp>
        <p:nvSpPr>
          <p:cNvPr id="193" name="Tijdelijke aanduiding voor dianummer 15">
            <a:extLst>
              <a:ext uri="{FF2B5EF4-FFF2-40B4-BE49-F238E27FC236}">
                <a16:creationId xmlns:a16="http://schemas.microsoft.com/office/drawing/2014/main" id="{7FFF1D24-C1B7-6F33-181B-EDB326EFC32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951532" y="625235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94" name="Tijdelijke aanduiding voor tekst 17">
            <a:extLst>
              <a:ext uri="{FF2B5EF4-FFF2-40B4-BE49-F238E27FC236}">
                <a16:creationId xmlns:a16="http://schemas.microsoft.com/office/drawing/2014/main" id="{04BA4271-A441-C081-82B8-B010C5DF37C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12080" y="6252359"/>
            <a:ext cx="306387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Presentation title | Version # | Slide:</a:t>
            </a:r>
          </a:p>
        </p:txBody>
      </p:sp>
      <p:sp>
        <p:nvSpPr>
          <p:cNvPr id="119" name="Tijdelijke aanduiding voor tekst 6">
            <a:extLst>
              <a:ext uri="{FF2B5EF4-FFF2-40B4-BE49-F238E27FC236}">
                <a16:creationId xmlns:a16="http://schemas.microsoft.com/office/drawing/2014/main" id="{7924A173-07CC-2C8E-10C1-A207AC316CF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0" y="6400800"/>
            <a:ext cx="12192000" cy="456958"/>
          </a:xfrm>
          <a:blipFill>
            <a:blip r:embed="rId5"/>
            <a:srcRect/>
            <a:stretch>
              <a:fillRect t="-2396908" b="-43608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rgbClr val="F2F2F2"/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0" name="Tijdelijke aanduiding voor tekst 168">
            <a:extLst>
              <a:ext uri="{FF2B5EF4-FFF2-40B4-BE49-F238E27FC236}">
                <a16:creationId xmlns:a16="http://schemas.microsoft.com/office/drawing/2014/main" id="{15CAC80E-AB34-5839-C126-0CD50947BCEF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413020" y="5042426"/>
            <a:ext cx="1251590" cy="1815574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1" b="-771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760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b="1" i="0" u="none" cap="all" baseline="0" noProof="0" err="1">
                <a:solidFill>
                  <a:schemeClr val="bg2">
                    <a:lumMod val="75000"/>
                  </a:schemeClr>
                </a:solidFill>
                <a:latin typeface="+mj-lt"/>
              </a:rPr>
              <a:t>TExT</a:t>
            </a:r>
            <a:r>
              <a:rPr lang="en-GB" b="1" i="0" u="none" cap="all" baseline="0" noProof="0">
                <a:solidFill>
                  <a:schemeClr val="bg2">
                    <a:lumMod val="75000"/>
                  </a:schemeClr>
                </a:solidFill>
                <a:latin typeface="+mj-lt"/>
              </a:rPr>
              <a:t> + GRAPH</a:t>
            </a:r>
          </a:p>
        </p:txBody>
      </p:sp>
      <p:sp>
        <p:nvSpPr>
          <p:cNvPr id="201" name="Tijdelijke aanduiding voor tekst 12">
            <a:extLst>
              <a:ext uri="{FF2B5EF4-FFF2-40B4-BE49-F238E27FC236}">
                <a16:creationId xmlns:a16="http://schemas.microsoft.com/office/drawing/2014/main" id="{22D8EE8F-B624-483F-BF87-381E5145129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subtitle here</a:t>
            </a:r>
            <a:br>
              <a:rPr lang="en-GB"/>
            </a:br>
            <a:r>
              <a:rPr lang="en-GB"/>
              <a:t>(Max. two sentences)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ED52965-0B8F-48C5-A29C-619202119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Place title here</a:t>
            </a:r>
            <a:endParaRPr lang="en-GB"/>
          </a:p>
        </p:txBody>
      </p:sp>
      <p:grpSp>
        <p:nvGrpSpPr>
          <p:cNvPr id="283" name="INSTRUCTION">
            <a:extLst>
              <a:ext uri="{FF2B5EF4-FFF2-40B4-BE49-F238E27FC236}">
                <a16:creationId xmlns:a16="http://schemas.microsoft.com/office/drawing/2014/main" id="{889A80B0-1F4D-4639-8790-FE4A6B547832}"/>
              </a:ext>
            </a:extLst>
          </p:cNvPr>
          <p:cNvGrpSpPr/>
          <p:nvPr userDrawn="1"/>
        </p:nvGrpSpPr>
        <p:grpSpPr>
          <a:xfrm>
            <a:off x="12377867" y="1"/>
            <a:ext cx="3693386" cy="5855257"/>
            <a:chOff x="-3786437" y="1"/>
            <a:chExt cx="3693386" cy="5855257"/>
          </a:xfrm>
        </p:grpSpPr>
        <p:sp>
          <p:nvSpPr>
            <p:cNvPr id="284" name="Rechthoek 283">
              <a:extLst>
                <a:ext uri="{FF2B5EF4-FFF2-40B4-BE49-F238E27FC236}">
                  <a16:creationId xmlns:a16="http://schemas.microsoft.com/office/drawing/2014/main" id="{4918FB53-2682-4FB4-8AA9-5BB11082F9E6}"/>
                </a:ext>
              </a:extLst>
            </p:cNvPr>
            <p:cNvSpPr/>
            <p:nvPr userDrawn="1"/>
          </p:nvSpPr>
          <p:spPr>
            <a:xfrm>
              <a:off x="-3786165" y="3370798"/>
              <a:ext cx="3593091" cy="17607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Edit chart data</a:t>
              </a:r>
            </a:p>
          </p:txBody>
        </p:sp>
        <p:sp>
          <p:nvSpPr>
            <p:cNvPr id="285" name="Ovaal 284">
              <a:extLst>
                <a:ext uri="{FF2B5EF4-FFF2-40B4-BE49-F238E27FC236}">
                  <a16:creationId xmlns:a16="http://schemas.microsoft.com/office/drawing/2014/main" id="{C5C7D712-ECF8-4D23-B98D-8FFEC76164B0}"/>
                </a:ext>
              </a:extLst>
            </p:cNvPr>
            <p:cNvSpPr/>
            <p:nvPr userDrawn="1"/>
          </p:nvSpPr>
          <p:spPr>
            <a:xfrm>
              <a:off x="-3603587" y="383539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86" name="Rechthoek 285">
              <a:extLst>
                <a:ext uri="{FF2B5EF4-FFF2-40B4-BE49-F238E27FC236}">
                  <a16:creationId xmlns:a16="http://schemas.microsoft.com/office/drawing/2014/main" id="{16C4D626-203B-4604-8072-99406397B721}"/>
                </a:ext>
              </a:extLst>
            </p:cNvPr>
            <p:cNvSpPr/>
            <p:nvPr userDrawn="1"/>
          </p:nvSpPr>
          <p:spPr>
            <a:xfrm>
              <a:off x="-3319415" y="3835398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chart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‘Edit data’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87" name="Groep 286">
              <a:extLst>
                <a:ext uri="{FF2B5EF4-FFF2-40B4-BE49-F238E27FC236}">
                  <a16:creationId xmlns:a16="http://schemas.microsoft.com/office/drawing/2014/main" id="{5CDD6181-02F1-451C-BAFF-BF7CDE2D0BB2}"/>
                </a:ext>
              </a:extLst>
            </p:cNvPr>
            <p:cNvGrpSpPr/>
            <p:nvPr userDrawn="1"/>
          </p:nvGrpSpPr>
          <p:grpSpPr>
            <a:xfrm>
              <a:off x="-3314821" y="4275190"/>
              <a:ext cx="1495189" cy="563933"/>
              <a:chOff x="-3314821" y="3310415"/>
              <a:chExt cx="1495189" cy="563933"/>
            </a:xfrm>
          </p:grpSpPr>
          <p:sp>
            <p:nvSpPr>
              <p:cNvPr id="307" name="Rechthoek 306">
                <a:extLst>
                  <a:ext uri="{FF2B5EF4-FFF2-40B4-BE49-F238E27FC236}">
                    <a16:creationId xmlns:a16="http://schemas.microsoft.com/office/drawing/2014/main" id="{CA9EA7F8-004F-4F8E-BA1C-8EFDA6594265}"/>
                  </a:ext>
                </a:extLst>
              </p:cNvPr>
              <p:cNvSpPr/>
              <p:nvPr userDrawn="1"/>
            </p:nvSpPr>
            <p:spPr>
              <a:xfrm>
                <a:off x="-3314821" y="3310415"/>
                <a:ext cx="1403797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8" name="Rechthoek 307">
                <a:extLst>
                  <a:ext uri="{FF2B5EF4-FFF2-40B4-BE49-F238E27FC236}">
                    <a16:creationId xmlns:a16="http://schemas.microsoft.com/office/drawing/2014/main" id="{A52B89E5-375A-4E62-AD5C-CA3701DE4027}"/>
                  </a:ext>
                </a:extLst>
              </p:cNvPr>
              <p:cNvSpPr/>
              <p:nvPr userDrawn="1"/>
            </p:nvSpPr>
            <p:spPr>
              <a:xfrm>
                <a:off x="-3304719" y="3564140"/>
                <a:ext cx="13878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9" name="Tekstvak 308">
                <a:extLst>
                  <a:ext uri="{FF2B5EF4-FFF2-40B4-BE49-F238E27FC236}">
                    <a16:creationId xmlns:a16="http://schemas.microsoft.com/office/drawing/2014/main" id="{AE56C14A-9ACB-4E33-99F2-098667212AF1}"/>
                  </a:ext>
                </a:extLst>
              </p:cNvPr>
              <p:cNvSpPr txBox="1"/>
              <p:nvPr userDrawn="1"/>
            </p:nvSpPr>
            <p:spPr>
              <a:xfrm>
                <a:off x="-3122115" y="3369117"/>
                <a:ext cx="1258624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Change chart type</a:t>
                </a:r>
              </a:p>
            </p:txBody>
          </p:sp>
          <p:sp>
            <p:nvSpPr>
              <p:cNvPr id="310" name="Tekstvak 309">
                <a:extLst>
                  <a:ext uri="{FF2B5EF4-FFF2-40B4-BE49-F238E27FC236}">
                    <a16:creationId xmlns:a16="http://schemas.microsoft.com/office/drawing/2014/main" id="{DB85F8A0-4B32-4EB2-AC8E-4B0429EDCF79}"/>
                  </a:ext>
                </a:extLst>
              </p:cNvPr>
              <p:cNvSpPr txBox="1"/>
              <p:nvPr userDrawn="1"/>
            </p:nvSpPr>
            <p:spPr>
              <a:xfrm>
                <a:off x="-3115840" y="3624236"/>
                <a:ext cx="1296208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Edit data</a:t>
                </a:r>
              </a:p>
            </p:txBody>
          </p:sp>
          <p:sp>
            <p:nvSpPr>
              <p:cNvPr id="311" name="Vrije vorm: vorm 310">
                <a:extLst>
                  <a:ext uri="{FF2B5EF4-FFF2-40B4-BE49-F238E27FC236}">
                    <a16:creationId xmlns:a16="http://schemas.microsoft.com/office/drawing/2014/main" id="{54B68787-3E05-438C-940D-D7C74B4CC746}"/>
                  </a:ext>
                </a:extLst>
              </p:cNvPr>
              <p:cNvSpPr/>
              <p:nvPr userDrawn="1"/>
            </p:nvSpPr>
            <p:spPr>
              <a:xfrm>
                <a:off x="-1959834" y="3694348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12" name="Groep 311">
                <a:extLst>
                  <a:ext uri="{FF2B5EF4-FFF2-40B4-BE49-F238E27FC236}">
                    <a16:creationId xmlns:a16="http://schemas.microsoft.com/office/drawing/2014/main" id="{5B5394DC-2B4F-446F-BCE4-48DD35D33457}"/>
                  </a:ext>
                </a:extLst>
              </p:cNvPr>
              <p:cNvGrpSpPr/>
              <p:nvPr userDrawn="1"/>
            </p:nvGrpSpPr>
            <p:grpSpPr>
              <a:xfrm>
                <a:off x="-3261976" y="3361742"/>
                <a:ext cx="139861" cy="152244"/>
                <a:chOff x="12574450" y="6053892"/>
                <a:chExt cx="169232" cy="184215"/>
              </a:xfrm>
            </p:grpSpPr>
            <p:sp>
              <p:nvSpPr>
                <p:cNvPr id="332" name="Rechthoek 331">
                  <a:extLst>
                    <a:ext uri="{FF2B5EF4-FFF2-40B4-BE49-F238E27FC236}">
                      <a16:creationId xmlns:a16="http://schemas.microsoft.com/office/drawing/2014/main" id="{5697850E-9BC6-4430-8399-CD2F1EC816C9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3" name="Rechthoek 332">
                  <a:extLst>
                    <a:ext uri="{FF2B5EF4-FFF2-40B4-BE49-F238E27FC236}">
                      <a16:creationId xmlns:a16="http://schemas.microsoft.com/office/drawing/2014/main" id="{2D111C6E-149F-4CF1-AC70-4DC2CB4535A9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4" name="Rechthoek 333">
                  <a:extLst>
                    <a:ext uri="{FF2B5EF4-FFF2-40B4-BE49-F238E27FC236}">
                      <a16:creationId xmlns:a16="http://schemas.microsoft.com/office/drawing/2014/main" id="{676CF437-99FB-4EF5-9070-1514C3BB2584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13" name="Groep 312">
                <a:extLst>
                  <a:ext uri="{FF2B5EF4-FFF2-40B4-BE49-F238E27FC236}">
                    <a16:creationId xmlns:a16="http://schemas.microsoft.com/office/drawing/2014/main" id="{B52D7A1D-D6DD-4140-A92E-DE47E8961928}"/>
                  </a:ext>
                </a:extLst>
              </p:cNvPr>
              <p:cNvGrpSpPr/>
              <p:nvPr userDrawn="1"/>
            </p:nvGrpSpPr>
            <p:grpSpPr>
              <a:xfrm>
                <a:off x="-3261070" y="3635199"/>
                <a:ext cx="168905" cy="104490"/>
                <a:chOff x="-3261070" y="3620931"/>
                <a:chExt cx="193920" cy="119965"/>
              </a:xfrm>
            </p:grpSpPr>
            <p:sp>
              <p:nvSpPr>
                <p:cNvPr id="314" name="Rechthoek 313">
                  <a:extLst>
                    <a:ext uri="{FF2B5EF4-FFF2-40B4-BE49-F238E27FC236}">
                      <a16:creationId xmlns:a16="http://schemas.microsoft.com/office/drawing/2014/main" id="{D9BE299C-81BE-4EFB-AA88-92787DFB5BB1}"/>
                    </a:ext>
                  </a:extLst>
                </p:cNvPr>
                <p:cNvSpPr/>
                <p:nvPr userDrawn="1"/>
              </p:nvSpPr>
              <p:spPr>
                <a:xfrm>
                  <a:off x="-3261070" y="3643881"/>
                  <a:ext cx="142985" cy="952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315" name="Groep 314">
                  <a:extLst>
                    <a:ext uri="{FF2B5EF4-FFF2-40B4-BE49-F238E27FC236}">
                      <a16:creationId xmlns:a16="http://schemas.microsoft.com/office/drawing/2014/main" id="{773F0DD5-4244-4BF2-9557-B3DA06778DCA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22063"/>
                  <a:ext cx="141113" cy="117345"/>
                  <a:chOff x="1094874" y="-878306"/>
                  <a:chExt cx="867364" cy="613611"/>
                </a:xfrm>
              </p:grpSpPr>
              <p:cxnSp>
                <p:nvCxnSpPr>
                  <p:cNvPr id="325" name="Rechte verbindingslijn 324">
                    <a:extLst>
                      <a:ext uri="{FF2B5EF4-FFF2-40B4-BE49-F238E27FC236}">
                        <a16:creationId xmlns:a16="http://schemas.microsoft.com/office/drawing/2014/main" id="{581C3514-AE6C-456D-8961-CFE6E38C6F42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094874" y="-878305"/>
                    <a:ext cx="0" cy="613610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6" name="Rechte verbindingslijn 325">
                    <a:extLst>
                      <a:ext uri="{FF2B5EF4-FFF2-40B4-BE49-F238E27FC236}">
                        <a16:creationId xmlns:a16="http://schemas.microsoft.com/office/drawing/2014/main" id="{4C1A2941-063D-4F0E-B304-C481D35C3074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962238" y="-878306"/>
                    <a:ext cx="0" cy="613611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327" name="Groep 326">
                    <a:extLst>
                      <a:ext uri="{FF2B5EF4-FFF2-40B4-BE49-F238E27FC236}">
                        <a16:creationId xmlns:a16="http://schemas.microsoft.com/office/drawing/2014/main" id="{5F44BAF2-36A3-496E-962B-66FA740FC64D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0535" y="-878306"/>
                    <a:ext cx="526983" cy="613611"/>
                    <a:chOff x="1270535" y="-745959"/>
                    <a:chExt cx="526983" cy="481264"/>
                  </a:xfrm>
                </p:grpSpPr>
                <p:cxnSp>
                  <p:nvCxnSpPr>
                    <p:cNvPr id="328" name="Rechte verbindingslijn 327">
                      <a:extLst>
                        <a:ext uri="{FF2B5EF4-FFF2-40B4-BE49-F238E27FC236}">
                          <a16:creationId xmlns:a16="http://schemas.microsoft.com/office/drawing/2014/main" id="{1BFBED60-C225-43EF-9105-7D41BFAEF5E5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446196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9" name="Rechte verbindingslijn 328">
                      <a:extLst>
                        <a:ext uri="{FF2B5EF4-FFF2-40B4-BE49-F238E27FC236}">
                          <a16:creationId xmlns:a16="http://schemas.microsoft.com/office/drawing/2014/main" id="{82E7F96B-3861-4212-A993-79F5B74FB860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270535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0" name="Rechte verbindingslijn 329">
                      <a:extLst>
                        <a:ext uri="{FF2B5EF4-FFF2-40B4-BE49-F238E27FC236}">
                          <a16:creationId xmlns:a16="http://schemas.microsoft.com/office/drawing/2014/main" id="{751553A2-D955-42CA-8633-2EE76263FF0D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621857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1" name="Rechte verbindingslijn 330">
                      <a:extLst>
                        <a:ext uri="{FF2B5EF4-FFF2-40B4-BE49-F238E27FC236}">
                          <a16:creationId xmlns:a16="http://schemas.microsoft.com/office/drawing/2014/main" id="{6DB3859F-D60B-4B56-AA05-A0A9F4B45BDC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797518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316" name="Rechte verbindingslijn 315">
                  <a:extLst>
                    <a:ext uri="{FF2B5EF4-FFF2-40B4-BE49-F238E27FC236}">
                      <a16:creationId xmlns:a16="http://schemas.microsoft.com/office/drawing/2014/main" id="{0EF1DECF-7DA8-4E7A-B147-DF5741C91767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0471" y="3739408"/>
                  <a:ext cx="143329" cy="0"/>
                </a:xfrm>
                <a:prstGeom prst="line">
                  <a:avLst/>
                </a:prstGeom>
                <a:ln w="6350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Rechte verbindingslijn 316">
                  <a:extLst>
                    <a:ext uri="{FF2B5EF4-FFF2-40B4-BE49-F238E27FC236}">
                      <a16:creationId xmlns:a16="http://schemas.microsoft.com/office/drawing/2014/main" id="{A1E70588-E258-4748-BFDF-C1ACEB235F90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713352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8" name="Rechte verbindingslijn 317">
                  <a:extLst>
                    <a:ext uri="{FF2B5EF4-FFF2-40B4-BE49-F238E27FC236}">
                      <a16:creationId xmlns:a16="http://schemas.microsoft.com/office/drawing/2014/main" id="{03B75D92-630E-41A3-B0C8-9AFEF3215E8B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89677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Rechte verbindingslijn 318">
                  <a:extLst>
                    <a:ext uri="{FF2B5EF4-FFF2-40B4-BE49-F238E27FC236}">
                      <a16:creationId xmlns:a16="http://schemas.microsoft.com/office/drawing/2014/main" id="{3BA261BF-00EF-44C7-9FC0-926A38634989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63621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0" name="Rechthoek 319">
                  <a:extLst>
                    <a:ext uri="{FF2B5EF4-FFF2-40B4-BE49-F238E27FC236}">
                      <a16:creationId xmlns:a16="http://schemas.microsoft.com/office/drawing/2014/main" id="{B7D4DAEA-3009-4FA5-ADDE-713BC4CE0ADA}"/>
                    </a:ext>
                  </a:extLst>
                </p:cNvPr>
                <p:cNvSpPr/>
                <p:nvPr userDrawn="1"/>
              </p:nvSpPr>
              <p:spPr>
                <a:xfrm>
                  <a:off x="-3261070" y="3620931"/>
                  <a:ext cx="142893" cy="24910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321" name="Groep 320">
                  <a:extLst>
                    <a:ext uri="{FF2B5EF4-FFF2-40B4-BE49-F238E27FC236}">
                      <a16:creationId xmlns:a16="http://schemas.microsoft.com/office/drawing/2014/main" id="{6CDF452B-CEA4-4A51-BDB2-BB6997493B56}"/>
                    </a:ext>
                  </a:extLst>
                </p:cNvPr>
                <p:cNvGrpSpPr/>
                <p:nvPr userDrawn="1"/>
              </p:nvGrpSpPr>
              <p:grpSpPr>
                <a:xfrm rot="2700000">
                  <a:off x="-3158000" y="3650045"/>
                  <a:ext cx="34350" cy="147351"/>
                  <a:chOff x="3148392" y="-836646"/>
                  <a:chExt cx="132124" cy="596095"/>
                </a:xfrm>
                <a:solidFill>
                  <a:srgbClr val="3399FF"/>
                </a:solidFill>
              </p:grpSpPr>
              <p:sp>
                <p:nvSpPr>
                  <p:cNvPr id="322" name="Rechthoek 321">
                    <a:extLst>
                      <a:ext uri="{FF2B5EF4-FFF2-40B4-BE49-F238E27FC236}">
                        <a16:creationId xmlns:a16="http://schemas.microsoft.com/office/drawing/2014/main" id="{EB7C3F73-2813-4FBA-9F30-6E4E062EDC0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632" y="-725510"/>
                    <a:ext cx="131884" cy="281356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23" name="Rechthoek: afgeronde bovenhoeken 322">
                    <a:extLst>
                      <a:ext uri="{FF2B5EF4-FFF2-40B4-BE49-F238E27FC236}">
                        <a16:creationId xmlns:a16="http://schemas.microsoft.com/office/drawing/2014/main" id="{D003A282-342D-411E-BF28-4594C851117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556" y="-836646"/>
                    <a:ext cx="131882" cy="87614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24" name="Gelijkbenige driehoek 323">
                    <a:extLst>
                      <a:ext uri="{FF2B5EF4-FFF2-40B4-BE49-F238E27FC236}">
                        <a16:creationId xmlns:a16="http://schemas.microsoft.com/office/drawing/2014/main" id="{36C1FB18-F3BD-4EEA-A1CD-00952F2AA739}"/>
                      </a:ext>
                    </a:extLst>
                  </p:cNvPr>
                  <p:cNvSpPr/>
                  <p:nvPr userDrawn="1"/>
                </p:nvSpPr>
                <p:spPr>
                  <a:xfrm rot="10800000">
                    <a:off x="3148392" y="-420304"/>
                    <a:ext cx="131887" cy="179753"/>
                  </a:xfrm>
                  <a:prstGeom prst="triangle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  <p:sp>
          <p:nvSpPr>
            <p:cNvPr id="288" name="Rechthoek 287">
              <a:extLst>
                <a:ext uri="{FF2B5EF4-FFF2-40B4-BE49-F238E27FC236}">
                  <a16:creationId xmlns:a16="http://schemas.microsoft.com/office/drawing/2014/main" id="{68417C6B-EB33-422E-9262-8D2816918EAF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318710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Chart</a:t>
              </a:r>
            </a:p>
          </p:txBody>
        </p:sp>
        <p:sp>
          <p:nvSpPr>
            <p:cNvPr id="289" name="Ovaal 288">
              <a:extLst>
                <a:ext uri="{FF2B5EF4-FFF2-40B4-BE49-F238E27FC236}">
                  <a16:creationId xmlns:a16="http://schemas.microsoft.com/office/drawing/2014/main" id="{D85A3ABD-D12A-4A73-AB2B-32999A091C58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90" name="Rechthoek 289">
              <a:extLst>
                <a:ext uri="{FF2B5EF4-FFF2-40B4-BE49-F238E27FC236}">
                  <a16:creationId xmlns:a16="http://schemas.microsoft.com/office/drawing/2014/main" id="{9E3B9F52-182E-4867-A86A-38B4C4839680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chart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chart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91" name="Ovaal 290">
              <a:extLst>
                <a:ext uri="{FF2B5EF4-FFF2-40B4-BE49-F238E27FC236}">
                  <a16:creationId xmlns:a16="http://schemas.microsoft.com/office/drawing/2014/main" id="{58FD08C2-E2D1-43CB-90AE-565C75D06958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92" name="Rechthoek 291">
              <a:extLst>
                <a:ext uri="{FF2B5EF4-FFF2-40B4-BE49-F238E27FC236}">
                  <a16:creationId xmlns:a16="http://schemas.microsoft.com/office/drawing/2014/main" id="{1757F333-2EC4-460D-8E2A-563DD31694D5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chart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93" name="Groep 292">
              <a:extLst>
                <a:ext uri="{FF2B5EF4-FFF2-40B4-BE49-F238E27FC236}">
                  <a16:creationId xmlns:a16="http://schemas.microsoft.com/office/drawing/2014/main" id="{CEFD0E07-EBF3-4033-8035-D7279B6E4F42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304" name="Rechthoek 303">
                <a:extLst>
                  <a:ext uri="{FF2B5EF4-FFF2-40B4-BE49-F238E27FC236}">
                    <a16:creationId xmlns:a16="http://schemas.microsoft.com/office/drawing/2014/main" id="{2B822E4A-723D-4558-9410-6C1A2E118774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305" name="Rechte verbindingslijn 304">
                <a:extLst>
                  <a:ext uri="{FF2B5EF4-FFF2-40B4-BE49-F238E27FC236}">
                    <a16:creationId xmlns:a16="http://schemas.microsoft.com/office/drawing/2014/main" id="{D562A2B8-A5C2-4529-8019-5EEB51D8086F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306" name="Gelijkbenige driehoek 305">
                <a:extLst>
                  <a:ext uri="{FF2B5EF4-FFF2-40B4-BE49-F238E27FC236}">
                    <a16:creationId xmlns:a16="http://schemas.microsoft.com/office/drawing/2014/main" id="{794DD8AE-C766-40B6-AA48-DBAA88D3F389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94" name="Groep 293">
              <a:extLst>
                <a:ext uri="{FF2B5EF4-FFF2-40B4-BE49-F238E27FC236}">
                  <a16:creationId xmlns:a16="http://schemas.microsoft.com/office/drawing/2014/main" id="{283CF363-E09D-4793-8880-376FE85D17B0}"/>
                </a:ext>
              </a:extLst>
            </p:cNvPr>
            <p:cNvGrpSpPr/>
            <p:nvPr userDrawn="1"/>
          </p:nvGrpSpPr>
          <p:grpSpPr>
            <a:xfrm>
              <a:off x="-3316599" y="1232480"/>
              <a:ext cx="289372" cy="314992"/>
              <a:chOff x="7322769" y="-310267"/>
              <a:chExt cx="289372" cy="314992"/>
            </a:xfrm>
          </p:grpSpPr>
          <p:sp>
            <p:nvSpPr>
              <p:cNvPr id="301" name="Rechthoek 300">
                <a:extLst>
                  <a:ext uri="{FF2B5EF4-FFF2-40B4-BE49-F238E27FC236}">
                    <a16:creationId xmlns:a16="http://schemas.microsoft.com/office/drawing/2014/main" id="{136CA0D2-EB0B-43B6-BF13-F4894FF8A32E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2" name="Rechthoek 301">
                <a:extLst>
                  <a:ext uri="{FF2B5EF4-FFF2-40B4-BE49-F238E27FC236}">
                    <a16:creationId xmlns:a16="http://schemas.microsoft.com/office/drawing/2014/main" id="{DA642F85-4779-4467-89DA-082CD65EDFB4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3" name="Rechthoek 302">
                <a:extLst>
                  <a:ext uri="{FF2B5EF4-FFF2-40B4-BE49-F238E27FC236}">
                    <a16:creationId xmlns:a16="http://schemas.microsoft.com/office/drawing/2014/main" id="{BE1BD8A3-9D57-46C8-972E-2DD6BB0F72F4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95" name="Ovaal 294">
              <a:extLst>
                <a:ext uri="{FF2B5EF4-FFF2-40B4-BE49-F238E27FC236}">
                  <a16:creationId xmlns:a16="http://schemas.microsoft.com/office/drawing/2014/main" id="{89DB545C-4D81-41EF-A9FD-F32A613EE613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96" name="Rechthoek 295">
              <a:extLst>
                <a:ext uri="{FF2B5EF4-FFF2-40B4-BE49-F238E27FC236}">
                  <a16:creationId xmlns:a16="http://schemas.microsoft.com/office/drawing/2014/main" id="{B61BA44A-320B-4327-8242-EF0D3193A8C8}"/>
                </a:ext>
              </a:extLst>
            </p:cNvPr>
            <p:cNvSpPr/>
            <p:nvPr userDrawn="1"/>
          </p:nvSpPr>
          <p:spPr>
            <a:xfrm>
              <a:off x="-3319415" y="2555610"/>
              <a:ext cx="2944682" cy="46054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chart by clicking on various parts of the chart and using the various options 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‘Chart Tools’ - ‘Format’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sp>
          <p:nvSpPr>
            <p:cNvPr id="297" name="Rechthoek 296">
              <a:extLst>
                <a:ext uri="{FF2B5EF4-FFF2-40B4-BE49-F238E27FC236}">
                  <a16:creationId xmlns:a16="http://schemas.microsoft.com/office/drawing/2014/main" id="{51374C1B-FDF2-45E2-B6AA-6C460403937F}"/>
                </a:ext>
              </a:extLst>
            </p:cNvPr>
            <p:cNvSpPr/>
            <p:nvPr userDrawn="1"/>
          </p:nvSpPr>
          <p:spPr>
            <a:xfrm>
              <a:off x="-3786437" y="502725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98" name="ICOON_info">
              <a:extLst>
                <a:ext uri="{FF2B5EF4-FFF2-40B4-BE49-F238E27FC236}">
                  <a16:creationId xmlns:a16="http://schemas.microsoft.com/office/drawing/2014/main" id="{BE16BEBD-9C0F-4307-8BA9-A0B70926CD3D}"/>
                </a:ext>
              </a:extLst>
            </p:cNvPr>
            <p:cNvGrpSpPr/>
            <p:nvPr userDrawn="1"/>
          </p:nvGrpSpPr>
          <p:grpSpPr>
            <a:xfrm>
              <a:off x="-376736" y="4856209"/>
              <a:ext cx="283685" cy="283685"/>
              <a:chOff x="-376736" y="5583395"/>
              <a:chExt cx="283685" cy="283685"/>
            </a:xfrm>
          </p:grpSpPr>
          <p:sp>
            <p:nvSpPr>
              <p:cNvPr id="299" name="Ovaal 298">
                <a:extLst>
                  <a:ext uri="{FF2B5EF4-FFF2-40B4-BE49-F238E27FC236}">
                    <a16:creationId xmlns:a16="http://schemas.microsoft.com/office/drawing/2014/main" id="{E0B5D33F-FE44-4E35-AEBD-3F50108A6BC0}"/>
                  </a:ext>
                </a:extLst>
              </p:cNvPr>
              <p:cNvSpPr/>
              <p:nvPr userDrawn="1"/>
            </p:nvSpPr>
            <p:spPr>
              <a:xfrm>
                <a:off x="-356709" y="5602861"/>
                <a:ext cx="244751" cy="244751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0" name="Graphic 163" descr="Informatie">
                <a:extLst>
                  <a:ext uri="{FF2B5EF4-FFF2-40B4-BE49-F238E27FC236}">
                    <a16:creationId xmlns:a16="http://schemas.microsoft.com/office/drawing/2014/main" id="{DEE297B2-0222-4420-986B-5B2A2A79044F}"/>
                  </a:ext>
                </a:extLst>
              </p:cNvPr>
              <p:cNvSpPr/>
              <p:nvPr userDrawn="1"/>
            </p:nvSpPr>
            <p:spPr>
              <a:xfrm>
                <a:off x="-376736" y="5583395"/>
                <a:ext cx="283685" cy="28368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122" name="INSTRUCTION">
            <a:extLst>
              <a:ext uri="{FF2B5EF4-FFF2-40B4-BE49-F238E27FC236}">
                <a16:creationId xmlns:a16="http://schemas.microsoft.com/office/drawing/2014/main" id="{E5D2BA18-5E5C-4F0C-9799-CFEE5C2D8BF8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6F2C7953-18EB-409A-B573-010E33A7A497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24" name="Ovaal 123">
              <a:extLst>
                <a:ext uri="{FF2B5EF4-FFF2-40B4-BE49-F238E27FC236}">
                  <a16:creationId xmlns:a16="http://schemas.microsoft.com/office/drawing/2014/main" id="{37006551-CDB1-4C76-9574-9D3476D731FD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C7F539FD-0C43-4B77-82CF-38E33E8A514A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>
                    <a:lumMod val="75000"/>
                  </a:schemeClr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7B855EBE-9232-4E78-B654-38D8B71F4F2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5B4E6B60-8B0E-40CC-AB1E-54BCBD92C5E8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28" name="Ovaal 127">
              <a:extLst>
                <a:ext uri="{FF2B5EF4-FFF2-40B4-BE49-F238E27FC236}">
                  <a16:creationId xmlns:a16="http://schemas.microsoft.com/office/drawing/2014/main" id="{5302B3C2-388A-43EC-9FA1-14A580CCF49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9" name="Ovaal 128">
              <a:extLst>
                <a:ext uri="{FF2B5EF4-FFF2-40B4-BE49-F238E27FC236}">
                  <a16:creationId xmlns:a16="http://schemas.microsoft.com/office/drawing/2014/main" id="{67A11B41-932C-414D-BDDD-FC1881545EB9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0" name="Ovaal 129">
              <a:extLst>
                <a:ext uri="{FF2B5EF4-FFF2-40B4-BE49-F238E27FC236}">
                  <a16:creationId xmlns:a16="http://schemas.microsoft.com/office/drawing/2014/main" id="{5B83EE63-457B-4989-A7EA-507C2A3E1CE8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31" name="Ovaal 130">
              <a:extLst>
                <a:ext uri="{FF2B5EF4-FFF2-40B4-BE49-F238E27FC236}">
                  <a16:creationId xmlns:a16="http://schemas.microsoft.com/office/drawing/2014/main" id="{14EBF412-39FD-4EDB-98DC-6E9C1764789A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32" name="Ovaal 131">
              <a:extLst>
                <a:ext uri="{FF2B5EF4-FFF2-40B4-BE49-F238E27FC236}">
                  <a16:creationId xmlns:a16="http://schemas.microsoft.com/office/drawing/2014/main" id="{6F88D164-8EAA-4E00-8D85-9BEE126C589B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33" name="Ovaal 132">
              <a:extLst>
                <a:ext uri="{FF2B5EF4-FFF2-40B4-BE49-F238E27FC236}">
                  <a16:creationId xmlns:a16="http://schemas.microsoft.com/office/drawing/2014/main" id="{5A429C3C-0B1E-4340-8430-84B37CD22CEC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34" name="Ovaal 133">
              <a:extLst>
                <a:ext uri="{FF2B5EF4-FFF2-40B4-BE49-F238E27FC236}">
                  <a16:creationId xmlns:a16="http://schemas.microsoft.com/office/drawing/2014/main" id="{91320B0C-C873-4F44-8700-C9A26CD3CC48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35" name="Rechthoek 134">
              <a:extLst>
                <a:ext uri="{FF2B5EF4-FFF2-40B4-BE49-F238E27FC236}">
                  <a16:creationId xmlns:a16="http://schemas.microsoft.com/office/drawing/2014/main" id="{AF1F6ACD-4FC3-4634-AB1E-2FC6397C384C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136" name="ICOON_info">
              <a:extLst>
                <a:ext uri="{FF2B5EF4-FFF2-40B4-BE49-F238E27FC236}">
                  <a16:creationId xmlns:a16="http://schemas.microsoft.com/office/drawing/2014/main" id="{12CE4B03-0941-43BF-8D92-D5B1D843D967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79" name="Ovaal 178">
                <a:extLst>
                  <a:ext uri="{FF2B5EF4-FFF2-40B4-BE49-F238E27FC236}">
                    <a16:creationId xmlns:a16="http://schemas.microsoft.com/office/drawing/2014/main" id="{388A7261-9153-404E-A71D-09A4A6D350D3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0" name="Graphic 163" descr="Informatie">
                <a:extLst>
                  <a:ext uri="{FF2B5EF4-FFF2-40B4-BE49-F238E27FC236}">
                    <a16:creationId xmlns:a16="http://schemas.microsoft.com/office/drawing/2014/main" id="{ED04AECB-C619-4000-B096-3A64E1134225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7" name="VOORBEELD">
              <a:extLst>
                <a:ext uri="{FF2B5EF4-FFF2-40B4-BE49-F238E27FC236}">
                  <a16:creationId xmlns:a16="http://schemas.microsoft.com/office/drawing/2014/main" id="{7BDF9F51-6310-4A60-9603-264C5302D88A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798EF034-89D3-466D-AA8D-7A9C8B5B0F8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39" name="Rechthoek 138">
                <a:extLst>
                  <a:ext uri="{FF2B5EF4-FFF2-40B4-BE49-F238E27FC236}">
                    <a16:creationId xmlns:a16="http://schemas.microsoft.com/office/drawing/2014/main" id="{D7B7FF52-CACC-4362-B859-D30E61E447F9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0" name="Groep 139">
                <a:extLst>
                  <a:ext uri="{FF2B5EF4-FFF2-40B4-BE49-F238E27FC236}">
                    <a16:creationId xmlns:a16="http://schemas.microsoft.com/office/drawing/2014/main" id="{21DFEED1-D09F-420A-B21F-9237C775C33F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72" name="Groep 171">
                  <a:extLst>
                    <a:ext uri="{FF2B5EF4-FFF2-40B4-BE49-F238E27FC236}">
                      <a16:creationId xmlns:a16="http://schemas.microsoft.com/office/drawing/2014/main" id="{5BF76CBE-2D48-4140-ABE3-DAC44638AE1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74" name="Rechte verbindingslijn 173">
                    <a:extLst>
                      <a:ext uri="{FF2B5EF4-FFF2-40B4-BE49-F238E27FC236}">
                        <a16:creationId xmlns:a16="http://schemas.microsoft.com/office/drawing/2014/main" id="{9DDAD891-4EC7-49DC-AB42-151539FFF07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5" name="Rechte verbindingslijn 174">
                    <a:extLst>
                      <a:ext uri="{FF2B5EF4-FFF2-40B4-BE49-F238E27FC236}">
                        <a16:creationId xmlns:a16="http://schemas.microsoft.com/office/drawing/2014/main" id="{7EC20172-4D4D-47CA-A53C-F633BF66AF1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6" name="Rechte verbindingslijn 175">
                    <a:extLst>
                      <a:ext uri="{FF2B5EF4-FFF2-40B4-BE49-F238E27FC236}">
                        <a16:creationId xmlns:a16="http://schemas.microsoft.com/office/drawing/2014/main" id="{485D367F-D25B-4B4B-9930-122912C0BB3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7" name="Rechte verbindingslijn 176">
                    <a:extLst>
                      <a:ext uri="{FF2B5EF4-FFF2-40B4-BE49-F238E27FC236}">
                        <a16:creationId xmlns:a16="http://schemas.microsoft.com/office/drawing/2014/main" id="{62DA0323-6959-46E8-B574-4B727BEE74E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8" name="Rechte verbindingslijn 177">
                    <a:extLst>
                      <a:ext uri="{FF2B5EF4-FFF2-40B4-BE49-F238E27FC236}">
                        <a16:creationId xmlns:a16="http://schemas.microsoft.com/office/drawing/2014/main" id="{C291DC36-1B73-48E0-8DCB-24FEE4D5C81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3" name="Pijl: rechts 172">
                  <a:extLst>
                    <a:ext uri="{FF2B5EF4-FFF2-40B4-BE49-F238E27FC236}">
                      <a16:creationId xmlns:a16="http://schemas.microsoft.com/office/drawing/2014/main" id="{BA1C0CA6-095D-4131-BF6D-2D3E3B6D9097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1" name="Groep 140">
                <a:extLst>
                  <a:ext uri="{FF2B5EF4-FFF2-40B4-BE49-F238E27FC236}">
                    <a16:creationId xmlns:a16="http://schemas.microsoft.com/office/drawing/2014/main" id="{72AD5D49-AC79-4898-B91C-EFD484DDA43D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65" name="Groep 164">
                  <a:extLst>
                    <a:ext uri="{FF2B5EF4-FFF2-40B4-BE49-F238E27FC236}">
                      <a16:creationId xmlns:a16="http://schemas.microsoft.com/office/drawing/2014/main" id="{66D7BFC4-DFC2-4DC3-B700-C802AB1DD6F1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67" name="Rechte verbindingslijn 166">
                    <a:extLst>
                      <a:ext uri="{FF2B5EF4-FFF2-40B4-BE49-F238E27FC236}">
                        <a16:creationId xmlns:a16="http://schemas.microsoft.com/office/drawing/2014/main" id="{53B7E350-703D-4D9B-8A35-CC3C68BA7BB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8" name="Rechte verbindingslijn 167">
                    <a:extLst>
                      <a:ext uri="{FF2B5EF4-FFF2-40B4-BE49-F238E27FC236}">
                        <a16:creationId xmlns:a16="http://schemas.microsoft.com/office/drawing/2014/main" id="{8098CF6F-9049-4DFC-8D85-4711C075DA1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9" name="Rechte verbindingslijn 168">
                    <a:extLst>
                      <a:ext uri="{FF2B5EF4-FFF2-40B4-BE49-F238E27FC236}">
                        <a16:creationId xmlns:a16="http://schemas.microsoft.com/office/drawing/2014/main" id="{67366224-01E5-4561-9188-527057797CB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0" name="Rechte verbindingslijn 169">
                    <a:extLst>
                      <a:ext uri="{FF2B5EF4-FFF2-40B4-BE49-F238E27FC236}">
                        <a16:creationId xmlns:a16="http://schemas.microsoft.com/office/drawing/2014/main" id="{2459D2A8-8616-4D0A-9AF7-13723637129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1" name="Rechte verbindingslijn 170">
                    <a:extLst>
                      <a:ext uri="{FF2B5EF4-FFF2-40B4-BE49-F238E27FC236}">
                        <a16:creationId xmlns:a16="http://schemas.microsoft.com/office/drawing/2014/main" id="{96480743-65E9-4D83-A901-AB0CBDA6E1E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66" name="Pijl: rechts 165">
                  <a:extLst>
                    <a:ext uri="{FF2B5EF4-FFF2-40B4-BE49-F238E27FC236}">
                      <a16:creationId xmlns:a16="http://schemas.microsoft.com/office/drawing/2014/main" id="{21F66B23-2732-4047-B02F-1AB0A0DD5B29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42" name="Rechte verbindingslijn 141">
                <a:extLst>
                  <a:ext uri="{FF2B5EF4-FFF2-40B4-BE49-F238E27FC236}">
                    <a16:creationId xmlns:a16="http://schemas.microsoft.com/office/drawing/2014/main" id="{F5E6A9D6-77EB-42B9-939A-27EA5F85DB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44" name="Rechte verbindingslijn 143">
                <a:extLst>
                  <a:ext uri="{FF2B5EF4-FFF2-40B4-BE49-F238E27FC236}">
                    <a16:creationId xmlns:a16="http://schemas.microsoft.com/office/drawing/2014/main" id="{70CED978-2F55-41D3-BC55-8E75B5BC2BD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45" name="Rechthoek 144">
                <a:extLst>
                  <a:ext uri="{FF2B5EF4-FFF2-40B4-BE49-F238E27FC236}">
                    <a16:creationId xmlns:a16="http://schemas.microsoft.com/office/drawing/2014/main" id="{C3A4E370-28CE-40D9-A9F0-49683A2D8463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21117949-3B02-4882-86C8-03D9E1143485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147" name="Groep 146">
                <a:extLst>
                  <a:ext uri="{FF2B5EF4-FFF2-40B4-BE49-F238E27FC236}">
                    <a16:creationId xmlns:a16="http://schemas.microsoft.com/office/drawing/2014/main" id="{20BFA41C-1877-4A5B-8580-B4265A7076FF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57" name="Rechthoek 156">
                  <a:extLst>
                    <a:ext uri="{FF2B5EF4-FFF2-40B4-BE49-F238E27FC236}">
                      <a16:creationId xmlns:a16="http://schemas.microsoft.com/office/drawing/2014/main" id="{CF7C7A86-F91F-4E4A-97C7-86C2542BFD03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8" name="Groep 157">
                  <a:extLst>
                    <a:ext uri="{FF2B5EF4-FFF2-40B4-BE49-F238E27FC236}">
                      <a16:creationId xmlns:a16="http://schemas.microsoft.com/office/drawing/2014/main" id="{28C70CAA-7EEC-4B3A-9CF6-FE5B62434BE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60" name="Rechte verbindingslijn 159">
                    <a:extLst>
                      <a:ext uri="{FF2B5EF4-FFF2-40B4-BE49-F238E27FC236}">
                        <a16:creationId xmlns:a16="http://schemas.microsoft.com/office/drawing/2014/main" id="{193CC697-C079-448B-9527-9C82979D989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1" name="Rechte verbindingslijn 160">
                    <a:extLst>
                      <a:ext uri="{FF2B5EF4-FFF2-40B4-BE49-F238E27FC236}">
                        <a16:creationId xmlns:a16="http://schemas.microsoft.com/office/drawing/2014/main" id="{681BA9AD-015D-49FB-A1B4-C3CFC30B9C8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2" name="Rechte verbindingslijn 161">
                    <a:extLst>
                      <a:ext uri="{FF2B5EF4-FFF2-40B4-BE49-F238E27FC236}">
                        <a16:creationId xmlns:a16="http://schemas.microsoft.com/office/drawing/2014/main" id="{1FECCF52-5C30-4B4E-B297-2DE71DCC6A9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3" name="Rechte verbindingslijn 162">
                    <a:extLst>
                      <a:ext uri="{FF2B5EF4-FFF2-40B4-BE49-F238E27FC236}">
                        <a16:creationId xmlns:a16="http://schemas.microsoft.com/office/drawing/2014/main" id="{4AC82071-3534-4D3B-A4DB-34FE2584BB6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4" name="Rechte verbindingslijn 163">
                    <a:extLst>
                      <a:ext uri="{FF2B5EF4-FFF2-40B4-BE49-F238E27FC236}">
                        <a16:creationId xmlns:a16="http://schemas.microsoft.com/office/drawing/2014/main" id="{E7E499CA-A500-40BF-AC36-DFDD4AD8DEC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9" name="Pijl: rechts 158">
                  <a:extLst>
                    <a:ext uri="{FF2B5EF4-FFF2-40B4-BE49-F238E27FC236}">
                      <a16:creationId xmlns:a16="http://schemas.microsoft.com/office/drawing/2014/main" id="{AF0CD47C-D464-4526-B3D3-3C449752ACD7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8" name="Groep 147">
                <a:extLst>
                  <a:ext uri="{FF2B5EF4-FFF2-40B4-BE49-F238E27FC236}">
                    <a16:creationId xmlns:a16="http://schemas.microsoft.com/office/drawing/2014/main" id="{3B452BD9-5036-474A-9D2B-714535802B50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F5BAEE36-E074-4DF2-B5F7-6DF5F06592CB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0" name="Groep 149">
                  <a:extLst>
                    <a:ext uri="{FF2B5EF4-FFF2-40B4-BE49-F238E27FC236}">
                      <a16:creationId xmlns:a16="http://schemas.microsoft.com/office/drawing/2014/main" id="{2B82DA56-7EA6-43D4-82BD-B408F40DB42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52" name="Rechte verbindingslijn 151">
                    <a:extLst>
                      <a:ext uri="{FF2B5EF4-FFF2-40B4-BE49-F238E27FC236}">
                        <a16:creationId xmlns:a16="http://schemas.microsoft.com/office/drawing/2014/main" id="{37DDE539-8996-4E0E-822D-3B1D9F7E6EA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3" name="Rechte verbindingslijn 152">
                    <a:extLst>
                      <a:ext uri="{FF2B5EF4-FFF2-40B4-BE49-F238E27FC236}">
                        <a16:creationId xmlns:a16="http://schemas.microsoft.com/office/drawing/2014/main" id="{4EC37636-A303-4013-AF67-DC470CFD560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4" name="Rechte verbindingslijn 153">
                    <a:extLst>
                      <a:ext uri="{FF2B5EF4-FFF2-40B4-BE49-F238E27FC236}">
                        <a16:creationId xmlns:a16="http://schemas.microsoft.com/office/drawing/2014/main" id="{09CE0433-2D57-468B-8F60-8C948A37257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5" name="Rechte verbindingslijn 154">
                    <a:extLst>
                      <a:ext uri="{FF2B5EF4-FFF2-40B4-BE49-F238E27FC236}">
                        <a16:creationId xmlns:a16="http://schemas.microsoft.com/office/drawing/2014/main" id="{CDF6271F-B8B2-419D-99B1-228870E46A8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6" name="Rechte verbindingslijn 155">
                    <a:extLst>
                      <a:ext uri="{FF2B5EF4-FFF2-40B4-BE49-F238E27FC236}">
                        <a16:creationId xmlns:a16="http://schemas.microsoft.com/office/drawing/2014/main" id="{86AA034C-B0E1-4212-9875-CC9A4B7DB35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1" name="Pijl: rechts 150">
                  <a:extLst>
                    <a:ext uri="{FF2B5EF4-FFF2-40B4-BE49-F238E27FC236}">
                      <a16:creationId xmlns:a16="http://schemas.microsoft.com/office/drawing/2014/main" id="{316DFD55-3154-4EC4-B269-F18FE74CDBE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624639" y="1805651"/>
            <a:ext cx="5027612" cy="439075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#1</a:t>
            </a:r>
          </a:p>
          <a:p>
            <a:pPr lvl="2"/>
            <a:r>
              <a:rPr lang="en-GB" noProof="0"/>
              <a:t>Sub-bullet #2</a:t>
            </a:r>
          </a:p>
          <a:p>
            <a:pPr lvl="3"/>
            <a:r>
              <a:rPr lang="en-GB" noProof="0"/>
              <a:t>Default text</a:t>
            </a:r>
          </a:p>
          <a:p>
            <a:pPr lvl="4"/>
            <a:r>
              <a:rPr lang="en-GB" noProof="0"/>
              <a:t>Subtitle #1</a:t>
            </a:r>
          </a:p>
          <a:p>
            <a:pPr lvl="5"/>
            <a:r>
              <a:rPr lang="en-GB" noProof="0"/>
              <a:t>Alt. subtitle #2</a:t>
            </a:r>
          </a:p>
          <a:p>
            <a:pPr lvl="6"/>
            <a:r>
              <a:rPr lang="en-GB" noProof="0"/>
              <a:t>Numeric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Quote</a:t>
            </a:r>
          </a:p>
        </p:txBody>
      </p:sp>
      <p:sp>
        <p:nvSpPr>
          <p:cNvPr id="196" name="Tijdelijke aanduiding voor grafiek 17">
            <a:extLst>
              <a:ext uri="{FF2B5EF4-FFF2-40B4-BE49-F238E27FC236}">
                <a16:creationId xmlns:a16="http://schemas.microsoft.com/office/drawing/2014/main" id="{25186992-A607-4E63-8AD2-7C7E6EDB1F4E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>
          <a:xfrm>
            <a:off x="714978" y="1805651"/>
            <a:ext cx="5556250" cy="4390757"/>
          </a:xfrm>
          <a:noFill/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below </a:t>
            </a:r>
            <a:br>
              <a:rPr lang="en-GB"/>
            </a:br>
            <a:r>
              <a:rPr lang="en-GB"/>
              <a:t>to add a graph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Need help? To the side of the slides </a:t>
            </a:r>
            <a:br>
              <a:rPr lang="en-GB"/>
            </a:br>
            <a:r>
              <a:rPr lang="en-GB"/>
              <a:t>you will find additional instructions</a:t>
            </a:r>
          </a:p>
        </p:txBody>
      </p:sp>
      <p:sp>
        <p:nvSpPr>
          <p:cNvPr id="183" name="Tijdelijke aanduiding voor tekst 17">
            <a:extLst>
              <a:ext uri="{FF2B5EF4-FFF2-40B4-BE49-F238E27FC236}">
                <a16:creationId xmlns:a16="http://schemas.microsoft.com/office/drawing/2014/main" id="{5D3CC417-AC4B-6225-C1F4-C1ACC625F0A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1" y="6252359"/>
            <a:ext cx="3015962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Place your source here</a:t>
            </a:r>
          </a:p>
        </p:txBody>
      </p:sp>
      <p:sp>
        <p:nvSpPr>
          <p:cNvPr id="184" name="Tijdelijke aanduiding voor tekst 17">
            <a:extLst>
              <a:ext uri="{FF2B5EF4-FFF2-40B4-BE49-F238E27FC236}">
                <a16:creationId xmlns:a16="http://schemas.microsoft.com/office/drawing/2014/main" id="{3A07723F-9DD1-2C4A-4D78-6996670981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37607" y="6252359"/>
            <a:ext cx="2889489" cy="151200"/>
          </a:xfrm>
        </p:spPr>
        <p:txBody>
          <a:bodyPr tIns="0" anchor="ctr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Note:</a:t>
            </a:r>
          </a:p>
        </p:txBody>
      </p:sp>
      <p:sp>
        <p:nvSpPr>
          <p:cNvPr id="185" name="Tijdelijke aanduiding voor dianummer 15">
            <a:extLst>
              <a:ext uri="{FF2B5EF4-FFF2-40B4-BE49-F238E27FC236}">
                <a16:creationId xmlns:a16="http://schemas.microsoft.com/office/drawing/2014/main" id="{810F0172-B07F-5737-1348-F4184B618EE4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951532" y="625235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6" name="Tijdelijke aanduiding voor tekst 17">
            <a:extLst>
              <a:ext uri="{FF2B5EF4-FFF2-40B4-BE49-F238E27FC236}">
                <a16:creationId xmlns:a16="http://schemas.microsoft.com/office/drawing/2014/main" id="{168F09A4-716A-2A0C-28B3-B415566E022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12080" y="6252359"/>
            <a:ext cx="306387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Presentation title | Version # | Slide:</a:t>
            </a:r>
          </a:p>
        </p:txBody>
      </p:sp>
      <p:sp>
        <p:nvSpPr>
          <p:cNvPr id="182" name="Tijdelijke aanduiding voor tekst 6">
            <a:extLst>
              <a:ext uri="{FF2B5EF4-FFF2-40B4-BE49-F238E27FC236}">
                <a16:creationId xmlns:a16="http://schemas.microsoft.com/office/drawing/2014/main" id="{955A2B4E-C549-6AB4-1A50-A48B4484E5B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0" y="6400800"/>
            <a:ext cx="12192000" cy="456958"/>
          </a:xfrm>
          <a:blipFill>
            <a:blip r:embed="rId2"/>
            <a:srcRect/>
            <a:stretch>
              <a:fillRect t="-2396908" b="-43608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rgbClr val="F2F2F2"/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88" name="Tijdelijke aanduiding voor tekst 168">
            <a:extLst>
              <a:ext uri="{FF2B5EF4-FFF2-40B4-BE49-F238E27FC236}">
                <a16:creationId xmlns:a16="http://schemas.microsoft.com/office/drawing/2014/main" id="{79B7D1F5-B9A2-4B1D-8F43-3851C893130F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413020" y="5042426"/>
            <a:ext cx="1251590" cy="1815574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771" b="-771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0868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b="1" i="0" u="none" cap="all" baseline="0" noProof="0">
                <a:solidFill>
                  <a:schemeClr val="bg2">
                    <a:lumMod val="75000"/>
                  </a:schemeClr>
                </a:solidFill>
                <a:latin typeface="+mj-lt"/>
              </a:rPr>
              <a:t>graph</a:t>
            </a:r>
          </a:p>
        </p:txBody>
      </p:sp>
      <p:sp>
        <p:nvSpPr>
          <p:cNvPr id="201" name="Tijdelijke aanduiding voor tekst 12">
            <a:extLst>
              <a:ext uri="{FF2B5EF4-FFF2-40B4-BE49-F238E27FC236}">
                <a16:creationId xmlns:a16="http://schemas.microsoft.com/office/drawing/2014/main" id="{22D8EE8F-B624-483F-BF87-381E5145129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subtitle here</a:t>
            </a:r>
            <a:br>
              <a:rPr lang="en-GB"/>
            </a:br>
            <a:r>
              <a:rPr lang="en-GB"/>
              <a:t>(Max. two sentences)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ED52965-0B8F-48C5-A29C-619202119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Place title here</a:t>
            </a:r>
            <a:endParaRPr lang="en-GB"/>
          </a:p>
        </p:txBody>
      </p:sp>
      <p:grpSp>
        <p:nvGrpSpPr>
          <p:cNvPr id="283" name="INSTRUCTION">
            <a:extLst>
              <a:ext uri="{FF2B5EF4-FFF2-40B4-BE49-F238E27FC236}">
                <a16:creationId xmlns:a16="http://schemas.microsoft.com/office/drawing/2014/main" id="{889A80B0-1F4D-4639-8790-FE4A6B547832}"/>
              </a:ext>
            </a:extLst>
          </p:cNvPr>
          <p:cNvGrpSpPr/>
          <p:nvPr userDrawn="1"/>
        </p:nvGrpSpPr>
        <p:grpSpPr>
          <a:xfrm>
            <a:off x="12377867" y="1"/>
            <a:ext cx="3693386" cy="5855257"/>
            <a:chOff x="-3786437" y="1"/>
            <a:chExt cx="3693386" cy="5855257"/>
          </a:xfrm>
        </p:grpSpPr>
        <p:sp>
          <p:nvSpPr>
            <p:cNvPr id="284" name="Rechthoek 283">
              <a:extLst>
                <a:ext uri="{FF2B5EF4-FFF2-40B4-BE49-F238E27FC236}">
                  <a16:creationId xmlns:a16="http://schemas.microsoft.com/office/drawing/2014/main" id="{4918FB53-2682-4FB4-8AA9-5BB11082F9E6}"/>
                </a:ext>
              </a:extLst>
            </p:cNvPr>
            <p:cNvSpPr/>
            <p:nvPr userDrawn="1"/>
          </p:nvSpPr>
          <p:spPr>
            <a:xfrm>
              <a:off x="-3786165" y="3370798"/>
              <a:ext cx="3593091" cy="17607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Edit chart data</a:t>
              </a:r>
            </a:p>
          </p:txBody>
        </p:sp>
        <p:sp>
          <p:nvSpPr>
            <p:cNvPr id="285" name="Ovaal 284">
              <a:extLst>
                <a:ext uri="{FF2B5EF4-FFF2-40B4-BE49-F238E27FC236}">
                  <a16:creationId xmlns:a16="http://schemas.microsoft.com/office/drawing/2014/main" id="{C5C7D712-ECF8-4D23-B98D-8FFEC76164B0}"/>
                </a:ext>
              </a:extLst>
            </p:cNvPr>
            <p:cNvSpPr/>
            <p:nvPr userDrawn="1"/>
          </p:nvSpPr>
          <p:spPr>
            <a:xfrm>
              <a:off x="-3603587" y="383539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86" name="Rechthoek 285">
              <a:extLst>
                <a:ext uri="{FF2B5EF4-FFF2-40B4-BE49-F238E27FC236}">
                  <a16:creationId xmlns:a16="http://schemas.microsoft.com/office/drawing/2014/main" id="{16C4D626-203B-4604-8072-99406397B721}"/>
                </a:ext>
              </a:extLst>
            </p:cNvPr>
            <p:cNvSpPr/>
            <p:nvPr userDrawn="1"/>
          </p:nvSpPr>
          <p:spPr>
            <a:xfrm>
              <a:off x="-3319415" y="3835398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chart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‘Edit data’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87" name="Groep 286">
              <a:extLst>
                <a:ext uri="{FF2B5EF4-FFF2-40B4-BE49-F238E27FC236}">
                  <a16:creationId xmlns:a16="http://schemas.microsoft.com/office/drawing/2014/main" id="{5CDD6181-02F1-451C-BAFF-BF7CDE2D0BB2}"/>
                </a:ext>
              </a:extLst>
            </p:cNvPr>
            <p:cNvGrpSpPr/>
            <p:nvPr userDrawn="1"/>
          </p:nvGrpSpPr>
          <p:grpSpPr>
            <a:xfrm>
              <a:off x="-3314821" y="4275190"/>
              <a:ext cx="1495189" cy="563933"/>
              <a:chOff x="-3314821" y="3310415"/>
              <a:chExt cx="1495189" cy="563933"/>
            </a:xfrm>
          </p:grpSpPr>
          <p:sp>
            <p:nvSpPr>
              <p:cNvPr id="307" name="Rechthoek 306">
                <a:extLst>
                  <a:ext uri="{FF2B5EF4-FFF2-40B4-BE49-F238E27FC236}">
                    <a16:creationId xmlns:a16="http://schemas.microsoft.com/office/drawing/2014/main" id="{CA9EA7F8-004F-4F8E-BA1C-8EFDA6594265}"/>
                  </a:ext>
                </a:extLst>
              </p:cNvPr>
              <p:cNvSpPr/>
              <p:nvPr userDrawn="1"/>
            </p:nvSpPr>
            <p:spPr>
              <a:xfrm>
                <a:off x="-3314821" y="3310415"/>
                <a:ext cx="1403797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8" name="Rechthoek 307">
                <a:extLst>
                  <a:ext uri="{FF2B5EF4-FFF2-40B4-BE49-F238E27FC236}">
                    <a16:creationId xmlns:a16="http://schemas.microsoft.com/office/drawing/2014/main" id="{A52B89E5-375A-4E62-AD5C-CA3701DE4027}"/>
                  </a:ext>
                </a:extLst>
              </p:cNvPr>
              <p:cNvSpPr/>
              <p:nvPr userDrawn="1"/>
            </p:nvSpPr>
            <p:spPr>
              <a:xfrm>
                <a:off x="-3304719" y="3564140"/>
                <a:ext cx="13878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9" name="Tekstvak 308">
                <a:extLst>
                  <a:ext uri="{FF2B5EF4-FFF2-40B4-BE49-F238E27FC236}">
                    <a16:creationId xmlns:a16="http://schemas.microsoft.com/office/drawing/2014/main" id="{AE56C14A-9ACB-4E33-99F2-098667212AF1}"/>
                  </a:ext>
                </a:extLst>
              </p:cNvPr>
              <p:cNvSpPr txBox="1"/>
              <p:nvPr userDrawn="1"/>
            </p:nvSpPr>
            <p:spPr>
              <a:xfrm>
                <a:off x="-3122115" y="3369117"/>
                <a:ext cx="1258624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Change chart type</a:t>
                </a:r>
              </a:p>
            </p:txBody>
          </p:sp>
          <p:sp>
            <p:nvSpPr>
              <p:cNvPr id="310" name="Tekstvak 309">
                <a:extLst>
                  <a:ext uri="{FF2B5EF4-FFF2-40B4-BE49-F238E27FC236}">
                    <a16:creationId xmlns:a16="http://schemas.microsoft.com/office/drawing/2014/main" id="{DB85F8A0-4B32-4EB2-AC8E-4B0429EDCF79}"/>
                  </a:ext>
                </a:extLst>
              </p:cNvPr>
              <p:cNvSpPr txBox="1"/>
              <p:nvPr userDrawn="1"/>
            </p:nvSpPr>
            <p:spPr>
              <a:xfrm>
                <a:off x="-3115840" y="3624236"/>
                <a:ext cx="1296208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Edit data</a:t>
                </a:r>
              </a:p>
            </p:txBody>
          </p:sp>
          <p:sp>
            <p:nvSpPr>
              <p:cNvPr id="311" name="Vrije vorm: vorm 310">
                <a:extLst>
                  <a:ext uri="{FF2B5EF4-FFF2-40B4-BE49-F238E27FC236}">
                    <a16:creationId xmlns:a16="http://schemas.microsoft.com/office/drawing/2014/main" id="{54B68787-3E05-438C-940D-D7C74B4CC746}"/>
                  </a:ext>
                </a:extLst>
              </p:cNvPr>
              <p:cNvSpPr/>
              <p:nvPr userDrawn="1"/>
            </p:nvSpPr>
            <p:spPr>
              <a:xfrm>
                <a:off x="-1959834" y="3694348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12" name="Groep 311">
                <a:extLst>
                  <a:ext uri="{FF2B5EF4-FFF2-40B4-BE49-F238E27FC236}">
                    <a16:creationId xmlns:a16="http://schemas.microsoft.com/office/drawing/2014/main" id="{5B5394DC-2B4F-446F-BCE4-48DD35D33457}"/>
                  </a:ext>
                </a:extLst>
              </p:cNvPr>
              <p:cNvGrpSpPr/>
              <p:nvPr userDrawn="1"/>
            </p:nvGrpSpPr>
            <p:grpSpPr>
              <a:xfrm>
                <a:off x="-3261976" y="3361742"/>
                <a:ext cx="139861" cy="152244"/>
                <a:chOff x="12574450" y="6053892"/>
                <a:chExt cx="169232" cy="184215"/>
              </a:xfrm>
            </p:grpSpPr>
            <p:sp>
              <p:nvSpPr>
                <p:cNvPr id="332" name="Rechthoek 331">
                  <a:extLst>
                    <a:ext uri="{FF2B5EF4-FFF2-40B4-BE49-F238E27FC236}">
                      <a16:creationId xmlns:a16="http://schemas.microsoft.com/office/drawing/2014/main" id="{5697850E-9BC6-4430-8399-CD2F1EC816C9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3" name="Rechthoek 332">
                  <a:extLst>
                    <a:ext uri="{FF2B5EF4-FFF2-40B4-BE49-F238E27FC236}">
                      <a16:creationId xmlns:a16="http://schemas.microsoft.com/office/drawing/2014/main" id="{2D111C6E-149F-4CF1-AC70-4DC2CB4535A9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4" name="Rechthoek 333">
                  <a:extLst>
                    <a:ext uri="{FF2B5EF4-FFF2-40B4-BE49-F238E27FC236}">
                      <a16:creationId xmlns:a16="http://schemas.microsoft.com/office/drawing/2014/main" id="{676CF437-99FB-4EF5-9070-1514C3BB2584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13" name="Groep 312">
                <a:extLst>
                  <a:ext uri="{FF2B5EF4-FFF2-40B4-BE49-F238E27FC236}">
                    <a16:creationId xmlns:a16="http://schemas.microsoft.com/office/drawing/2014/main" id="{B52D7A1D-D6DD-4140-A92E-DE47E8961928}"/>
                  </a:ext>
                </a:extLst>
              </p:cNvPr>
              <p:cNvGrpSpPr/>
              <p:nvPr userDrawn="1"/>
            </p:nvGrpSpPr>
            <p:grpSpPr>
              <a:xfrm>
                <a:off x="-3261070" y="3635199"/>
                <a:ext cx="168905" cy="104490"/>
                <a:chOff x="-3261070" y="3620931"/>
                <a:chExt cx="193920" cy="119965"/>
              </a:xfrm>
            </p:grpSpPr>
            <p:sp>
              <p:nvSpPr>
                <p:cNvPr id="314" name="Rechthoek 313">
                  <a:extLst>
                    <a:ext uri="{FF2B5EF4-FFF2-40B4-BE49-F238E27FC236}">
                      <a16:creationId xmlns:a16="http://schemas.microsoft.com/office/drawing/2014/main" id="{D9BE299C-81BE-4EFB-AA88-92787DFB5BB1}"/>
                    </a:ext>
                  </a:extLst>
                </p:cNvPr>
                <p:cNvSpPr/>
                <p:nvPr userDrawn="1"/>
              </p:nvSpPr>
              <p:spPr>
                <a:xfrm>
                  <a:off x="-3261070" y="3643881"/>
                  <a:ext cx="142985" cy="952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315" name="Groep 314">
                  <a:extLst>
                    <a:ext uri="{FF2B5EF4-FFF2-40B4-BE49-F238E27FC236}">
                      <a16:creationId xmlns:a16="http://schemas.microsoft.com/office/drawing/2014/main" id="{773F0DD5-4244-4BF2-9557-B3DA06778DCA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22063"/>
                  <a:ext cx="141113" cy="117345"/>
                  <a:chOff x="1094874" y="-878306"/>
                  <a:chExt cx="867364" cy="613611"/>
                </a:xfrm>
              </p:grpSpPr>
              <p:cxnSp>
                <p:nvCxnSpPr>
                  <p:cNvPr id="325" name="Rechte verbindingslijn 324">
                    <a:extLst>
                      <a:ext uri="{FF2B5EF4-FFF2-40B4-BE49-F238E27FC236}">
                        <a16:creationId xmlns:a16="http://schemas.microsoft.com/office/drawing/2014/main" id="{581C3514-AE6C-456D-8961-CFE6E38C6F42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094874" y="-878305"/>
                    <a:ext cx="0" cy="613610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6" name="Rechte verbindingslijn 325">
                    <a:extLst>
                      <a:ext uri="{FF2B5EF4-FFF2-40B4-BE49-F238E27FC236}">
                        <a16:creationId xmlns:a16="http://schemas.microsoft.com/office/drawing/2014/main" id="{4C1A2941-063D-4F0E-B304-C481D35C3074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962238" y="-878306"/>
                    <a:ext cx="0" cy="613611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327" name="Groep 326">
                    <a:extLst>
                      <a:ext uri="{FF2B5EF4-FFF2-40B4-BE49-F238E27FC236}">
                        <a16:creationId xmlns:a16="http://schemas.microsoft.com/office/drawing/2014/main" id="{5F44BAF2-36A3-496E-962B-66FA740FC64D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0535" y="-878306"/>
                    <a:ext cx="526983" cy="613611"/>
                    <a:chOff x="1270535" y="-745959"/>
                    <a:chExt cx="526983" cy="481264"/>
                  </a:xfrm>
                </p:grpSpPr>
                <p:cxnSp>
                  <p:nvCxnSpPr>
                    <p:cNvPr id="328" name="Rechte verbindingslijn 327">
                      <a:extLst>
                        <a:ext uri="{FF2B5EF4-FFF2-40B4-BE49-F238E27FC236}">
                          <a16:creationId xmlns:a16="http://schemas.microsoft.com/office/drawing/2014/main" id="{1BFBED60-C225-43EF-9105-7D41BFAEF5E5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446196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9" name="Rechte verbindingslijn 328">
                      <a:extLst>
                        <a:ext uri="{FF2B5EF4-FFF2-40B4-BE49-F238E27FC236}">
                          <a16:creationId xmlns:a16="http://schemas.microsoft.com/office/drawing/2014/main" id="{82E7F96B-3861-4212-A993-79F5B74FB860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270535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0" name="Rechte verbindingslijn 329">
                      <a:extLst>
                        <a:ext uri="{FF2B5EF4-FFF2-40B4-BE49-F238E27FC236}">
                          <a16:creationId xmlns:a16="http://schemas.microsoft.com/office/drawing/2014/main" id="{751553A2-D955-42CA-8633-2EE76263FF0D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621857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1" name="Rechte verbindingslijn 330">
                      <a:extLst>
                        <a:ext uri="{FF2B5EF4-FFF2-40B4-BE49-F238E27FC236}">
                          <a16:creationId xmlns:a16="http://schemas.microsoft.com/office/drawing/2014/main" id="{6DB3859F-D60B-4B56-AA05-A0A9F4B45BDC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797518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316" name="Rechte verbindingslijn 315">
                  <a:extLst>
                    <a:ext uri="{FF2B5EF4-FFF2-40B4-BE49-F238E27FC236}">
                      <a16:creationId xmlns:a16="http://schemas.microsoft.com/office/drawing/2014/main" id="{0EF1DECF-7DA8-4E7A-B147-DF5741C91767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0471" y="3739408"/>
                  <a:ext cx="143329" cy="0"/>
                </a:xfrm>
                <a:prstGeom prst="line">
                  <a:avLst/>
                </a:prstGeom>
                <a:ln w="6350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Rechte verbindingslijn 316">
                  <a:extLst>
                    <a:ext uri="{FF2B5EF4-FFF2-40B4-BE49-F238E27FC236}">
                      <a16:creationId xmlns:a16="http://schemas.microsoft.com/office/drawing/2014/main" id="{A1E70588-E258-4748-BFDF-C1ACEB235F90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713352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8" name="Rechte verbindingslijn 317">
                  <a:extLst>
                    <a:ext uri="{FF2B5EF4-FFF2-40B4-BE49-F238E27FC236}">
                      <a16:creationId xmlns:a16="http://schemas.microsoft.com/office/drawing/2014/main" id="{03B75D92-630E-41A3-B0C8-9AFEF3215E8B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89677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Rechte verbindingslijn 318">
                  <a:extLst>
                    <a:ext uri="{FF2B5EF4-FFF2-40B4-BE49-F238E27FC236}">
                      <a16:creationId xmlns:a16="http://schemas.microsoft.com/office/drawing/2014/main" id="{3BA261BF-00EF-44C7-9FC0-926A38634989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63621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0" name="Rechthoek 319">
                  <a:extLst>
                    <a:ext uri="{FF2B5EF4-FFF2-40B4-BE49-F238E27FC236}">
                      <a16:creationId xmlns:a16="http://schemas.microsoft.com/office/drawing/2014/main" id="{B7D4DAEA-3009-4FA5-ADDE-713BC4CE0ADA}"/>
                    </a:ext>
                  </a:extLst>
                </p:cNvPr>
                <p:cNvSpPr/>
                <p:nvPr userDrawn="1"/>
              </p:nvSpPr>
              <p:spPr>
                <a:xfrm>
                  <a:off x="-3261070" y="3620931"/>
                  <a:ext cx="142893" cy="24910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321" name="Groep 320">
                  <a:extLst>
                    <a:ext uri="{FF2B5EF4-FFF2-40B4-BE49-F238E27FC236}">
                      <a16:creationId xmlns:a16="http://schemas.microsoft.com/office/drawing/2014/main" id="{6CDF452B-CEA4-4A51-BDB2-BB6997493B56}"/>
                    </a:ext>
                  </a:extLst>
                </p:cNvPr>
                <p:cNvGrpSpPr/>
                <p:nvPr userDrawn="1"/>
              </p:nvGrpSpPr>
              <p:grpSpPr>
                <a:xfrm rot="2700000">
                  <a:off x="-3158000" y="3650045"/>
                  <a:ext cx="34350" cy="147351"/>
                  <a:chOff x="3148392" y="-836646"/>
                  <a:chExt cx="132124" cy="596095"/>
                </a:xfrm>
                <a:solidFill>
                  <a:srgbClr val="3399FF"/>
                </a:solidFill>
              </p:grpSpPr>
              <p:sp>
                <p:nvSpPr>
                  <p:cNvPr id="322" name="Rechthoek 321">
                    <a:extLst>
                      <a:ext uri="{FF2B5EF4-FFF2-40B4-BE49-F238E27FC236}">
                        <a16:creationId xmlns:a16="http://schemas.microsoft.com/office/drawing/2014/main" id="{EB7C3F73-2813-4FBA-9F30-6E4E062EDC0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632" y="-725510"/>
                    <a:ext cx="131884" cy="281356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23" name="Rechthoek: afgeronde bovenhoeken 322">
                    <a:extLst>
                      <a:ext uri="{FF2B5EF4-FFF2-40B4-BE49-F238E27FC236}">
                        <a16:creationId xmlns:a16="http://schemas.microsoft.com/office/drawing/2014/main" id="{D003A282-342D-411E-BF28-4594C851117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556" y="-836646"/>
                    <a:ext cx="131882" cy="87614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24" name="Gelijkbenige driehoek 323">
                    <a:extLst>
                      <a:ext uri="{FF2B5EF4-FFF2-40B4-BE49-F238E27FC236}">
                        <a16:creationId xmlns:a16="http://schemas.microsoft.com/office/drawing/2014/main" id="{36C1FB18-F3BD-4EEA-A1CD-00952F2AA739}"/>
                      </a:ext>
                    </a:extLst>
                  </p:cNvPr>
                  <p:cNvSpPr/>
                  <p:nvPr userDrawn="1"/>
                </p:nvSpPr>
                <p:spPr>
                  <a:xfrm rot="10800000">
                    <a:off x="3148392" y="-420304"/>
                    <a:ext cx="131887" cy="179753"/>
                  </a:xfrm>
                  <a:prstGeom prst="triangle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  <p:sp>
          <p:nvSpPr>
            <p:cNvPr id="288" name="Rechthoek 287">
              <a:extLst>
                <a:ext uri="{FF2B5EF4-FFF2-40B4-BE49-F238E27FC236}">
                  <a16:creationId xmlns:a16="http://schemas.microsoft.com/office/drawing/2014/main" id="{68417C6B-EB33-422E-9262-8D2816918EAF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318710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Chart</a:t>
              </a:r>
            </a:p>
          </p:txBody>
        </p:sp>
        <p:sp>
          <p:nvSpPr>
            <p:cNvPr id="289" name="Ovaal 288">
              <a:extLst>
                <a:ext uri="{FF2B5EF4-FFF2-40B4-BE49-F238E27FC236}">
                  <a16:creationId xmlns:a16="http://schemas.microsoft.com/office/drawing/2014/main" id="{D85A3ABD-D12A-4A73-AB2B-32999A091C58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90" name="Rechthoek 289">
              <a:extLst>
                <a:ext uri="{FF2B5EF4-FFF2-40B4-BE49-F238E27FC236}">
                  <a16:creationId xmlns:a16="http://schemas.microsoft.com/office/drawing/2014/main" id="{9E3B9F52-182E-4867-A86A-38B4C4839680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chart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chart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91" name="Ovaal 290">
              <a:extLst>
                <a:ext uri="{FF2B5EF4-FFF2-40B4-BE49-F238E27FC236}">
                  <a16:creationId xmlns:a16="http://schemas.microsoft.com/office/drawing/2014/main" id="{58FD08C2-E2D1-43CB-90AE-565C75D06958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92" name="Rechthoek 291">
              <a:extLst>
                <a:ext uri="{FF2B5EF4-FFF2-40B4-BE49-F238E27FC236}">
                  <a16:creationId xmlns:a16="http://schemas.microsoft.com/office/drawing/2014/main" id="{1757F333-2EC4-460D-8E2A-563DD31694D5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chart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93" name="Groep 292">
              <a:extLst>
                <a:ext uri="{FF2B5EF4-FFF2-40B4-BE49-F238E27FC236}">
                  <a16:creationId xmlns:a16="http://schemas.microsoft.com/office/drawing/2014/main" id="{CEFD0E07-EBF3-4033-8035-D7279B6E4F42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304" name="Rechthoek 303">
                <a:extLst>
                  <a:ext uri="{FF2B5EF4-FFF2-40B4-BE49-F238E27FC236}">
                    <a16:creationId xmlns:a16="http://schemas.microsoft.com/office/drawing/2014/main" id="{2B822E4A-723D-4558-9410-6C1A2E118774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305" name="Rechte verbindingslijn 304">
                <a:extLst>
                  <a:ext uri="{FF2B5EF4-FFF2-40B4-BE49-F238E27FC236}">
                    <a16:creationId xmlns:a16="http://schemas.microsoft.com/office/drawing/2014/main" id="{D562A2B8-A5C2-4529-8019-5EEB51D8086F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306" name="Gelijkbenige driehoek 305">
                <a:extLst>
                  <a:ext uri="{FF2B5EF4-FFF2-40B4-BE49-F238E27FC236}">
                    <a16:creationId xmlns:a16="http://schemas.microsoft.com/office/drawing/2014/main" id="{794DD8AE-C766-40B6-AA48-DBAA88D3F389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94" name="Groep 293">
              <a:extLst>
                <a:ext uri="{FF2B5EF4-FFF2-40B4-BE49-F238E27FC236}">
                  <a16:creationId xmlns:a16="http://schemas.microsoft.com/office/drawing/2014/main" id="{283CF363-E09D-4793-8880-376FE85D17B0}"/>
                </a:ext>
              </a:extLst>
            </p:cNvPr>
            <p:cNvGrpSpPr/>
            <p:nvPr userDrawn="1"/>
          </p:nvGrpSpPr>
          <p:grpSpPr>
            <a:xfrm>
              <a:off x="-3316599" y="1232480"/>
              <a:ext cx="289372" cy="314992"/>
              <a:chOff x="7322769" y="-310267"/>
              <a:chExt cx="289372" cy="314992"/>
            </a:xfrm>
          </p:grpSpPr>
          <p:sp>
            <p:nvSpPr>
              <p:cNvPr id="301" name="Rechthoek 300">
                <a:extLst>
                  <a:ext uri="{FF2B5EF4-FFF2-40B4-BE49-F238E27FC236}">
                    <a16:creationId xmlns:a16="http://schemas.microsoft.com/office/drawing/2014/main" id="{136CA0D2-EB0B-43B6-BF13-F4894FF8A32E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2" name="Rechthoek 301">
                <a:extLst>
                  <a:ext uri="{FF2B5EF4-FFF2-40B4-BE49-F238E27FC236}">
                    <a16:creationId xmlns:a16="http://schemas.microsoft.com/office/drawing/2014/main" id="{DA642F85-4779-4467-89DA-082CD65EDFB4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3" name="Rechthoek 302">
                <a:extLst>
                  <a:ext uri="{FF2B5EF4-FFF2-40B4-BE49-F238E27FC236}">
                    <a16:creationId xmlns:a16="http://schemas.microsoft.com/office/drawing/2014/main" id="{BE1BD8A3-9D57-46C8-972E-2DD6BB0F72F4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95" name="Ovaal 294">
              <a:extLst>
                <a:ext uri="{FF2B5EF4-FFF2-40B4-BE49-F238E27FC236}">
                  <a16:creationId xmlns:a16="http://schemas.microsoft.com/office/drawing/2014/main" id="{89DB545C-4D81-41EF-A9FD-F32A613EE613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96" name="Rechthoek 295">
              <a:extLst>
                <a:ext uri="{FF2B5EF4-FFF2-40B4-BE49-F238E27FC236}">
                  <a16:creationId xmlns:a16="http://schemas.microsoft.com/office/drawing/2014/main" id="{B61BA44A-320B-4327-8242-EF0D3193A8C8}"/>
                </a:ext>
              </a:extLst>
            </p:cNvPr>
            <p:cNvSpPr/>
            <p:nvPr userDrawn="1"/>
          </p:nvSpPr>
          <p:spPr>
            <a:xfrm>
              <a:off x="-3319415" y="2555610"/>
              <a:ext cx="2944682" cy="46054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chart by clicking on various parts of the chart and using the various options 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‘Chart Tools’ - ‘Format’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sp>
          <p:nvSpPr>
            <p:cNvPr id="297" name="Rechthoek 296">
              <a:extLst>
                <a:ext uri="{FF2B5EF4-FFF2-40B4-BE49-F238E27FC236}">
                  <a16:creationId xmlns:a16="http://schemas.microsoft.com/office/drawing/2014/main" id="{51374C1B-FDF2-45E2-B6AA-6C460403937F}"/>
                </a:ext>
              </a:extLst>
            </p:cNvPr>
            <p:cNvSpPr/>
            <p:nvPr userDrawn="1"/>
          </p:nvSpPr>
          <p:spPr>
            <a:xfrm>
              <a:off x="-3786437" y="502725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98" name="ICOON_info">
              <a:extLst>
                <a:ext uri="{FF2B5EF4-FFF2-40B4-BE49-F238E27FC236}">
                  <a16:creationId xmlns:a16="http://schemas.microsoft.com/office/drawing/2014/main" id="{BE16BEBD-9C0F-4307-8BA9-A0B70926CD3D}"/>
                </a:ext>
              </a:extLst>
            </p:cNvPr>
            <p:cNvGrpSpPr/>
            <p:nvPr userDrawn="1"/>
          </p:nvGrpSpPr>
          <p:grpSpPr>
            <a:xfrm>
              <a:off x="-376736" y="4856209"/>
              <a:ext cx="283685" cy="283685"/>
              <a:chOff x="-376736" y="5583395"/>
              <a:chExt cx="283685" cy="283685"/>
            </a:xfrm>
          </p:grpSpPr>
          <p:sp>
            <p:nvSpPr>
              <p:cNvPr id="299" name="Ovaal 298">
                <a:extLst>
                  <a:ext uri="{FF2B5EF4-FFF2-40B4-BE49-F238E27FC236}">
                    <a16:creationId xmlns:a16="http://schemas.microsoft.com/office/drawing/2014/main" id="{E0B5D33F-FE44-4E35-AEBD-3F50108A6BC0}"/>
                  </a:ext>
                </a:extLst>
              </p:cNvPr>
              <p:cNvSpPr/>
              <p:nvPr userDrawn="1"/>
            </p:nvSpPr>
            <p:spPr>
              <a:xfrm>
                <a:off x="-356709" y="5602861"/>
                <a:ext cx="244751" cy="244751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0" name="Graphic 163" descr="Informatie">
                <a:extLst>
                  <a:ext uri="{FF2B5EF4-FFF2-40B4-BE49-F238E27FC236}">
                    <a16:creationId xmlns:a16="http://schemas.microsoft.com/office/drawing/2014/main" id="{DEE297B2-0222-4420-986B-5B2A2A79044F}"/>
                  </a:ext>
                </a:extLst>
              </p:cNvPr>
              <p:cNvSpPr/>
              <p:nvPr userDrawn="1"/>
            </p:nvSpPr>
            <p:spPr>
              <a:xfrm>
                <a:off x="-376736" y="5583395"/>
                <a:ext cx="283685" cy="28368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65" name="Tijdelijke aanduiding voor tekst 17">
            <a:extLst>
              <a:ext uri="{FF2B5EF4-FFF2-40B4-BE49-F238E27FC236}">
                <a16:creationId xmlns:a16="http://schemas.microsoft.com/office/drawing/2014/main" id="{A2C44706-6E12-CA1D-F947-1D130D190C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1" y="6252359"/>
            <a:ext cx="3015962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Place your source here</a:t>
            </a:r>
          </a:p>
        </p:txBody>
      </p:sp>
      <p:sp>
        <p:nvSpPr>
          <p:cNvPr id="66" name="Tijdelijke aanduiding voor tekst 17">
            <a:extLst>
              <a:ext uri="{FF2B5EF4-FFF2-40B4-BE49-F238E27FC236}">
                <a16:creationId xmlns:a16="http://schemas.microsoft.com/office/drawing/2014/main" id="{00929343-2F74-CA4F-AD60-BBEF4D2D1D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37607" y="6252359"/>
            <a:ext cx="2889489" cy="151200"/>
          </a:xfrm>
        </p:spPr>
        <p:txBody>
          <a:bodyPr tIns="0" anchor="ctr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Note:</a:t>
            </a:r>
          </a:p>
        </p:txBody>
      </p:sp>
      <p:sp>
        <p:nvSpPr>
          <p:cNvPr id="67" name="Tijdelijke aanduiding voor dianummer 15">
            <a:extLst>
              <a:ext uri="{FF2B5EF4-FFF2-40B4-BE49-F238E27FC236}">
                <a16:creationId xmlns:a16="http://schemas.microsoft.com/office/drawing/2014/main" id="{739C6D03-5CD6-0368-36C4-F17B2D2DBB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951532" y="625235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8" name="Tijdelijke aanduiding voor tekst 17">
            <a:extLst>
              <a:ext uri="{FF2B5EF4-FFF2-40B4-BE49-F238E27FC236}">
                <a16:creationId xmlns:a16="http://schemas.microsoft.com/office/drawing/2014/main" id="{B1EDFC6D-B530-B793-4313-B3089FFEFD8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12080" y="6252359"/>
            <a:ext cx="306387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Presentation title | Version # | Slide:</a:t>
            </a:r>
          </a:p>
        </p:txBody>
      </p:sp>
      <p:sp>
        <p:nvSpPr>
          <p:cNvPr id="122" name="Tijdelijke aanduiding voor grafiek 121">
            <a:extLst>
              <a:ext uri="{FF2B5EF4-FFF2-40B4-BE49-F238E27FC236}">
                <a16:creationId xmlns:a16="http://schemas.microsoft.com/office/drawing/2014/main" id="{69609C3B-82AB-467C-A929-F73E0B29FB10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>
          <a:xfrm>
            <a:off x="714978" y="1460258"/>
            <a:ext cx="10936773" cy="4736150"/>
          </a:xfrm>
          <a:custGeom>
            <a:avLst/>
            <a:gdLst>
              <a:gd name="connsiteX0" fmla="*/ 0 w 10936773"/>
              <a:gd name="connsiteY0" fmla="*/ 0 h 4399206"/>
              <a:gd name="connsiteX1" fmla="*/ 5556250 w 10936773"/>
              <a:gd name="connsiteY1" fmla="*/ 0 h 4399206"/>
              <a:gd name="connsiteX2" fmla="*/ 10936773 w 10936773"/>
              <a:gd name="connsiteY2" fmla="*/ 0 h 4399206"/>
              <a:gd name="connsiteX3" fmla="*/ 10936773 w 10936773"/>
              <a:gd name="connsiteY3" fmla="*/ 4399206 h 4399206"/>
              <a:gd name="connsiteX4" fmla="*/ 5556250 w 10936773"/>
              <a:gd name="connsiteY4" fmla="*/ 4399206 h 4399206"/>
              <a:gd name="connsiteX5" fmla="*/ 0 w 10936773"/>
              <a:gd name="connsiteY5" fmla="*/ 4399206 h 439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36773" h="4399206">
                <a:moveTo>
                  <a:pt x="0" y="0"/>
                </a:moveTo>
                <a:lnTo>
                  <a:pt x="5556250" y="0"/>
                </a:lnTo>
                <a:lnTo>
                  <a:pt x="10936773" y="0"/>
                </a:lnTo>
                <a:lnTo>
                  <a:pt x="10936773" y="4399206"/>
                </a:lnTo>
                <a:lnTo>
                  <a:pt x="5556250" y="4399206"/>
                </a:lnTo>
                <a:lnTo>
                  <a:pt x="0" y="4399206"/>
                </a:lnTo>
                <a:close/>
              </a:path>
            </a:pathLst>
          </a:custGeom>
          <a:noFill/>
        </p:spPr>
        <p:txBody>
          <a:bodyPr wrap="square" tIns="0" b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below </a:t>
            </a:r>
            <a:br>
              <a:rPr lang="en-GB"/>
            </a:br>
            <a:r>
              <a:rPr lang="en-GB"/>
              <a:t>to add a graph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Need help? To the side of the slides </a:t>
            </a:r>
            <a:br>
              <a:rPr lang="en-GB"/>
            </a:br>
            <a:r>
              <a:rPr lang="en-GB"/>
              <a:t>you will find additional instructions</a:t>
            </a:r>
          </a:p>
        </p:txBody>
      </p:sp>
      <p:sp>
        <p:nvSpPr>
          <p:cNvPr id="64" name="Tijdelijke aanduiding voor tekst 6">
            <a:extLst>
              <a:ext uri="{FF2B5EF4-FFF2-40B4-BE49-F238E27FC236}">
                <a16:creationId xmlns:a16="http://schemas.microsoft.com/office/drawing/2014/main" id="{35083CCE-B879-B8CB-0768-10D6A8E46C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0" y="6400800"/>
            <a:ext cx="12192000" cy="456958"/>
          </a:xfrm>
          <a:blipFill>
            <a:blip r:embed="rId2"/>
            <a:srcRect/>
            <a:stretch>
              <a:fillRect t="-2396908" b="-43608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rgbClr val="F2F2F2"/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71" name="Tijdelijke aanduiding voor tekst 168">
            <a:extLst>
              <a:ext uri="{FF2B5EF4-FFF2-40B4-BE49-F238E27FC236}">
                <a16:creationId xmlns:a16="http://schemas.microsoft.com/office/drawing/2014/main" id="{E5FEBDAF-D1E5-E0AE-D3C9-FF5D6A46D0E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413020" y="5042426"/>
            <a:ext cx="1251590" cy="1815574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771" b="-771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4103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b="1" i="0" u="none" cap="all" baseline="0" noProof="0">
                <a:solidFill>
                  <a:schemeClr val="bg2">
                    <a:lumMod val="75000"/>
                  </a:schemeClr>
                </a:solidFill>
                <a:latin typeface="+mj-lt"/>
              </a:rPr>
              <a:t>TEXT + TABLE</a:t>
            </a:r>
          </a:p>
        </p:txBody>
      </p:sp>
      <p:sp>
        <p:nvSpPr>
          <p:cNvPr id="145" name="Tijdelijke aanduiding voor tekst 12">
            <a:extLst>
              <a:ext uri="{FF2B5EF4-FFF2-40B4-BE49-F238E27FC236}">
                <a16:creationId xmlns:a16="http://schemas.microsoft.com/office/drawing/2014/main" id="{01C87A9F-ADB9-42B3-8CFA-FA09C682F7D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subtitle here</a:t>
            </a:r>
            <a:br>
              <a:rPr lang="en-GB"/>
            </a:br>
            <a:r>
              <a:rPr lang="en-GB"/>
              <a:t>(Max. two sentences)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C5CF583-58E2-4412-861D-4BB8A27D5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Place title here</a:t>
            </a:r>
            <a:endParaRPr lang="en-GB"/>
          </a:p>
        </p:txBody>
      </p:sp>
      <p:grpSp>
        <p:nvGrpSpPr>
          <p:cNvPr id="120" name="INSTRUCTION">
            <a:extLst>
              <a:ext uri="{FF2B5EF4-FFF2-40B4-BE49-F238E27FC236}">
                <a16:creationId xmlns:a16="http://schemas.microsoft.com/office/drawing/2014/main" id="{75597BA8-2F1E-4CF6-881E-811E3CC44920}"/>
              </a:ext>
            </a:extLst>
          </p:cNvPr>
          <p:cNvGrpSpPr/>
          <p:nvPr userDrawn="1"/>
        </p:nvGrpSpPr>
        <p:grpSpPr>
          <a:xfrm>
            <a:off x="12377595" y="2"/>
            <a:ext cx="3693386" cy="4050990"/>
            <a:chOff x="-3786437" y="2"/>
            <a:chExt cx="3693386" cy="4050990"/>
          </a:xfrm>
        </p:grpSpPr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68EF90BA-9966-4BA8-A34B-108609C8FFA3}"/>
                </a:ext>
              </a:extLst>
            </p:cNvPr>
            <p:cNvSpPr/>
            <p:nvPr userDrawn="1"/>
          </p:nvSpPr>
          <p:spPr>
            <a:xfrm>
              <a:off x="-3786165" y="2"/>
              <a:ext cx="3593091" cy="331640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table</a:t>
              </a:r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8C0BC930-9EB4-4C0C-B4C3-F3829C72532F}"/>
                </a:ext>
              </a:extLst>
            </p:cNvPr>
            <p:cNvSpPr/>
            <p:nvPr userDrawn="1"/>
          </p:nvSpPr>
          <p:spPr>
            <a:xfrm>
              <a:off x="-3786437" y="322299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D1C3E7AF-8465-4989-8929-29366CE500A7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038FCB52-6C4F-40E4-8CF5-5C98FE7D3230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table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table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5" name="Ovaal 124">
              <a:extLst>
                <a:ext uri="{FF2B5EF4-FFF2-40B4-BE49-F238E27FC236}">
                  <a16:creationId xmlns:a16="http://schemas.microsoft.com/office/drawing/2014/main" id="{356E5E15-E86D-4007-AC89-DFF81736D41B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6" name="Rechthoek 125">
              <a:extLst>
                <a:ext uri="{FF2B5EF4-FFF2-40B4-BE49-F238E27FC236}">
                  <a16:creationId xmlns:a16="http://schemas.microsoft.com/office/drawing/2014/main" id="{6020AAFE-2841-472B-B38F-9B25078D6B3E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number of rows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columns and click 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‘OK’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7" name="Groep 126">
              <a:extLst>
                <a:ext uri="{FF2B5EF4-FFF2-40B4-BE49-F238E27FC236}">
                  <a16:creationId xmlns:a16="http://schemas.microsoft.com/office/drawing/2014/main" id="{A45028AD-4C73-48DE-9181-3AC3FFE1E5D7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42" name="Rechthoek 141">
                <a:extLst>
                  <a:ext uri="{FF2B5EF4-FFF2-40B4-BE49-F238E27FC236}">
                    <a16:creationId xmlns:a16="http://schemas.microsoft.com/office/drawing/2014/main" id="{F0EE1120-8A09-4893-8C5A-70195EE14733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OK</a:t>
                </a:r>
              </a:p>
            </p:txBody>
          </p:sp>
          <p:cxnSp>
            <p:nvCxnSpPr>
              <p:cNvPr id="144" name="Rechte verbindingslijn 143">
                <a:extLst>
                  <a:ext uri="{FF2B5EF4-FFF2-40B4-BE49-F238E27FC236}">
                    <a16:creationId xmlns:a16="http://schemas.microsoft.com/office/drawing/2014/main" id="{DAB367C3-A9F0-4230-99BE-99F7AD91B58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46" name="Gelijkbenige driehoek 145">
                <a:extLst>
                  <a:ext uri="{FF2B5EF4-FFF2-40B4-BE49-F238E27FC236}">
                    <a16:creationId xmlns:a16="http://schemas.microsoft.com/office/drawing/2014/main" id="{7F203FB1-3CFE-40D5-B5D4-374F2C30E50C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28" name="Ovaal 127">
              <a:extLst>
                <a:ext uri="{FF2B5EF4-FFF2-40B4-BE49-F238E27FC236}">
                  <a16:creationId xmlns:a16="http://schemas.microsoft.com/office/drawing/2014/main" id="{26078A56-1B0A-4822-9039-21EB993A0508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9" name="Rechthoek 128">
              <a:extLst>
                <a:ext uri="{FF2B5EF4-FFF2-40B4-BE49-F238E27FC236}">
                  <a16:creationId xmlns:a16="http://schemas.microsoft.com/office/drawing/2014/main" id="{C0A2DB42-48E1-4442-A774-1C2E431DB163}"/>
                </a:ext>
              </a:extLst>
            </p:cNvPr>
            <p:cNvSpPr/>
            <p:nvPr userDrawn="1"/>
          </p:nvSpPr>
          <p:spPr>
            <a:xfrm>
              <a:off x="-3319415" y="2555609"/>
              <a:ext cx="2944682" cy="48251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table by selecting various parts of the table and using the various options 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‘Table Tools’ - ‘Format’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grpSp>
          <p:nvGrpSpPr>
            <p:cNvPr id="130" name="Tabel icoon">
              <a:extLst>
                <a:ext uri="{FF2B5EF4-FFF2-40B4-BE49-F238E27FC236}">
                  <a16:creationId xmlns:a16="http://schemas.microsoft.com/office/drawing/2014/main" id="{12D6AC3F-177D-408C-B0D4-3DDB12F419D2}"/>
                </a:ext>
              </a:extLst>
            </p:cNvPr>
            <p:cNvGrpSpPr/>
            <p:nvPr userDrawn="1"/>
          </p:nvGrpSpPr>
          <p:grpSpPr>
            <a:xfrm>
              <a:off x="-3308869" y="1240695"/>
              <a:ext cx="338201" cy="305477"/>
              <a:chOff x="6072040" y="3376043"/>
              <a:chExt cx="1227920" cy="1109109"/>
            </a:xfrm>
          </p:grpSpPr>
          <p:sp>
            <p:nvSpPr>
              <p:cNvPr id="134" name="Rechthoek 133">
                <a:extLst>
                  <a:ext uri="{FF2B5EF4-FFF2-40B4-BE49-F238E27FC236}">
                    <a16:creationId xmlns:a16="http://schemas.microsoft.com/office/drawing/2014/main" id="{C9ECD9A2-B60D-4B5F-A328-2DC7878F282B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5" name="Rechthoek 134">
                <a:extLst>
                  <a:ext uri="{FF2B5EF4-FFF2-40B4-BE49-F238E27FC236}">
                    <a16:creationId xmlns:a16="http://schemas.microsoft.com/office/drawing/2014/main" id="{69762B8C-AE32-4FEB-82CE-451BAE11DC5E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36" name="Rechte verbindingslijn 135">
                <a:extLst>
                  <a:ext uri="{FF2B5EF4-FFF2-40B4-BE49-F238E27FC236}">
                    <a16:creationId xmlns:a16="http://schemas.microsoft.com/office/drawing/2014/main" id="{CC39AEB9-2504-4C5A-B877-695CC89122C3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Rechte verbindingslijn 136">
                <a:extLst>
                  <a:ext uri="{FF2B5EF4-FFF2-40B4-BE49-F238E27FC236}">
                    <a16:creationId xmlns:a16="http://schemas.microsoft.com/office/drawing/2014/main" id="{C8EAEB40-D915-49E6-A44B-8C92FD33E474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Rechte verbindingslijn 137">
                <a:extLst>
                  <a:ext uri="{FF2B5EF4-FFF2-40B4-BE49-F238E27FC236}">
                    <a16:creationId xmlns:a16="http://schemas.microsoft.com/office/drawing/2014/main" id="{9BD8AC97-C5C1-480F-899A-A18A744C9757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Rechte verbindingslijn 138">
                <a:extLst>
                  <a:ext uri="{FF2B5EF4-FFF2-40B4-BE49-F238E27FC236}">
                    <a16:creationId xmlns:a16="http://schemas.microsoft.com/office/drawing/2014/main" id="{23A950A1-BF19-4CEE-ACB3-E9379D746649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Rechte verbindingslijn 139">
                <a:extLst>
                  <a:ext uri="{FF2B5EF4-FFF2-40B4-BE49-F238E27FC236}">
                    <a16:creationId xmlns:a16="http://schemas.microsoft.com/office/drawing/2014/main" id="{4B713E29-1F02-422F-A548-5A96D9321CEB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Rechthoek 140">
                <a:extLst>
                  <a:ext uri="{FF2B5EF4-FFF2-40B4-BE49-F238E27FC236}">
                    <a16:creationId xmlns:a16="http://schemas.microsoft.com/office/drawing/2014/main" id="{6E1EFA19-3500-460D-B0C1-257802927214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1" name="ICOON_info">
              <a:extLst>
                <a:ext uri="{FF2B5EF4-FFF2-40B4-BE49-F238E27FC236}">
                  <a16:creationId xmlns:a16="http://schemas.microsoft.com/office/drawing/2014/main" id="{D059B7E1-AE41-498D-BEF9-FCD66F7D3890}"/>
                </a:ext>
              </a:extLst>
            </p:cNvPr>
            <p:cNvGrpSpPr/>
            <p:nvPr userDrawn="1"/>
          </p:nvGrpSpPr>
          <p:grpSpPr>
            <a:xfrm>
              <a:off x="-376736" y="3259970"/>
              <a:ext cx="283685" cy="283685"/>
              <a:chOff x="-510741" y="5913713"/>
              <a:chExt cx="267555" cy="267555"/>
            </a:xfrm>
          </p:grpSpPr>
          <p:sp>
            <p:nvSpPr>
              <p:cNvPr id="132" name="Ovaal 131">
                <a:extLst>
                  <a:ext uri="{FF2B5EF4-FFF2-40B4-BE49-F238E27FC236}">
                    <a16:creationId xmlns:a16="http://schemas.microsoft.com/office/drawing/2014/main" id="{017CFD4C-7DEC-4795-B9F2-1D19D41B98F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3" name="Graphic 163" descr="Informatie">
                <a:extLst>
                  <a:ext uri="{FF2B5EF4-FFF2-40B4-BE49-F238E27FC236}">
                    <a16:creationId xmlns:a16="http://schemas.microsoft.com/office/drawing/2014/main" id="{7E044A12-1704-49F4-BE1A-0BFCA7C54AFE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95" name="INSTRUCTION">
            <a:extLst>
              <a:ext uri="{FF2B5EF4-FFF2-40B4-BE49-F238E27FC236}">
                <a16:creationId xmlns:a16="http://schemas.microsoft.com/office/drawing/2014/main" id="{06BD9D69-0106-41D0-A634-A3E612E21A6A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83A4CF8D-89EB-4BA9-A3C5-B4BF1B8449FF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9858053E-C448-4CAA-8D15-5295A7A0B331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8" name="Rechthoek 97">
              <a:extLst>
                <a:ext uri="{FF2B5EF4-FFF2-40B4-BE49-F238E27FC236}">
                  <a16:creationId xmlns:a16="http://schemas.microsoft.com/office/drawing/2014/main" id="{C63AF75C-1F55-4F27-A337-9B5468436B5B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>
                    <a:lumMod val="75000"/>
                  </a:schemeClr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99" name="Ovaal 98">
              <a:extLst>
                <a:ext uri="{FF2B5EF4-FFF2-40B4-BE49-F238E27FC236}">
                  <a16:creationId xmlns:a16="http://schemas.microsoft.com/office/drawing/2014/main" id="{65FA8DCB-9DE6-4B4E-A60E-66E36E26F13E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00" name="Rechthoek 99">
              <a:extLst>
                <a:ext uri="{FF2B5EF4-FFF2-40B4-BE49-F238E27FC236}">
                  <a16:creationId xmlns:a16="http://schemas.microsoft.com/office/drawing/2014/main" id="{2A6FC75F-7647-443E-9238-A01EDEAA403F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01" name="Ovaal 100">
              <a:extLst>
                <a:ext uri="{FF2B5EF4-FFF2-40B4-BE49-F238E27FC236}">
                  <a16:creationId xmlns:a16="http://schemas.microsoft.com/office/drawing/2014/main" id="{042BC3A0-4CC0-44B3-B00B-8129767C5BB9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02" name="Ovaal 101">
              <a:extLst>
                <a:ext uri="{FF2B5EF4-FFF2-40B4-BE49-F238E27FC236}">
                  <a16:creationId xmlns:a16="http://schemas.microsoft.com/office/drawing/2014/main" id="{31269FFA-2EDA-4240-BD44-FAF2C1A66A27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03" name="Ovaal 102">
              <a:extLst>
                <a:ext uri="{FF2B5EF4-FFF2-40B4-BE49-F238E27FC236}">
                  <a16:creationId xmlns:a16="http://schemas.microsoft.com/office/drawing/2014/main" id="{9765C18F-DAFB-46CE-A47F-2925858A4401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04" name="Ovaal 103">
              <a:extLst>
                <a:ext uri="{FF2B5EF4-FFF2-40B4-BE49-F238E27FC236}">
                  <a16:creationId xmlns:a16="http://schemas.microsoft.com/office/drawing/2014/main" id="{7C4E1816-9257-483F-8611-99AD2C005B66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05" name="Ovaal 104">
              <a:extLst>
                <a:ext uri="{FF2B5EF4-FFF2-40B4-BE49-F238E27FC236}">
                  <a16:creationId xmlns:a16="http://schemas.microsoft.com/office/drawing/2014/main" id="{5F18164D-6EEF-4C7C-80CB-52DD4D72BD6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06" name="Ovaal 105">
              <a:extLst>
                <a:ext uri="{FF2B5EF4-FFF2-40B4-BE49-F238E27FC236}">
                  <a16:creationId xmlns:a16="http://schemas.microsoft.com/office/drawing/2014/main" id="{BE35B84D-6A99-4CDB-9B9B-591B8C0DF738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07" name="Ovaal 106">
              <a:extLst>
                <a:ext uri="{FF2B5EF4-FFF2-40B4-BE49-F238E27FC236}">
                  <a16:creationId xmlns:a16="http://schemas.microsoft.com/office/drawing/2014/main" id="{A17CE2D2-76B5-40F6-B859-69CF35C8FFB3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08" name="Rechthoek 107">
              <a:extLst>
                <a:ext uri="{FF2B5EF4-FFF2-40B4-BE49-F238E27FC236}">
                  <a16:creationId xmlns:a16="http://schemas.microsoft.com/office/drawing/2014/main" id="{F09CC1CD-0CD8-43DE-B5BE-63737061E113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109" name="ICOON_info">
              <a:extLst>
                <a:ext uri="{FF2B5EF4-FFF2-40B4-BE49-F238E27FC236}">
                  <a16:creationId xmlns:a16="http://schemas.microsoft.com/office/drawing/2014/main" id="{CA2EDC5D-E0F1-4F52-8A22-DF48F7AB6AB4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39" name="Ovaal 238">
                <a:extLst>
                  <a:ext uri="{FF2B5EF4-FFF2-40B4-BE49-F238E27FC236}">
                    <a16:creationId xmlns:a16="http://schemas.microsoft.com/office/drawing/2014/main" id="{8B9F9E25-215B-4EF4-96C3-E8953AE4A7E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0" name="Graphic 163" descr="Informatie">
                <a:extLst>
                  <a:ext uri="{FF2B5EF4-FFF2-40B4-BE49-F238E27FC236}">
                    <a16:creationId xmlns:a16="http://schemas.microsoft.com/office/drawing/2014/main" id="{B2D3430B-2B0D-4664-BAC6-1C6836979A0D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0" name="VOORBEELD">
              <a:extLst>
                <a:ext uri="{FF2B5EF4-FFF2-40B4-BE49-F238E27FC236}">
                  <a16:creationId xmlns:a16="http://schemas.microsoft.com/office/drawing/2014/main" id="{84B30B90-7156-441E-ADAA-169BB6EBAF51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11" name="Rechthoek 110">
                <a:extLst>
                  <a:ext uri="{FF2B5EF4-FFF2-40B4-BE49-F238E27FC236}">
                    <a16:creationId xmlns:a16="http://schemas.microsoft.com/office/drawing/2014/main" id="{BE9FB93D-0BCB-4F00-9538-29716F3C4316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12" name="Rechthoek 111">
                <a:extLst>
                  <a:ext uri="{FF2B5EF4-FFF2-40B4-BE49-F238E27FC236}">
                    <a16:creationId xmlns:a16="http://schemas.microsoft.com/office/drawing/2014/main" id="{3E9AD51A-909A-4B2A-84A4-1C0E244F0EC1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13" name="Groep 112">
                <a:extLst>
                  <a:ext uri="{FF2B5EF4-FFF2-40B4-BE49-F238E27FC236}">
                    <a16:creationId xmlns:a16="http://schemas.microsoft.com/office/drawing/2014/main" id="{8B703652-5E38-48AB-9CDB-2CF88860A574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22" name="Groep 221">
                  <a:extLst>
                    <a:ext uri="{FF2B5EF4-FFF2-40B4-BE49-F238E27FC236}">
                      <a16:creationId xmlns:a16="http://schemas.microsoft.com/office/drawing/2014/main" id="{77B02B38-B5A4-400E-99E1-2A91D32C019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24" name="Rechte verbindingslijn 223">
                    <a:extLst>
                      <a:ext uri="{FF2B5EF4-FFF2-40B4-BE49-F238E27FC236}">
                        <a16:creationId xmlns:a16="http://schemas.microsoft.com/office/drawing/2014/main" id="{DC14772E-1A9E-49C6-AB76-40ADF4EB29C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5" name="Rechte verbindingslijn 234">
                    <a:extLst>
                      <a:ext uri="{FF2B5EF4-FFF2-40B4-BE49-F238E27FC236}">
                        <a16:creationId xmlns:a16="http://schemas.microsoft.com/office/drawing/2014/main" id="{AB97CA8E-F34F-4F81-B984-90304B0D21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6" name="Rechte verbindingslijn 235">
                    <a:extLst>
                      <a:ext uri="{FF2B5EF4-FFF2-40B4-BE49-F238E27FC236}">
                        <a16:creationId xmlns:a16="http://schemas.microsoft.com/office/drawing/2014/main" id="{ADEA3B9B-6C8B-4737-9ED0-CAEFFDF6B18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7" name="Rechte verbindingslijn 236">
                    <a:extLst>
                      <a:ext uri="{FF2B5EF4-FFF2-40B4-BE49-F238E27FC236}">
                        <a16:creationId xmlns:a16="http://schemas.microsoft.com/office/drawing/2014/main" id="{00075D9A-7D6F-4D5B-A11D-9349BD0F896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8" name="Rechte verbindingslijn 237">
                    <a:extLst>
                      <a:ext uri="{FF2B5EF4-FFF2-40B4-BE49-F238E27FC236}">
                        <a16:creationId xmlns:a16="http://schemas.microsoft.com/office/drawing/2014/main" id="{B45D9E71-28DA-461D-9B07-823347B39D6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23" name="Pijl: rechts 222">
                  <a:extLst>
                    <a:ext uri="{FF2B5EF4-FFF2-40B4-BE49-F238E27FC236}">
                      <a16:creationId xmlns:a16="http://schemas.microsoft.com/office/drawing/2014/main" id="{5364B463-9C05-4EFF-80DB-43DFBE1C2C23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14" name="Groep 113">
                <a:extLst>
                  <a:ext uri="{FF2B5EF4-FFF2-40B4-BE49-F238E27FC236}">
                    <a16:creationId xmlns:a16="http://schemas.microsoft.com/office/drawing/2014/main" id="{C0DF2C63-50FD-4180-82EA-54B4889F294C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15" name="Groep 214">
                  <a:extLst>
                    <a:ext uri="{FF2B5EF4-FFF2-40B4-BE49-F238E27FC236}">
                      <a16:creationId xmlns:a16="http://schemas.microsoft.com/office/drawing/2014/main" id="{B34BBD65-D22E-4AF6-AF7C-0B6AA1AFDC2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17" name="Rechte verbindingslijn 216">
                    <a:extLst>
                      <a:ext uri="{FF2B5EF4-FFF2-40B4-BE49-F238E27FC236}">
                        <a16:creationId xmlns:a16="http://schemas.microsoft.com/office/drawing/2014/main" id="{51B9E142-DE13-4C92-A8DC-B089509B96A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8" name="Rechte verbindingslijn 217">
                    <a:extLst>
                      <a:ext uri="{FF2B5EF4-FFF2-40B4-BE49-F238E27FC236}">
                        <a16:creationId xmlns:a16="http://schemas.microsoft.com/office/drawing/2014/main" id="{3CC79920-5589-44C6-B6C2-316269D7BAC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9" name="Rechte verbindingslijn 218">
                    <a:extLst>
                      <a:ext uri="{FF2B5EF4-FFF2-40B4-BE49-F238E27FC236}">
                        <a16:creationId xmlns:a16="http://schemas.microsoft.com/office/drawing/2014/main" id="{BDEDE598-0484-4A88-BD4B-74A4497E194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0" name="Rechte verbindingslijn 219">
                    <a:extLst>
                      <a:ext uri="{FF2B5EF4-FFF2-40B4-BE49-F238E27FC236}">
                        <a16:creationId xmlns:a16="http://schemas.microsoft.com/office/drawing/2014/main" id="{1F20CCBD-9A9F-4A37-9C5F-736C45F4ECA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1" name="Rechte verbindingslijn 220">
                    <a:extLst>
                      <a:ext uri="{FF2B5EF4-FFF2-40B4-BE49-F238E27FC236}">
                        <a16:creationId xmlns:a16="http://schemas.microsoft.com/office/drawing/2014/main" id="{CB4D7609-9746-4E27-AAC8-6BEDE87AA2E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16" name="Pijl: rechts 215">
                  <a:extLst>
                    <a:ext uri="{FF2B5EF4-FFF2-40B4-BE49-F238E27FC236}">
                      <a16:creationId xmlns:a16="http://schemas.microsoft.com/office/drawing/2014/main" id="{A1CB3A54-DE50-414D-984A-F88C5CD6B944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15" name="Rechte verbindingslijn 114">
                <a:extLst>
                  <a:ext uri="{FF2B5EF4-FFF2-40B4-BE49-F238E27FC236}">
                    <a16:creationId xmlns:a16="http://schemas.microsoft.com/office/drawing/2014/main" id="{C3F0E0FC-9088-4752-937C-F0F01A2CE39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16" name="Rechte verbindingslijn 115">
                <a:extLst>
                  <a:ext uri="{FF2B5EF4-FFF2-40B4-BE49-F238E27FC236}">
                    <a16:creationId xmlns:a16="http://schemas.microsoft.com/office/drawing/2014/main" id="{1B13E4F5-DEB5-48E5-B48C-2F8E180CC0A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17" name="Rechthoek 116">
                <a:extLst>
                  <a:ext uri="{FF2B5EF4-FFF2-40B4-BE49-F238E27FC236}">
                    <a16:creationId xmlns:a16="http://schemas.microsoft.com/office/drawing/2014/main" id="{E7D9AC40-A32F-43D3-8B61-B7303A3A74BC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118" name="Rechthoek 117">
                <a:extLst>
                  <a:ext uri="{FF2B5EF4-FFF2-40B4-BE49-F238E27FC236}">
                    <a16:creationId xmlns:a16="http://schemas.microsoft.com/office/drawing/2014/main" id="{938980A3-AF6B-4CF0-BD08-94F83F613B67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119" name="Groep 118">
                <a:extLst>
                  <a:ext uri="{FF2B5EF4-FFF2-40B4-BE49-F238E27FC236}">
                    <a16:creationId xmlns:a16="http://schemas.microsoft.com/office/drawing/2014/main" id="{FFFC1354-679E-4AC8-8ECE-779FB7C1FDDD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07" name="Rechthoek 206">
                  <a:extLst>
                    <a:ext uri="{FF2B5EF4-FFF2-40B4-BE49-F238E27FC236}">
                      <a16:creationId xmlns:a16="http://schemas.microsoft.com/office/drawing/2014/main" id="{6939DE21-6B89-4A74-A472-5E456E481A9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08" name="Groep 207">
                  <a:extLst>
                    <a:ext uri="{FF2B5EF4-FFF2-40B4-BE49-F238E27FC236}">
                      <a16:creationId xmlns:a16="http://schemas.microsoft.com/office/drawing/2014/main" id="{82B8B6B1-B417-401C-BF63-C9ECD8AC8CC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10" name="Rechte verbindingslijn 209">
                    <a:extLst>
                      <a:ext uri="{FF2B5EF4-FFF2-40B4-BE49-F238E27FC236}">
                        <a16:creationId xmlns:a16="http://schemas.microsoft.com/office/drawing/2014/main" id="{9EE325B0-7717-4501-8F99-746F218112C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1" name="Rechte verbindingslijn 210">
                    <a:extLst>
                      <a:ext uri="{FF2B5EF4-FFF2-40B4-BE49-F238E27FC236}">
                        <a16:creationId xmlns:a16="http://schemas.microsoft.com/office/drawing/2014/main" id="{F1D7C635-BD0A-4748-8792-1F2C7E2B19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2" name="Rechte verbindingslijn 211">
                    <a:extLst>
                      <a:ext uri="{FF2B5EF4-FFF2-40B4-BE49-F238E27FC236}">
                        <a16:creationId xmlns:a16="http://schemas.microsoft.com/office/drawing/2014/main" id="{0BE4E53C-335A-48F3-89C0-47F3547559B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3" name="Rechte verbindingslijn 212">
                    <a:extLst>
                      <a:ext uri="{FF2B5EF4-FFF2-40B4-BE49-F238E27FC236}">
                        <a16:creationId xmlns:a16="http://schemas.microsoft.com/office/drawing/2014/main" id="{00CC2428-19D0-4CFB-982D-E838F556A8E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4" name="Rechte verbindingslijn 213">
                    <a:extLst>
                      <a:ext uri="{FF2B5EF4-FFF2-40B4-BE49-F238E27FC236}">
                        <a16:creationId xmlns:a16="http://schemas.microsoft.com/office/drawing/2014/main" id="{EB645FD6-BAC0-4DFE-9913-AB4DB5E98EE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09" name="Pijl: rechts 208">
                  <a:extLst>
                    <a:ext uri="{FF2B5EF4-FFF2-40B4-BE49-F238E27FC236}">
                      <a16:creationId xmlns:a16="http://schemas.microsoft.com/office/drawing/2014/main" id="{56D62915-AB3A-428D-AC12-2B8CA7C89AA0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7" name="Groep 196">
                <a:extLst>
                  <a:ext uri="{FF2B5EF4-FFF2-40B4-BE49-F238E27FC236}">
                    <a16:creationId xmlns:a16="http://schemas.microsoft.com/office/drawing/2014/main" id="{E532FE52-4BFD-41CC-A517-B24BCAA7917C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99" name="Rechthoek 198">
                  <a:extLst>
                    <a:ext uri="{FF2B5EF4-FFF2-40B4-BE49-F238E27FC236}">
                      <a16:creationId xmlns:a16="http://schemas.microsoft.com/office/drawing/2014/main" id="{57DF8DC4-483B-43F4-A394-819634123295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00" name="Groep 199">
                  <a:extLst>
                    <a:ext uri="{FF2B5EF4-FFF2-40B4-BE49-F238E27FC236}">
                      <a16:creationId xmlns:a16="http://schemas.microsoft.com/office/drawing/2014/main" id="{DFD5859D-73F2-491B-8859-C833862C409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02" name="Rechte verbindingslijn 201">
                    <a:extLst>
                      <a:ext uri="{FF2B5EF4-FFF2-40B4-BE49-F238E27FC236}">
                        <a16:creationId xmlns:a16="http://schemas.microsoft.com/office/drawing/2014/main" id="{1E369265-3C8D-4161-B893-C73799B5D77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3" name="Rechte verbindingslijn 202">
                    <a:extLst>
                      <a:ext uri="{FF2B5EF4-FFF2-40B4-BE49-F238E27FC236}">
                        <a16:creationId xmlns:a16="http://schemas.microsoft.com/office/drawing/2014/main" id="{98D572C8-1B4A-4F4D-A502-A28A29D7833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4" name="Rechte verbindingslijn 203">
                    <a:extLst>
                      <a:ext uri="{FF2B5EF4-FFF2-40B4-BE49-F238E27FC236}">
                        <a16:creationId xmlns:a16="http://schemas.microsoft.com/office/drawing/2014/main" id="{BDFA3B08-9FCF-4935-8182-075C732A386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5" name="Rechte verbindingslijn 204">
                    <a:extLst>
                      <a:ext uri="{FF2B5EF4-FFF2-40B4-BE49-F238E27FC236}">
                        <a16:creationId xmlns:a16="http://schemas.microsoft.com/office/drawing/2014/main" id="{C1DBCF34-6302-40CA-8624-6F8862ED2E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6" name="Rechte verbindingslijn 205">
                    <a:extLst>
                      <a:ext uri="{FF2B5EF4-FFF2-40B4-BE49-F238E27FC236}">
                        <a16:creationId xmlns:a16="http://schemas.microsoft.com/office/drawing/2014/main" id="{9D78ED91-2423-40D5-AC35-242F65B5801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01" name="Pijl: rechts 200">
                  <a:extLst>
                    <a:ext uri="{FF2B5EF4-FFF2-40B4-BE49-F238E27FC236}">
                      <a16:creationId xmlns:a16="http://schemas.microsoft.com/office/drawing/2014/main" id="{36726BF4-AF8F-4862-B102-F334C0BB370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624139" y="1805650"/>
            <a:ext cx="5027612" cy="4390758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#1</a:t>
            </a:r>
          </a:p>
          <a:p>
            <a:pPr lvl="2"/>
            <a:r>
              <a:rPr lang="en-GB" noProof="0"/>
              <a:t>Sub-bullet #2</a:t>
            </a:r>
          </a:p>
          <a:p>
            <a:pPr lvl="3"/>
            <a:r>
              <a:rPr lang="en-GB" noProof="0"/>
              <a:t>Default text</a:t>
            </a:r>
          </a:p>
          <a:p>
            <a:pPr lvl="4"/>
            <a:r>
              <a:rPr lang="en-GB" noProof="0"/>
              <a:t>Subtitle #1</a:t>
            </a:r>
          </a:p>
          <a:p>
            <a:pPr lvl="5"/>
            <a:r>
              <a:rPr lang="en-GB" noProof="0"/>
              <a:t>Alt. subtitle #2</a:t>
            </a:r>
          </a:p>
          <a:p>
            <a:pPr lvl="6"/>
            <a:r>
              <a:rPr lang="en-GB" noProof="0"/>
              <a:t>Numeric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Quote</a:t>
            </a:r>
          </a:p>
        </p:txBody>
      </p:sp>
      <p:sp>
        <p:nvSpPr>
          <p:cNvPr id="198" name="Tijdelijke aanduiding voor tabel 197">
            <a:extLst>
              <a:ext uri="{FF2B5EF4-FFF2-40B4-BE49-F238E27FC236}">
                <a16:creationId xmlns:a16="http://schemas.microsoft.com/office/drawing/2014/main" id="{9AE5B91E-5735-41AD-ABB9-2C8A950757CB}"/>
              </a:ext>
            </a:extLst>
          </p:cNvPr>
          <p:cNvSpPr>
            <a:spLocks noGrp="1"/>
          </p:cNvSpPr>
          <p:nvPr>
            <p:ph type="tbl" sz="quarter" idx="20" hasCustomPrompt="1"/>
          </p:nvPr>
        </p:nvSpPr>
        <p:spPr>
          <a:xfrm>
            <a:off x="714978" y="1805650"/>
            <a:ext cx="5555751" cy="4390758"/>
          </a:xfrm>
          <a:custGeom>
            <a:avLst/>
            <a:gdLst>
              <a:gd name="connsiteX0" fmla="*/ 0 w 5559341"/>
              <a:gd name="connsiteY0" fmla="*/ 0 h 4399206"/>
              <a:gd name="connsiteX1" fmla="*/ 5559341 w 5559341"/>
              <a:gd name="connsiteY1" fmla="*/ 0 h 4399206"/>
              <a:gd name="connsiteX2" fmla="*/ 5559341 w 5559341"/>
              <a:gd name="connsiteY2" fmla="*/ 4399206 h 4399206"/>
              <a:gd name="connsiteX3" fmla="*/ 0 w 5559341"/>
              <a:gd name="connsiteY3" fmla="*/ 4399206 h 439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59341" h="4399206">
                <a:moveTo>
                  <a:pt x="0" y="0"/>
                </a:moveTo>
                <a:lnTo>
                  <a:pt x="5559341" y="0"/>
                </a:lnTo>
                <a:lnTo>
                  <a:pt x="5559341" y="4399206"/>
                </a:lnTo>
                <a:lnTo>
                  <a:pt x="0" y="4399206"/>
                </a:lnTo>
                <a:close/>
              </a:path>
            </a:pathLst>
          </a:custGeom>
          <a:noFill/>
        </p:spPr>
        <p:txBody>
          <a:bodyPr wrap="square" tIns="0" b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below </a:t>
            </a:r>
            <a:br>
              <a:rPr lang="en-GB"/>
            </a:br>
            <a:r>
              <a:rPr lang="en-GB"/>
              <a:t>to add a table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Need help? To the side of the slides </a:t>
            </a:r>
            <a:br>
              <a:rPr lang="en-GB"/>
            </a:br>
            <a:r>
              <a:rPr lang="en-GB"/>
              <a:t>you will find additional instructions</a:t>
            </a:r>
          </a:p>
        </p:txBody>
      </p:sp>
      <p:sp>
        <p:nvSpPr>
          <p:cNvPr id="151" name="Tijdelijke aanduiding voor tekst 17">
            <a:extLst>
              <a:ext uri="{FF2B5EF4-FFF2-40B4-BE49-F238E27FC236}">
                <a16:creationId xmlns:a16="http://schemas.microsoft.com/office/drawing/2014/main" id="{1C582928-EB1C-84BA-5B52-28B4CB50D9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1" y="6252359"/>
            <a:ext cx="3015962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Place your source here</a:t>
            </a:r>
          </a:p>
        </p:txBody>
      </p:sp>
      <p:sp>
        <p:nvSpPr>
          <p:cNvPr id="152" name="Tijdelijke aanduiding voor tekst 17">
            <a:extLst>
              <a:ext uri="{FF2B5EF4-FFF2-40B4-BE49-F238E27FC236}">
                <a16:creationId xmlns:a16="http://schemas.microsoft.com/office/drawing/2014/main" id="{9A76D45F-0E52-F836-6B4F-94BA54EB17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37607" y="6252359"/>
            <a:ext cx="2889489" cy="151200"/>
          </a:xfrm>
        </p:spPr>
        <p:txBody>
          <a:bodyPr tIns="0" anchor="ctr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Note:</a:t>
            </a:r>
          </a:p>
        </p:txBody>
      </p:sp>
      <p:sp>
        <p:nvSpPr>
          <p:cNvPr id="153" name="Tijdelijke aanduiding voor dianummer 15">
            <a:extLst>
              <a:ext uri="{FF2B5EF4-FFF2-40B4-BE49-F238E27FC236}">
                <a16:creationId xmlns:a16="http://schemas.microsoft.com/office/drawing/2014/main" id="{F9F180AC-C8E8-BC41-1353-B4AF4F4744E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951532" y="625235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4" name="Tijdelijke aanduiding voor tekst 17">
            <a:extLst>
              <a:ext uri="{FF2B5EF4-FFF2-40B4-BE49-F238E27FC236}">
                <a16:creationId xmlns:a16="http://schemas.microsoft.com/office/drawing/2014/main" id="{3E0E7317-3B03-E369-9D8D-2A623B0A1A3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12080" y="6252359"/>
            <a:ext cx="306387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Presentation title | Version # | Slide:</a:t>
            </a:r>
          </a:p>
        </p:txBody>
      </p:sp>
      <p:sp>
        <p:nvSpPr>
          <p:cNvPr id="149" name="Tijdelijke aanduiding voor tekst 6">
            <a:extLst>
              <a:ext uri="{FF2B5EF4-FFF2-40B4-BE49-F238E27FC236}">
                <a16:creationId xmlns:a16="http://schemas.microsoft.com/office/drawing/2014/main" id="{9D0830C9-26E7-5EF0-9904-C6253FA1BC2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0" y="6400800"/>
            <a:ext cx="12192000" cy="456958"/>
          </a:xfrm>
          <a:blipFill>
            <a:blip r:embed="rId2"/>
            <a:srcRect/>
            <a:stretch>
              <a:fillRect t="-2396908" b="-43608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rgbClr val="F2F2F2"/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50" name="Tijdelijke aanduiding voor tekst 168">
            <a:extLst>
              <a:ext uri="{FF2B5EF4-FFF2-40B4-BE49-F238E27FC236}">
                <a16:creationId xmlns:a16="http://schemas.microsoft.com/office/drawing/2014/main" id="{A095BA98-50CC-2942-1303-5A31B41866C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413020" y="5042426"/>
            <a:ext cx="1251590" cy="1815574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771" b="-771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862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b="1" i="0" u="none" cap="all" baseline="0" noProof="0">
                <a:solidFill>
                  <a:schemeClr val="bg2">
                    <a:lumMod val="75000"/>
                  </a:schemeClr>
                </a:solidFill>
                <a:latin typeface="+mj-lt"/>
              </a:rPr>
              <a:t>TABLE</a:t>
            </a:r>
          </a:p>
        </p:txBody>
      </p:sp>
      <p:sp>
        <p:nvSpPr>
          <p:cNvPr id="145" name="Tijdelijke aanduiding voor tekst 12">
            <a:extLst>
              <a:ext uri="{FF2B5EF4-FFF2-40B4-BE49-F238E27FC236}">
                <a16:creationId xmlns:a16="http://schemas.microsoft.com/office/drawing/2014/main" id="{01C87A9F-ADB9-42B3-8CFA-FA09C682F7D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subtitle here</a:t>
            </a:r>
            <a:br>
              <a:rPr lang="en-GB"/>
            </a:br>
            <a:r>
              <a:rPr lang="en-GB"/>
              <a:t>(Max. two sentences)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C5CF583-58E2-4412-861D-4BB8A27D5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Place title here</a:t>
            </a:r>
            <a:endParaRPr lang="en-GB"/>
          </a:p>
        </p:txBody>
      </p:sp>
      <p:grpSp>
        <p:nvGrpSpPr>
          <p:cNvPr id="120" name="INSTRUCTION">
            <a:extLst>
              <a:ext uri="{FF2B5EF4-FFF2-40B4-BE49-F238E27FC236}">
                <a16:creationId xmlns:a16="http://schemas.microsoft.com/office/drawing/2014/main" id="{75597BA8-2F1E-4CF6-881E-811E3CC44920}"/>
              </a:ext>
            </a:extLst>
          </p:cNvPr>
          <p:cNvGrpSpPr/>
          <p:nvPr userDrawn="1"/>
        </p:nvGrpSpPr>
        <p:grpSpPr>
          <a:xfrm>
            <a:off x="12377595" y="2"/>
            <a:ext cx="3693386" cy="4050990"/>
            <a:chOff x="-3786437" y="2"/>
            <a:chExt cx="3693386" cy="4050990"/>
          </a:xfrm>
        </p:grpSpPr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68EF90BA-9966-4BA8-A34B-108609C8FFA3}"/>
                </a:ext>
              </a:extLst>
            </p:cNvPr>
            <p:cNvSpPr/>
            <p:nvPr userDrawn="1"/>
          </p:nvSpPr>
          <p:spPr>
            <a:xfrm>
              <a:off x="-3786165" y="2"/>
              <a:ext cx="3593091" cy="331640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table</a:t>
              </a:r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8C0BC930-9EB4-4C0C-B4C3-F3829C72532F}"/>
                </a:ext>
              </a:extLst>
            </p:cNvPr>
            <p:cNvSpPr/>
            <p:nvPr userDrawn="1"/>
          </p:nvSpPr>
          <p:spPr>
            <a:xfrm>
              <a:off x="-3786437" y="322299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D1C3E7AF-8465-4989-8929-29366CE500A7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038FCB52-6C4F-40E4-8CF5-5C98FE7D3230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table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table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5" name="Ovaal 124">
              <a:extLst>
                <a:ext uri="{FF2B5EF4-FFF2-40B4-BE49-F238E27FC236}">
                  <a16:creationId xmlns:a16="http://schemas.microsoft.com/office/drawing/2014/main" id="{356E5E15-E86D-4007-AC89-DFF81736D41B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6" name="Rechthoek 125">
              <a:extLst>
                <a:ext uri="{FF2B5EF4-FFF2-40B4-BE49-F238E27FC236}">
                  <a16:creationId xmlns:a16="http://schemas.microsoft.com/office/drawing/2014/main" id="{6020AAFE-2841-472B-B38F-9B25078D6B3E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number of rows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columns and click 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‘OK’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7" name="Groep 126">
              <a:extLst>
                <a:ext uri="{FF2B5EF4-FFF2-40B4-BE49-F238E27FC236}">
                  <a16:creationId xmlns:a16="http://schemas.microsoft.com/office/drawing/2014/main" id="{A45028AD-4C73-48DE-9181-3AC3FFE1E5D7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42" name="Rechthoek 141">
                <a:extLst>
                  <a:ext uri="{FF2B5EF4-FFF2-40B4-BE49-F238E27FC236}">
                    <a16:creationId xmlns:a16="http://schemas.microsoft.com/office/drawing/2014/main" id="{F0EE1120-8A09-4893-8C5A-70195EE14733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OK</a:t>
                </a:r>
              </a:p>
            </p:txBody>
          </p:sp>
          <p:cxnSp>
            <p:nvCxnSpPr>
              <p:cNvPr id="144" name="Rechte verbindingslijn 143">
                <a:extLst>
                  <a:ext uri="{FF2B5EF4-FFF2-40B4-BE49-F238E27FC236}">
                    <a16:creationId xmlns:a16="http://schemas.microsoft.com/office/drawing/2014/main" id="{DAB367C3-A9F0-4230-99BE-99F7AD91B58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46" name="Gelijkbenige driehoek 145">
                <a:extLst>
                  <a:ext uri="{FF2B5EF4-FFF2-40B4-BE49-F238E27FC236}">
                    <a16:creationId xmlns:a16="http://schemas.microsoft.com/office/drawing/2014/main" id="{7F203FB1-3CFE-40D5-B5D4-374F2C30E50C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28" name="Ovaal 127">
              <a:extLst>
                <a:ext uri="{FF2B5EF4-FFF2-40B4-BE49-F238E27FC236}">
                  <a16:creationId xmlns:a16="http://schemas.microsoft.com/office/drawing/2014/main" id="{26078A56-1B0A-4822-9039-21EB993A0508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9" name="Rechthoek 128">
              <a:extLst>
                <a:ext uri="{FF2B5EF4-FFF2-40B4-BE49-F238E27FC236}">
                  <a16:creationId xmlns:a16="http://schemas.microsoft.com/office/drawing/2014/main" id="{C0A2DB42-48E1-4442-A774-1C2E431DB163}"/>
                </a:ext>
              </a:extLst>
            </p:cNvPr>
            <p:cNvSpPr/>
            <p:nvPr userDrawn="1"/>
          </p:nvSpPr>
          <p:spPr>
            <a:xfrm>
              <a:off x="-3319415" y="2555609"/>
              <a:ext cx="2944682" cy="48251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table by selecting various parts of the table and using the various options 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‘Table Tools’ - ‘Format’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grpSp>
          <p:nvGrpSpPr>
            <p:cNvPr id="130" name="Tabel icoon">
              <a:extLst>
                <a:ext uri="{FF2B5EF4-FFF2-40B4-BE49-F238E27FC236}">
                  <a16:creationId xmlns:a16="http://schemas.microsoft.com/office/drawing/2014/main" id="{12D6AC3F-177D-408C-B0D4-3DDB12F419D2}"/>
                </a:ext>
              </a:extLst>
            </p:cNvPr>
            <p:cNvGrpSpPr/>
            <p:nvPr userDrawn="1"/>
          </p:nvGrpSpPr>
          <p:grpSpPr>
            <a:xfrm>
              <a:off x="-3308869" y="1240695"/>
              <a:ext cx="338201" cy="305477"/>
              <a:chOff x="6072040" y="3376043"/>
              <a:chExt cx="1227920" cy="1109109"/>
            </a:xfrm>
          </p:grpSpPr>
          <p:sp>
            <p:nvSpPr>
              <p:cNvPr id="134" name="Rechthoek 133">
                <a:extLst>
                  <a:ext uri="{FF2B5EF4-FFF2-40B4-BE49-F238E27FC236}">
                    <a16:creationId xmlns:a16="http://schemas.microsoft.com/office/drawing/2014/main" id="{C9ECD9A2-B60D-4B5F-A328-2DC7878F282B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5" name="Rechthoek 134">
                <a:extLst>
                  <a:ext uri="{FF2B5EF4-FFF2-40B4-BE49-F238E27FC236}">
                    <a16:creationId xmlns:a16="http://schemas.microsoft.com/office/drawing/2014/main" id="{69762B8C-AE32-4FEB-82CE-451BAE11DC5E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36" name="Rechte verbindingslijn 135">
                <a:extLst>
                  <a:ext uri="{FF2B5EF4-FFF2-40B4-BE49-F238E27FC236}">
                    <a16:creationId xmlns:a16="http://schemas.microsoft.com/office/drawing/2014/main" id="{CC39AEB9-2504-4C5A-B877-695CC89122C3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Rechte verbindingslijn 136">
                <a:extLst>
                  <a:ext uri="{FF2B5EF4-FFF2-40B4-BE49-F238E27FC236}">
                    <a16:creationId xmlns:a16="http://schemas.microsoft.com/office/drawing/2014/main" id="{C8EAEB40-D915-49E6-A44B-8C92FD33E474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Rechte verbindingslijn 137">
                <a:extLst>
                  <a:ext uri="{FF2B5EF4-FFF2-40B4-BE49-F238E27FC236}">
                    <a16:creationId xmlns:a16="http://schemas.microsoft.com/office/drawing/2014/main" id="{9BD8AC97-C5C1-480F-899A-A18A744C9757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Rechte verbindingslijn 138">
                <a:extLst>
                  <a:ext uri="{FF2B5EF4-FFF2-40B4-BE49-F238E27FC236}">
                    <a16:creationId xmlns:a16="http://schemas.microsoft.com/office/drawing/2014/main" id="{23A950A1-BF19-4CEE-ACB3-E9379D746649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Rechte verbindingslijn 139">
                <a:extLst>
                  <a:ext uri="{FF2B5EF4-FFF2-40B4-BE49-F238E27FC236}">
                    <a16:creationId xmlns:a16="http://schemas.microsoft.com/office/drawing/2014/main" id="{4B713E29-1F02-422F-A548-5A96D9321CEB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Rechthoek 140">
                <a:extLst>
                  <a:ext uri="{FF2B5EF4-FFF2-40B4-BE49-F238E27FC236}">
                    <a16:creationId xmlns:a16="http://schemas.microsoft.com/office/drawing/2014/main" id="{6E1EFA19-3500-460D-B0C1-257802927214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1" name="ICOON_info">
              <a:extLst>
                <a:ext uri="{FF2B5EF4-FFF2-40B4-BE49-F238E27FC236}">
                  <a16:creationId xmlns:a16="http://schemas.microsoft.com/office/drawing/2014/main" id="{D059B7E1-AE41-498D-BEF9-FCD66F7D3890}"/>
                </a:ext>
              </a:extLst>
            </p:cNvPr>
            <p:cNvGrpSpPr/>
            <p:nvPr userDrawn="1"/>
          </p:nvGrpSpPr>
          <p:grpSpPr>
            <a:xfrm>
              <a:off x="-376736" y="3259970"/>
              <a:ext cx="283685" cy="283685"/>
              <a:chOff x="-510741" y="5913713"/>
              <a:chExt cx="267555" cy="267555"/>
            </a:xfrm>
          </p:grpSpPr>
          <p:sp>
            <p:nvSpPr>
              <p:cNvPr id="132" name="Ovaal 131">
                <a:extLst>
                  <a:ext uri="{FF2B5EF4-FFF2-40B4-BE49-F238E27FC236}">
                    <a16:creationId xmlns:a16="http://schemas.microsoft.com/office/drawing/2014/main" id="{017CFD4C-7DEC-4795-B9F2-1D19D41B98F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3" name="Graphic 163" descr="Informatie">
                <a:extLst>
                  <a:ext uri="{FF2B5EF4-FFF2-40B4-BE49-F238E27FC236}">
                    <a16:creationId xmlns:a16="http://schemas.microsoft.com/office/drawing/2014/main" id="{7E044A12-1704-49F4-BE1A-0BFCA7C54AFE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95" name="Tijdelijke aanduiding voor tabel 197">
            <a:extLst>
              <a:ext uri="{FF2B5EF4-FFF2-40B4-BE49-F238E27FC236}">
                <a16:creationId xmlns:a16="http://schemas.microsoft.com/office/drawing/2014/main" id="{477BFF59-EF92-461F-BED3-2E4028A27FE5}"/>
              </a:ext>
            </a:extLst>
          </p:cNvPr>
          <p:cNvSpPr>
            <a:spLocks noGrp="1"/>
          </p:cNvSpPr>
          <p:nvPr>
            <p:ph type="tbl" sz="quarter" idx="50" hasCustomPrompt="1"/>
          </p:nvPr>
        </p:nvSpPr>
        <p:spPr>
          <a:xfrm>
            <a:off x="714978" y="1460258"/>
            <a:ext cx="10936773" cy="4687200"/>
          </a:xfrm>
          <a:custGeom>
            <a:avLst/>
            <a:gdLst>
              <a:gd name="connsiteX0" fmla="*/ 0 w 5559341"/>
              <a:gd name="connsiteY0" fmla="*/ 0 h 4399206"/>
              <a:gd name="connsiteX1" fmla="*/ 5559341 w 5559341"/>
              <a:gd name="connsiteY1" fmla="*/ 0 h 4399206"/>
              <a:gd name="connsiteX2" fmla="*/ 5559341 w 5559341"/>
              <a:gd name="connsiteY2" fmla="*/ 4399206 h 4399206"/>
              <a:gd name="connsiteX3" fmla="*/ 0 w 5559341"/>
              <a:gd name="connsiteY3" fmla="*/ 4399206 h 439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59341" h="4399206">
                <a:moveTo>
                  <a:pt x="0" y="0"/>
                </a:moveTo>
                <a:lnTo>
                  <a:pt x="5559341" y="0"/>
                </a:lnTo>
                <a:lnTo>
                  <a:pt x="5559341" y="4399206"/>
                </a:lnTo>
                <a:lnTo>
                  <a:pt x="0" y="4399206"/>
                </a:lnTo>
                <a:close/>
              </a:path>
            </a:pathLst>
          </a:custGeom>
          <a:noFill/>
        </p:spPr>
        <p:txBody>
          <a:bodyPr wrap="square" tIns="0" b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below </a:t>
            </a:r>
            <a:br>
              <a:rPr lang="en-GB"/>
            </a:br>
            <a:r>
              <a:rPr lang="en-GB"/>
              <a:t>to add a table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Need help? To the side of the slides </a:t>
            </a:r>
            <a:br>
              <a:rPr lang="en-GB"/>
            </a:br>
            <a:r>
              <a:rPr lang="en-GB"/>
              <a:t>you will find additional instructions</a:t>
            </a:r>
          </a:p>
        </p:txBody>
      </p:sp>
      <p:sp>
        <p:nvSpPr>
          <p:cNvPr id="39" name="Tijdelijke aanduiding voor tekst 17">
            <a:extLst>
              <a:ext uri="{FF2B5EF4-FFF2-40B4-BE49-F238E27FC236}">
                <a16:creationId xmlns:a16="http://schemas.microsoft.com/office/drawing/2014/main" id="{AC0DA8EC-1AF6-472E-F6B9-F10A3BB1EF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1" y="6252359"/>
            <a:ext cx="3015962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Place your source here</a:t>
            </a:r>
          </a:p>
        </p:txBody>
      </p:sp>
      <p:sp>
        <p:nvSpPr>
          <p:cNvPr id="40" name="Tijdelijke aanduiding voor tekst 17">
            <a:extLst>
              <a:ext uri="{FF2B5EF4-FFF2-40B4-BE49-F238E27FC236}">
                <a16:creationId xmlns:a16="http://schemas.microsoft.com/office/drawing/2014/main" id="{B1B619C5-3B66-26EF-DB24-66365031BB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37607" y="6252359"/>
            <a:ext cx="2889489" cy="151200"/>
          </a:xfrm>
        </p:spPr>
        <p:txBody>
          <a:bodyPr tIns="0" anchor="ctr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Note:</a:t>
            </a:r>
          </a:p>
        </p:txBody>
      </p:sp>
      <p:sp>
        <p:nvSpPr>
          <p:cNvPr id="41" name="Tijdelijke aanduiding voor dianummer 15">
            <a:extLst>
              <a:ext uri="{FF2B5EF4-FFF2-40B4-BE49-F238E27FC236}">
                <a16:creationId xmlns:a16="http://schemas.microsoft.com/office/drawing/2014/main" id="{FE3C6F94-B020-BF8F-3C32-7ED74BDDA86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951532" y="625235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2" name="Tijdelijke aanduiding voor tekst 17">
            <a:extLst>
              <a:ext uri="{FF2B5EF4-FFF2-40B4-BE49-F238E27FC236}">
                <a16:creationId xmlns:a16="http://schemas.microsoft.com/office/drawing/2014/main" id="{3810294F-B53D-D706-1577-93023D85C31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12080" y="6252359"/>
            <a:ext cx="306387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Presentation title | Version # | Slide:</a:t>
            </a:r>
          </a:p>
        </p:txBody>
      </p:sp>
      <p:sp>
        <p:nvSpPr>
          <p:cNvPr id="37" name="Tijdelijke aanduiding voor tekst 6">
            <a:extLst>
              <a:ext uri="{FF2B5EF4-FFF2-40B4-BE49-F238E27FC236}">
                <a16:creationId xmlns:a16="http://schemas.microsoft.com/office/drawing/2014/main" id="{0DC4CD2F-5158-73D9-E30E-4AC822450DF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0" y="6400800"/>
            <a:ext cx="12192000" cy="456958"/>
          </a:xfrm>
          <a:blipFill>
            <a:blip r:embed="rId2"/>
            <a:srcRect/>
            <a:stretch>
              <a:fillRect t="-2396908" b="-43608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rgbClr val="F2F2F2"/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8" name="Tijdelijke aanduiding voor tekst 168">
            <a:extLst>
              <a:ext uri="{FF2B5EF4-FFF2-40B4-BE49-F238E27FC236}">
                <a16:creationId xmlns:a16="http://schemas.microsoft.com/office/drawing/2014/main" id="{A61FDFCB-3F24-90A9-3652-C858FB5B9298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10413020" y="5042426"/>
            <a:ext cx="1251590" cy="1815574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771" b="-771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2550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jdelijke aanduiding voor afbeelding 16">
            <a:extLst>
              <a:ext uri="{FF2B5EF4-FFF2-40B4-BE49-F238E27FC236}">
                <a16:creationId xmlns:a16="http://schemas.microsoft.com/office/drawing/2014/main" id="{A069FBBC-87BA-4F45-9AAA-DB41BB7BADD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57188"/>
            <a:ext cx="5564934" cy="6500811"/>
          </a:xfrm>
          <a:solidFill>
            <a:schemeClr val="bg1">
              <a:lumMod val="95000"/>
            </a:schemeClr>
          </a:solidFill>
        </p:spPr>
        <p:txBody>
          <a:bodyPr lIns="360000" tIns="0" rIns="36000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below </a:t>
            </a:r>
            <a:br>
              <a:rPr lang="en-GB"/>
            </a:br>
            <a:r>
              <a:rPr lang="en-GB"/>
              <a:t>to add an image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Need help? To the side of the slides </a:t>
            </a:r>
            <a:br>
              <a:rPr lang="en-GB"/>
            </a:br>
            <a:r>
              <a:rPr lang="en-GB"/>
              <a:t>you will find additional instructions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024FBD8F-F802-45D2-BBE4-354442CE35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7354" y="3968404"/>
            <a:ext cx="5374398" cy="234000"/>
          </a:xfrm>
        </p:spPr>
        <p:txBody>
          <a:bodyPr/>
          <a:lstStyle/>
          <a:p>
            <a:r>
              <a:rPr lang="en-GB" noProof="0"/>
              <a:t>Place title here</a:t>
            </a:r>
            <a:endParaRPr lang="en-GB"/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b="1" i="0" u="none" cap="all" baseline="0" noProof="0">
                <a:solidFill>
                  <a:schemeClr val="bg2">
                    <a:lumMod val="75000"/>
                  </a:schemeClr>
                </a:solidFill>
                <a:latin typeface="+mj-lt"/>
              </a:rPr>
              <a:t>TWO PHOTOS + TEXT</a:t>
            </a:r>
          </a:p>
        </p:txBody>
      </p:sp>
      <p:sp>
        <p:nvSpPr>
          <p:cNvPr id="78" name="Tijdelijke aanduiding voor afbeelding 16">
            <a:extLst>
              <a:ext uri="{FF2B5EF4-FFF2-40B4-BE49-F238E27FC236}">
                <a16:creationId xmlns:a16="http://schemas.microsoft.com/office/drawing/2014/main" id="{D21687D4-2C02-4E06-99AD-70EAE9EA606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96000" y="0"/>
            <a:ext cx="6096000" cy="3465819"/>
          </a:xfrm>
          <a:solidFill>
            <a:schemeClr val="bg1">
              <a:lumMod val="95000"/>
            </a:schemeClr>
          </a:solidFill>
        </p:spPr>
        <p:txBody>
          <a:bodyPr lIns="360000" tIns="0" rIns="36000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below </a:t>
            </a:r>
            <a:br>
              <a:rPr lang="en-GB"/>
            </a:br>
            <a:r>
              <a:rPr lang="en-GB"/>
              <a:t>to add an image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Need help? To the side of the slides </a:t>
            </a:r>
            <a:br>
              <a:rPr lang="en-GB"/>
            </a:br>
            <a:r>
              <a:rPr lang="en-GB"/>
              <a:t>you will find additional instructions</a:t>
            </a:r>
          </a:p>
        </p:txBody>
      </p:sp>
      <p:sp>
        <p:nvSpPr>
          <p:cNvPr id="151" name="Tijdelijke aanduiding voor tekst 150">
            <a:extLst>
              <a:ext uri="{FF2B5EF4-FFF2-40B4-BE49-F238E27FC236}">
                <a16:creationId xmlns:a16="http://schemas.microsoft.com/office/drawing/2014/main" id="{636CFDF0-9CDB-41F5-8593-FB33E228BEF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096000" y="3997857"/>
            <a:ext cx="72000" cy="756000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f</a:t>
            </a:r>
          </a:p>
        </p:txBody>
      </p:sp>
      <p:sp>
        <p:nvSpPr>
          <p:cNvPr id="99" name="Tijdelijke aanduiding voor tekst 12">
            <a:extLst>
              <a:ext uri="{FF2B5EF4-FFF2-40B4-BE49-F238E27FC236}">
                <a16:creationId xmlns:a16="http://schemas.microsoft.com/office/drawing/2014/main" id="{451B727F-D2F9-4433-8D10-A5EAA839C8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7354" y="4211413"/>
            <a:ext cx="5374398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subtitle here</a:t>
            </a:r>
            <a:br>
              <a:rPr lang="en-GB"/>
            </a:br>
            <a:r>
              <a:rPr lang="en-GB"/>
              <a:t>(Max. two sentences)</a:t>
            </a:r>
          </a:p>
        </p:txBody>
      </p:sp>
      <p:grpSp>
        <p:nvGrpSpPr>
          <p:cNvPr id="152" name="INSTRUCTION">
            <a:extLst>
              <a:ext uri="{FF2B5EF4-FFF2-40B4-BE49-F238E27FC236}">
                <a16:creationId xmlns:a16="http://schemas.microsoft.com/office/drawing/2014/main" id="{EC54348B-405C-4485-B4C5-191CAE968040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153" name="Rechthoek 152">
              <a:extLst>
                <a:ext uri="{FF2B5EF4-FFF2-40B4-BE49-F238E27FC236}">
                  <a16:creationId xmlns:a16="http://schemas.microsoft.com/office/drawing/2014/main" id="{61D40CAB-7C5A-4BC2-B1F7-981FBE334502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7D14E694-A990-4D78-8A46-10E0695EDB66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0B04A25F-E1F1-456F-B7D7-1D4FE1FE500E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8B474400-9052-48C9-8DD8-1527783D0C4F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8" name="Groep 157">
              <a:extLst>
                <a:ext uri="{FF2B5EF4-FFF2-40B4-BE49-F238E27FC236}">
                  <a16:creationId xmlns:a16="http://schemas.microsoft.com/office/drawing/2014/main" id="{5D1817C6-81F1-4B64-9E3D-3FE023E4B0DD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204" name="Rechthoek 203">
                <a:extLst>
                  <a:ext uri="{FF2B5EF4-FFF2-40B4-BE49-F238E27FC236}">
                    <a16:creationId xmlns:a16="http://schemas.microsoft.com/office/drawing/2014/main" id="{10BA1FBD-14A0-4958-ABDC-093A72FE380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5" name="Ovaal 204">
                <a:extLst>
                  <a:ext uri="{FF2B5EF4-FFF2-40B4-BE49-F238E27FC236}">
                    <a16:creationId xmlns:a16="http://schemas.microsoft.com/office/drawing/2014/main" id="{55FD8DBA-FFFF-4E5B-BD65-55CBBEC70AB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6" name="Vrije vorm: vorm 205">
                <a:extLst>
                  <a:ext uri="{FF2B5EF4-FFF2-40B4-BE49-F238E27FC236}">
                    <a16:creationId xmlns:a16="http://schemas.microsoft.com/office/drawing/2014/main" id="{196B24A5-8007-4EB5-8D2B-7FBF9C0D23B3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7" name="Rechthoek: afgeronde hoeken 206">
                <a:extLst>
                  <a:ext uri="{FF2B5EF4-FFF2-40B4-BE49-F238E27FC236}">
                    <a16:creationId xmlns:a16="http://schemas.microsoft.com/office/drawing/2014/main" id="{1A49FDCC-479C-4F3F-8627-9EB13C3FB88F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08" name="Rechte verbindingslijn 207">
                <a:extLst>
                  <a:ext uri="{FF2B5EF4-FFF2-40B4-BE49-F238E27FC236}">
                    <a16:creationId xmlns:a16="http://schemas.microsoft.com/office/drawing/2014/main" id="{DA95181E-B81B-433F-873A-673676C095F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09" name="Rechte verbindingslijn 208">
                <a:extLst>
                  <a:ext uri="{FF2B5EF4-FFF2-40B4-BE49-F238E27FC236}">
                    <a16:creationId xmlns:a16="http://schemas.microsoft.com/office/drawing/2014/main" id="{E266355D-336E-48EF-A77F-9689AF4258FC}"/>
                  </a:ext>
                </a:extLst>
              </p:cNvPr>
              <p:cNvCxnSpPr>
                <a:cxnSpLocks/>
                <a:stCxn id="207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59" name="Ovaal 158">
              <a:extLst>
                <a:ext uri="{FF2B5EF4-FFF2-40B4-BE49-F238E27FC236}">
                  <a16:creationId xmlns:a16="http://schemas.microsoft.com/office/drawing/2014/main" id="{B09F3D29-8EC4-418D-BFE5-12A411A16F89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0" name="Rechthoek 159">
              <a:extLst>
                <a:ext uri="{FF2B5EF4-FFF2-40B4-BE49-F238E27FC236}">
                  <a16:creationId xmlns:a16="http://schemas.microsoft.com/office/drawing/2014/main" id="{B4CFCF71-C6BE-46AC-8058-FF2565DA27D1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61" name="Groep 160">
              <a:extLst>
                <a:ext uri="{FF2B5EF4-FFF2-40B4-BE49-F238E27FC236}">
                  <a16:creationId xmlns:a16="http://schemas.microsoft.com/office/drawing/2014/main" id="{09B1C693-F47A-440F-A36C-96122D882680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201" name="Rechthoek 200">
                <a:extLst>
                  <a:ext uri="{FF2B5EF4-FFF2-40B4-BE49-F238E27FC236}">
                    <a16:creationId xmlns:a16="http://schemas.microsoft.com/office/drawing/2014/main" id="{24A73072-D551-49D0-944D-388F1A33AE22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202" name="Rechte verbindingslijn 201">
                <a:extLst>
                  <a:ext uri="{FF2B5EF4-FFF2-40B4-BE49-F238E27FC236}">
                    <a16:creationId xmlns:a16="http://schemas.microsoft.com/office/drawing/2014/main" id="{3D93DA1A-F984-4200-B3A3-2C6D38676A36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203" name="Gelijkbenige driehoek 202">
                <a:extLst>
                  <a:ext uri="{FF2B5EF4-FFF2-40B4-BE49-F238E27FC236}">
                    <a16:creationId xmlns:a16="http://schemas.microsoft.com/office/drawing/2014/main" id="{EECE19B7-AF55-4F61-A5C7-DCD475715635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62" name="Ovaal 161">
              <a:extLst>
                <a:ext uri="{FF2B5EF4-FFF2-40B4-BE49-F238E27FC236}">
                  <a16:creationId xmlns:a16="http://schemas.microsoft.com/office/drawing/2014/main" id="{5773CADF-F98A-475A-ABC8-1994CED35778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3" name="Rechthoek 162">
              <a:extLst>
                <a:ext uri="{FF2B5EF4-FFF2-40B4-BE49-F238E27FC236}">
                  <a16:creationId xmlns:a16="http://schemas.microsoft.com/office/drawing/2014/main" id="{FF93113B-2C57-4F46-9E63-5CD8A6FBD1B6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4" name="Ovaal 163">
              <a:extLst>
                <a:ext uri="{FF2B5EF4-FFF2-40B4-BE49-F238E27FC236}">
                  <a16:creationId xmlns:a16="http://schemas.microsoft.com/office/drawing/2014/main" id="{D89006AA-B379-400A-B3F2-2488F255844E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5" name="Rechthoek 164">
              <a:extLst>
                <a:ext uri="{FF2B5EF4-FFF2-40B4-BE49-F238E27FC236}">
                  <a16:creationId xmlns:a16="http://schemas.microsoft.com/office/drawing/2014/main" id="{9187CF62-3F23-4079-8E49-1B4B4363A9D0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66" name="Groep 165">
              <a:extLst>
                <a:ext uri="{FF2B5EF4-FFF2-40B4-BE49-F238E27FC236}">
                  <a16:creationId xmlns:a16="http://schemas.microsoft.com/office/drawing/2014/main" id="{7C5A9EE1-BF7E-4C3E-BFBA-ADED9E7BF7AF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185" name="Groep 184">
                <a:extLst>
                  <a:ext uri="{FF2B5EF4-FFF2-40B4-BE49-F238E27FC236}">
                    <a16:creationId xmlns:a16="http://schemas.microsoft.com/office/drawing/2014/main" id="{C3093B01-B817-4316-9504-C5879D0220B6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188" name="Groep 187">
                  <a:extLst>
                    <a:ext uri="{FF2B5EF4-FFF2-40B4-BE49-F238E27FC236}">
                      <a16:creationId xmlns:a16="http://schemas.microsoft.com/office/drawing/2014/main" id="{66F85FF4-438F-4390-BD72-D926E9272EE7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195" name="Groep 194">
                    <a:extLst>
                      <a:ext uri="{FF2B5EF4-FFF2-40B4-BE49-F238E27FC236}">
                        <a16:creationId xmlns:a16="http://schemas.microsoft.com/office/drawing/2014/main" id="{30E5D962-D948-4F2C-AD74-A10109CB5FE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198" name="Rechthoek 197">
                      <a:extLst>
                        <a:ext uri="{FF2B5EF4-FFF2-40B4-BE49-F238E27FC236}">
                          <a16:creationId xmlns:a16="http://schemas.microsoft.com/office/drawing/2014/main" id="{E9AE85CD-C717-417B-9813-29061AB7E84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9" name="Rechthoek 198">
                      <a:extLst>
                        <a:ext uri="{FF2B5EF4-FFF2-40B4-BE49-F238E27FC236}">
                          <a16:creationId xmlns:a16="http://schemas.microsoft.com/office/drawing/2014/main" id="{30DFECBE-8B9F-436A-A304-67C7D69649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00" name="Ovaal 199">
                      <a:extLst>
                        <a:ext uri="{FF2B5EF4-FFF2-40B4-BE49-F238E27FC236}">
                          <a16:creationId xmlns:a16="http://schemas.microsoft.com/office/drawing/2014/main" id="{544C7767-BD9C-464D-8AF6-ACBB3763407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96" name="Afbeelding 195">
                    <a:extLst>
                      <a:ext uri="{FF2B5EF4-FFF2-40B4-BE49-F238E27FC236}">
                        <a16:creationId xmlns:a16="http://schemas.microsoft.com/office/drawing/2014/main" id="{D1F5A0CE-4599-4EE5-8DEC-7514CA5CE77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97" name="Afbeelding 196">
                    <a:extLst>
                      <a:ext uri="{FF2B5EF4-FFF2-40B4-BE49-F238E27FC236}">
                        <a16:creationId xmlns:a16="http://schemas.microsoft.com/office/drawing/2014/main" id="{22B88037-A47D-4F8A-A2AF-3FA19D01C60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9" name="Groep 188">
                  <a:extLst>
                    <a:ext uri="{FF2B5EF4-FFF2-40B4-BE49-F238E27FC236}">
                      <a16:creationId xmlns:a16="http://schemas.microsoft.com/office/drawing/2014/main" id="{17A6CABB-9AD9-4E08-BDB7-DB65D3891ABF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93" name="Rechthoek 192">
                    <a:extLst>
                      <a:ext uri="{FF2B5EF4-FFF2-40B4-BE49-F238E27FC236}">
                        <a16:creationId xmlns:a16="http://schemas.microsoft.com/office/drawing/2014/main" id="{48C3C69D-2238-4035-ADAC-3BB7133307F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4" name="Rechthoek 193">
                    <a:extLst>
                      <a:ext uri="{FF2B5EF4-FFF2-40B4-BE49-F238E27FC236}">
                        <a16:creationId xmlns:a16="http://schemas.microsoft.com/office/drawing/2014/main" id="{AA6465F9-61BE-4E17-9CD7-B9690A5AE540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90" name="Groep 189">
                  <a:extLst>
                    <a:ext uri="{FF2B5EF4-FFF2-40B4-BE49-F238E27FC236}">
                      <a16:creationId xmlns:a16="http://schemas.microsoft.com/office/drawing/2014/main" id="{77DFDFF6-2C84-449E-A98F-D42879767838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91" name="Rechthoek 190">
                    <a:extLst>
                      <a:ext uri="{FF2B5EF4-FFF2-40B4-BE49-F238E27FC236}">
                        <a16:creationId xmlns:a16="http://schemas.microsoft.com/office/drawing/2014/main" id="{55757C96-3B14-4A0A-A3BE-9558E68BBC8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2" name="Rechthoek 191">
                    <a:extLst>
                      <a:ext uri="{FF2B5EF4-FFF2-40B4-BE49-F238E27FC236}">
                        <a16:creationId xmlns:a16="http://schemas.microsoft.com/office/drawing/2014/main" id="{AD7890AD-3541-42E5-9753-BC3736251F47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86" name="Rechthoek 185">
                <a:extLst>
                  <a:ext uri="{FF2B5EF4-FFF2-40B4-BE49-F238E27FC236}">
                    <a16:creationId xmlns:a16="http://schemas.microsoft.com/office/drawing/2014/main" id="{A7A296CF-72BF-4B4C-B76D-0065BA1C7AC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87" name="Gelijkbenige driehoek 186">
                <a:extLst>
                  <a:ext uri="{FF2B5EF4-FFF2-40B4-BE49-F238E27FC236}">
                    <a16:creationId xmlns:a16="http://schemas.microsoft.com/office/drawing/2014/main" id="{1A89BD51-FCE4-4131-B9E4-C382E4D429F5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7" name="Groep 166">
              <a:extLst>
                <a:ext uri="{FF2B5EF4-FFF2-40B4-BE49-F238E27FC236}">
                  <a16:creationId xmlns:a16="http://schemas.microsoft.com/office/drawing/2014/main" id="{EB989692-DF9A-4024-8FBC-82AC85D0987B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171" name="Rechthoek 170">
                <a:extLst>
                  <a:ext uri="{FF2B5EF4-FFF2-40B4-BE49-F238E27FC236}">
                    <a16:creationId xmlns:a16="http://schemas.microsoft.com/office/drawing/2014/main" id="{253657D4-B685-4B0A-BC74-2F768D970943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0F4CEABB-C3F8-491C-BC75-527E6D1D879C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3" name="Tekstvak 172">
                <a:extLst>
                  <a:ext uri="{FF2B5EF4-FFF2-40B4-BE49-F238E27FC236}">
                    <a16:creationId xmlns:a16="http://schemas.microsoft.com/office/drawing/2014/main" id="{D0154686-4C77-4B85-9BFE-FF252712BD5E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174" name="Tekstvak 173">
                <a:extLst>
                  <a:ext uri="{FF2B5EF4-FFF2-40B4-BE49-F238E27FC236}">
                    <a16:creationId xmlns:a16="http://schemas.microsoft.com/office/drawing/2014/main" id="{FF038BB8-B142-40CF-BBEB-46DE5257DA26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175" name="Vrije vorm: vorm 174">
                <a:extLst>
                  <a:ext uri="{FF2B5EF4-FFF2-40B4-BE49-F238E27FC236}">
                    <a16:creationId xmlns:a16="http://schemas.microsoft.com/office/drawing/2014/main" id="{F8C54839-9292-4237-8706-B45C119355A4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6" name="Gelijkbenige driehoek 175">
                <a:extLst>
                  <a:ext uri="{FF2B5EF4-FFF2-40B4-BE49-F238E27FC236}">
                    <a16:creationId xmlns:a16="http://schemas.microsoft.com/office/drawing/2014/main" id="{FC24D945-8890-4015-8A34-2CBCB78B28BE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77" name="Groep 176">
                <a:extLst>
                  <a:ext uri="{FF2B5EF4-FFF2-40B4-BE49-F238E27FC236}">
                    <a16:creationId xmlns:a16="http://schemas.microsoft.com/office/drawing/2014/main" id="{2E48264F-BB04-4DDB-A64B-ED1907F8F7CD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182" name="Rechthoek 181">
                  <a:extLst>
                    <a:ext uri="{FF2B5EF4-FFF2-40B4-BE49-F238E27FC236}">
                      <a16:creationId xmlns:a16="http://schemas.microsoft.com/office/drawing/2014/main" id="{882A60FC-7397-4B6F-BB4E-87C5F8524654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3" name="Rechthoek 182">
                  <a:extLst>
                    <a:ext uri="{FF2B5EF4-FFF2-40B4-BE49-F238E27FC236}">
                      <a16:creationId xmlns:a16="http://schemas.microsoft.com/office/drawing/2014/main" id="{0FB84A18-AD06-42CA-9BC9-2BDF19350A47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4" name="Rechthoek 183">
                  <a:extLst>
                    <a:ext uri="{FF2B5EF4-FFF2-40B4-BE49-F238E27FC236}">
                      <a16:creationId xmlns:a16="http://schemas.microsoft.com/office/drawing/2014/main" id="{2E292162-9B7C-4AE0-AF73-E033D5EE2260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8" name="Groep 177">
                <a:extLst>
                  <a:ext uri="{FF2B5EF4-FFF2-40B4-BE49-F238E27FC236}">
                    <a16:creationId xmlns:a16="http://schemas.microsoft.com/office/drawing/2014/main" id="{1C1D17F7-17B5-44B4-B23A-38FF2974BD95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9" name="Rechthoek 178">
                  <a:extLst>
                    <a:ext uri="{FF2B5EF4-FFF2-40B4-BE49-F238E27FC236}">
                      <a16:creationId xmlns:a16="http://schemas.microsoft.com/office/drawing/2014/main" id="{6B65EFAA-B2F5-4174-9CBF-906384030393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0" name="Rechthoek 179">
                  <a:extLst>
                    <a:ext uri="{FF2B5EF4-FFF2-40B4-BE49-F238E27FC236}">
                      <a16:creationId xmlns:a16="http://schemas.microsoft.com/office/drawing/2014/main" id="{43EDF740-B121-42C6-9A5D-C35EE796648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1" name="Rechthoek 180">
                  <a:extLst>
                    <a:ext uri="{FF2B5EF4-FFF2-40B4-BE49-F238E27FC236}">
                      <a16:creationId xmlns:a16="http://schemas.microsoft.com/office/drawing/2014/main" id="{8B219F58-269F-4FE3-9CC2-9340B1F05C67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68" name="ICOON_info">
              <a:extLst>
                <a:ext uri="{FF2B5EF4-FFF2-40B4-BE49-F238E27FC236}">
                  <a16:creationId xmlns:a16="http://schemas.microsoft.com/office/drawing/2014/main" id="{257C42B0-CFAD-4189-A188-6BF9F2443800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169" name="Ovaal 168">
                <a:extLst>
                  <a:ext uri="{FF2B5EF4-FFF2-40B4-BE49-F238E27FC236}">
                    <a16:creationId xmlns:a16="http://schemas.microsoft.com/office/drawing/2014/main" id="{DF21AF22-8DD5-4293-86BC-4E28277FA6D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0" name="Graphic 163" descr="Informatie">
                <a:extLst>
                  <a:ext uri="{FF2B5EF4-FFF2-40B4-BE49-F238E27FC236}">
                    <a16:creationId xmlns:a16="http://schemas.microsoft.com/office/drawing/2014/main" id="{B3F6301E-0F8A-4DBA-AB1D-F3B1CB6A1CD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149" name="INSTRUCTION">
            <a:extLst>
              <a:ext uri="{FF2B5EF4-FFF2-40B4-BE49-F238E27FC236}">
                <a16:creationId xmlns:a16="http://schemas.microsoft.com/office/drawing/2014/main" id="{904AAB99-2432-47EC-A4DA-6632C8C0B6FC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50" name="Rechthoek 149">
              <a:extLst>
                <a:ext uri="{FF2B5EF4-FFF2-40B4-BE49-F238E27FC236}">
                  <a16:creationId xmlns:a16="http://schemas.microsoft.com/office/drawing/2014/main" id="{DCA73950-9522-461B-A85F-05F350AF11DA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54" name="Ovaal 153">
              <a:extLst>
                <a:ext uri="{FF2B5EF4-FFF2-40B4-BE49-F238E27FC236}">
                  <a16:creationId xmlns:a16="http://schemas.microsoft.com/office/drawing/2014/main" id="{886C322B-95FB-4136-B608-9101687C4609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10" name="Rechthoek 209">
              <a:extLst>
                <a:ext uri="{FF2B5EF4-FFF2-40B4-BE49-F238E27FC236}">
                  <a16:creationId xmlns:a16="http://schemas.microsoft.com/office/drawing/2014/main" id="{73F10822-B3BC-4960-A9ED-B2178E3B1FAF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>
                    <a:lumMod val="75000"/>
                  </a:schemeClr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211" name="Ovaal 210">
              <a:extLst>
                <a:ext uri="{FF2B5EF4-FFF2-40B4-BE49-F238E27FC236}">
                  <a16:creationId xmlns:a16="http://schemas.microsoft.com/office/drawing/2014/main" id="{A6C7058C-B02A-4F4D-B310-FDF248C285C3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12" name="Rechthoek 211">
              <a:extLst>
                <a:ext uri="{FF2B5EF4-FFF2-40B4-BE49-F238E27FC236}">
                  <a16:creationId xmlns:a16="http://schemas.microsoft.com/office/drawing/2014/main" id="{FB4A363A-2505-4824-A6ED-4299C96AA616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213" name="Ovaal 212">
              <a:extLst>
                <a:ext uri="{FF2B5EF4-FFF2-40B4-BE49-F238E27FC236}">
                  <a16:creationId xmlns:a16="http://schemas.microsoft.com/office/drawing/2014/main" id="{F927222F-8336-49A9-A5B1-42D16A7534B0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14" name="Ovaal 213">
              <a:extLst>
                <a:ext uri="{FF2B5EF4-FFF2-40B4-BE49-F238E27FC236}">
                  <a16:creationId xmlns:a16="http://schemas.microsoft.com/office/drawing/2014/main" id="{F63F7CFD-8C61-4EC4-B98F-DC6A8306A102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5" name="Ovaal 214">
              <a:extLst>
                <a:ext uri="{FF2B5EF4-FFF2-40B4-BE49-F238E27FC236}">
                  <a16:creationId xmlns:a16="http://schemas.microsoft.com/office/drawing/2014/main" id="{70CA8803-BBE8-4DFA-B5A5-90DC0C5D6B2D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16" name="Ovaal 215">
              <a:extLst>
                <a:ext uri="{FF2B5EF4-FFF2-40B4-BE49-F238E27FC236}">
                  <a16:creationId xmlns:a16="http://schemas.microsoft.com/office/drawing/2014/main" id="{FFB1F94D-62C5-4971-85B1-3D7603A563A2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17" name="Ovaal 216">
              <a:extLst>
                <a:ext uri="{FF2B5EF4-FFF2-40B4-BE49-F238E27FC236}">
                  <a16:creationId xmlns:a16="http://schemas.microsoft.com/office/drawing/2014/main" id="{26B0284F-2F8C-44AC-B99D-49A043F4AE7F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18" name="Ovaal 217">
              <a:extLst>
                <a:ext uri="{FF2B5EF4-FFF2-40B4-BE49-F238E27FC236}">
                  <a16:creationId xmlns:a16="http://schemas.microsoft.com/office/drawing/2014/main" id="{84A3C182-3960-4D0D-A68A-8B403B7C90B0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19" name="Ovaal 218">
              <a:extLst>
                <a:ext uri="{FF2B5EF4-FFF2-40B4-BE49-F238E27FC236}">
                  <a16:creationId xmlns:a16="http://schemas.microsoft.com/office/drawing/2014/main" id="{7A5E7838-C3F9-44B1-9FC0-4FF7E82D988D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20" name="Rechthoek 219">
              <a:extLst>
                <a:ext uri="{FF2B5EF4-FFF2-40B4-BE49-F238E27FC236}">
                  <a16:creationId xmlns:a16="http://schemas.microsoft.com/office/drawing/2014/main" id="{7D3612F2-BC67-4E8A-8E5F-BD52BB1AF560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21" name="ICOON_info">
              <a:extLst>
                <a:ext uri="{FF2B5EF4-FFF2-40B4-BE49-F238E27FC236}">
                  <a16:creationId xmlns:a16="http://schemas.microsoft.com/office/drawing/2014/main" id="{D324AE77-CF18-4DFE-9CD8-D40D1F430D5C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63" name="Ovaal 262">
                <a:extLst>
                  <a:ext uri="{FF2B5EF4-FFF2-40B4-BE49-F238E27FC236}">
                    <a16:creationId xmlns:a16="http://schemas.microsoft.com/office/drawing/2014/main" id="{A5D6FE53-DE4E-4421-A35E-6F88A6AECEC6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64" name="Graphic 163" descr="Informatie">
                <a:extLst>
                  <a:ext uri="{FF2B5EF4-FFF2-40B4-BE49-F238E27FC236}">
                    <a16:creationId xmlns:a16="http://schemas.microsoft.com/office/drawing/2014/main" id="{3E8EBA85-C7D2-4C8D-880F-1282CDD9191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22" name="VOORBEELD">
              <a:extLst>
                <a:ext uri="{FF2B5EF4-FFF2-40B4-BE49-F238E27FC236}">
                  <a16:creationId xmlns:a16="http://schemas.microsoft.com/office/drawing/2014/main" id="{6D124356-BB82-4EB9-BC36-4E7FD318EFB8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223" name="Rechthoek 222">
                <a:extLst>
                  <a:ext uri="{FF2B5EF4-FFF2-40B4-BE49-F238E27FC236}">
                    <a16:creationId xmlns:a16="http://schemas.microsoft.com/office/drawing/2014/main" id="{4CE97C6D-969F-4060-BD82-916CDD7CDC63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224" name="Rechthoek 223">
                <a:extLst>
                  <a:ext uri="{FF2B5EF4-FFF2-40B4-BE49-F238E27FC236}">
                    <a16:creationId xmlns:a16="http://schemas.microsoft.com/office/drawing/2014/main" id="{8F5A6E4D-D3BD-49DD-B076-67F8FB59411C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25" name="Groep 224">
                <a:extLst>
                  <a:ext uri="{FF2B5EF4-FFF2-40B4-BE49-F238E27FC236}">
                    <a16:creationId xmlns:a16="http://schemas.microsoft.com/office/drawing/2014/main" id="{67E542A1-C113-4FEA-BFB3-3325FC27B286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56" name="Groep 255">
                  <a:extLst>
                    <a:ext uri="{FF2B5EF4-FFF2-40B4-BE49-F238E27FC236}">
                      <a16:creationId xmlns:a16="http://schemas.microsoft.com/office/drawing/2014/main" id="{6D6E0FF3-1C47-4E05-AE3A-AAF92D584CB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58" name="Rechte verbindingslijn 257">
                    <a:extLst>
                      <a:ext uri="{FF2B5EF4-FFF2-40B4-BE49-F238E27FC236}">
                        <a16:creationId xmlns:a16="http://schemas.microsoft.com/office/drawing/2014/main" id="{5288B6EF-9084-4F41-B676-E6111E7A156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9" name="Rechte verbindingslijn 258">
                    <a:extLst>
                      <a:ext uri="{FF2B5EF4-FFF2-40B4-BE49-F238E27FC236}">
                        <a16:creationId xmlns:a16="http://schemas.microsoft.com/office/drawing/2014/main" id="{62F9721D-B2D0-4BEA-A660-2B622B91E2F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0" name="Rechte verbindingslijn 259">
                    <a:extLst>
                      <a:ext uri="{FF2B5EF4-FFF2-40B4-BE49-F238E27FC236}">
                        <a16:creationId xmlns:a16="http://schemas.microsoft.com/office/drawing/2014/main" id="{AD4E53EA-3CE2-460D-B9EA-720795F03E6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1" name="Rechte verbindingslijn 260">
                    <a:extLst>
                      <a:ext uri="{FF2B5EF4-FFF2-40B4-BE49-F238E27FC236}">
                        <a16:creationId xmlns:a16="http://schemas.microsoft.com/office/drawing/2014/main" id="{28148560-7748-4CAA-B0F9-04661D5035D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2" name="Rechte verbindingslijn 261">
                    <a:extLst>
                      <a:ext uri="{FF2B5EF4-FFF2-40B4-BE49-F238E27FC236}">
                        <a16:creationId xmlns:a16="http://schemas.microsoft.com/office/drawing/2014/main" id="{A40E8CC8-D733-412D-834F-3B9A49F84A9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57" name="Pijl: rechts 256">
                  <a:extLst>
                    <a:ext uri="{FF2B5EF4-FFF2-40B4-BE49-F238E27FC236}">
                      <a16:creationId xmlns:a16="http://schemas.microsoft.com/office/drawing/2014/main" id="{0D051840-A2C5-4189-A0B7-8E21DF3DDFE9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26" name="Groep 225">
                <a:extLst>
                  <a:ext uri="{FF2B5EF4-FFF2-40B4-BE49-F238E27FC236}">
                    <a16:creationId xmlns:a16="http://schemas.microsoft.com/office/drawing/2014/main" id="{8D541867-63AF-4CE1-9392-21B76DB02F1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49" name="Groep 248">
                  <a:extLst>
                    <a:ext uri="{FF2B5EF4-FFF2-40B4-BE49-F238E27FC236}">
                      <a16:creationId xmlns:a16="http://schemas.microsoft.com/office/drawing/2014/main" id="{9FC69E9F-84E3-419C-9AC3-D251E5269BD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51" name="Rechte verbindingslijn 250">
                    <a:extLst>
                      <a:ext uri="{FF2B5EF4-FFF2-40B4-BE49-F238E27FC236}">
                        <a16:creationId xmlns:a16="http://schemas.microsoft.com/office/drawing/2014/main" id="{CB19DA38-2306-4B3A-BFD8-4FA539E93C8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2" name="Rechte verbindingslijn 251">
                    <a:extLst>
                      <a:ext uri="{FF2B5EF4-FFF2-40B4-BE49-F238E27FC236}">
                        <a16:creationId xmlns:a16="http://schemas.microsoft.com/office/drawing/2014/main" id="{FD0011F1-9CEA-4C6A-80C5-01F5BD967F2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3" name="Rechte verbindingslijn 252">
                    <a:extLst>
                      <a:ext uri="{FF2B5EF4-FFF2-40B4-BE49-F238E27FC236}">
                        <a16:creationId xmlns:a16="http://schemas.microsoft.com/office/drawing/2014/main" id="{EC5E4E0A-AFD7-4713-B776-E79D27E614A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4" name="Rechte verbindingslijn 253">
                    <a:extLst>
                      <a:ext uri="{FF2B5EF4-FFF2-40B4-BE49-F238E27FC236}">
                        <a16:creationId xmlns:a16="http://schemas.microsoft.com/office/drawing/2014/main" id="{9AE8FAC2-0A76-42BF-8C9A-F5C6969CDD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5" name="Rechte verbindingslijn 254">
                    <a:extLst>
                      <a:ext uri="{FF2B5EF4-FFF2-40B4-BE49-F238E27FC236}">
                        <a16:creationId xmlns:a16="http://schemas.microsoft.com/office/drawing/2014/main" id="{174BC945-6E8C-4C14-BBBA-36824E6C730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50" name="Pijl: rechts 249">
                  <a:extLst>
                    <a:ext uri="{FF2B5EF4-FFF2-40B4-BE49-F238E27FC236}">
                      <a16:creationId xmlns:a16="http://schemas.microsoft.com/office/drawing/2014/main" id="{2D6D4EB6-FDEB-45FF-A48D-AE81BB14A565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227" name="Rechte verbindingslijn 226">
                <a:extLst>
                  <a:ext uri="{FF2B5EF4-FFF2-40B4-BE49-F238E27FC236}">
                    <a16:creationId xmlns:a16="http://schemas.microsoft.com/office/drawing/2014/main" id="{A7C4F007-1F2C-4DED-88CC-DD0CC45CFD7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228" name="Rechte verbindingslijn 227">
                <a:extLst>
                  <a:ext uri="{FF2B5EF4-FFF2-40B4-BE49-F238E27FC236}">
                    <a16:creationId xmlns:a16="http://schemas.microsoft.com/office/drawing/2014/main" id="{7978527D-0DA5-481E-B900-76321AFEB96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229" name="Rechthoek 228">
                <a:extLst>
                  <a:ext uri="{FF2B5EF4-FFF2-40B4-BE49-F238E27FC236}">
                    <a16:creationId xmlns:a16="http://schemas.microsoft.com/office/drawing/2014/main" id="{C12754F3-1B16-4CA6-9FBF-1CE72AD75E22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230" name="Rechthoek 229">
                <a:extLst>
                  <a:ext uri="{FF2B5EF4-FFF2-40B4-BE49-F238E27FC236}">
                    <a16:creationId xmlns:a16="http://schemas.microsoft.com/office/drawing/2014/main" id="{38EAB74A-BF29-47D1-B4E8-30096096CBAD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231" name="Groep 230">
                <a:extLst>
                  <a:ext uri="{FF2B5EF4-FFF2-40B4-BE49-F238E27FC236}">
                    <a16:creationId xmlns:a16="http://schemas.microsoft.com/office/drawing/2014/main" id="{BCA99C2B-8379-49BA-B706-8C113FF43E58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41" name="Rechthoek 240">
                  <a:extLst>
                    <a:ext uri="{FF2B5EF4-FFF2-40B4-BE49-F238E27FC236}">
                      <a16:creationId xmlns:a16="http://schemas.microsoft.com/office/drawing/2014/main" id="{0F73E4E6-D556-43D1-AB2E-69B20AEF3A04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42" name="Groep 241">
                  <a:extLst>
                    <a:ext uri="{FF2B5EF4-FFF2-40B4-BE49-F238E27FC236}">
                      <a16:creationId xmlns:a16="http://schemas.microsoft.com/office/drawing/2014/main" id="{05FEF9E3-2998-46FC-9B0B-AB0011B132A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44" name="Rechte verbindingslijn 243">
                    <a:extLst>
                      <a:ext uri="{FF2B5EF4-FFF2-40B4-BE49-F238E27FC236}">
                        <a16:creationId xmlns:a16="http://schemas.microsoft.com/office/drawing/2014/main" id="{83016B2E-D2CE-4706-A0B7-94E3F8B2E04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5" name="Rechte verbindingslijn 244">
                    <a:extLst>
                      <a:ext uri="{FF2B5EF4-FFF2-40B4-BE49-F238E27FC236}">
                        <a16:creationId xmlns:a16="http://schemas.microsoft.com/office/drawing/2014/main" id="{546091A2-4990-483C-A6CF-477032B7461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6" name="Rechte verbindingslijn 245">
                    <a:extLst>
                      <a:ext uri="{FF2B5EF4-FFF2-40B4-BE49-F238E27FC236}">
                        <a16:creationId xmlns:a16="http://schemas.microsoft.com/office/drawing/2014/main" id="{D0195FB2-66E8-453F-9C77-32B8C50ED16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7" name="Rechte verbindingslijn 246">
                    <a:extLst>
                      <a:ext uri="{FF2B5EF4-FFF2-40B4-BE49-F238E27FC236}">
                        <a16:creationId xmlns:a16="http://schemas.microsoft.com/office/drawing/2014/main" id="{5EFFE32A-2007-4574-A251-AF57BB344AB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8" name="Rechte verbindingslijn 247">
                    <a:extLst>
                      <a:ext uri="{FF2B5EF4-FFF2-40B4-BE49-F238E27FC236}">
                        <a16:creationId xmlns:a16="http://schemas.microsoft.com/office/drawing/2014/main" id="{6029A9CC-9A1D-457F-A177-A95250339C3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43" name="Pijl: rechts 242">
                  <a:extLst>
                    <a:ext uri="{FF2B5EF4-FFF2-40B4-BE49-F238E27FC236}">
                      <a16:creationId xmlns:a16="http://schemas.microsoft.com/office/drawing/2014/main" id="{9177510D-513E-4D62-B1E3-9267B5CFE9B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32" name="Groep 231">
                <a:extLst>
                  <a:ext uri="{FF2B5EF4-FFF2-40B4-BE49-F238E27FC236}">
                    <a16:creationId xmlns:a16="http://schemas.microsoft.com/office/drawing/2014/main" id="{D374D4E5-61FF-40C6-AC55-F7A4744BE298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233" name="Rechthoek 232">
                  <a:extLst>
                    <a:ext uri="{FF2B5EF4-FFF2-40B4-BE49-F238E27FC236}">
                      <a16:creationId xmlns:a16="http://schemas.microsoft.com/office/drawing/2014/main" id="{00106042-6425-4FEE-8C8A-1CDD67DF1621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34" name="Groep 233">
                  <a:extLst>
                    <a:ext uri="{FF2B5EF4-FFF2-40B4-BE49-F238E27FC236}">
                      <a16:creationId xmlns:a16="http://schemas.microsoft.com/office/drawing/2014/main" id="{1BA84F9F-391A-483F-BE01-77A29FFFDBC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36" name="Rechte verbindingslijn 235">
                    <a:extLst>
                      <a:ext uri="{FF2B5EF4-FFF2-40B4-BE49-F238E27FC236}">
                        <a16:creationId xmlns:a16="http://schemas.microsoft.com/office/drawing/2014/main" id="{78D68659-4EA5-4537-8906-4D0C960947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7" name="Rechte verbindingslijn 236">
                    <a:extLst>
                      <a:ext uri="{FF2B5EF4-FFF2-40B4-BE49-F238E27FC236}">
                        <a16:creationId xmlns:a16="http://schemas.microsoft.com/office/drawing/2014/main" id="{BD24BF95-C2A0-4AA2-A8D4-DF41F45E9A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8" name="Rechte verbindingslijn 237">
                    <a:extLst>
                      <a:ext uri="{FF2B5EF4-FFF2-40B4-BE49-F238E27FC236}">
                        <a16:creationId xmlns:a16="http://schemas.microsoft.com/office/drawing/2014/main" id="{EC234466-AE74-49B9-97FE-B7B7EC6A0D6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9" name="Rechte verbindingslijn 238">
                    <a:extLst>
                      <a:ext uri="{FF2B5EF4-FFF2-40B4-BE49-F238E27FC236}">
                        <a16:creationId xmlns:a16="http://schemas.microsoft.com/office/drawing/2014/main" id="{49C564F7-6BDC-431D-A744-7B35C98D70D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0" name="Rechte verbindingslijn 239">
                    <a:extLst>
                      <a:ext uri="{FF2B5EF4-FFF2-40B4-BE49-F238E27FC236}">
                        <a16:creationId xmlns:a16="http://schemas.microsoft.com/office/drawing/2014/main" id="{24632D85-A4FA-43F7-8F71-2680DB11386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5" name="Pijl: rechts 234">
                  <a:extLst>
                    <a:ext uri="{FF2B5EF4-FFF2-40B4-BE49-F238E27FC236}">
                      <a16:creationId xmlns:a16="http://schemas.microsoft.com/office/drawing/2014/main" id="{F09A1604-1236-481B-840C-53FC8DA9FF1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136" name="Tijdelijke aanduiding voor tekst 153">
            <a:extLst>
              <a:ext uri="{FF2B5EF4-FFF2-40B4-BE49-F238E27FC236}">
                <a16:creationId xmlns:a16="http://schemas.microsoft.com/office/drawing/2014/main" id="{02FE1AAC-A649-6A2D-6E27-31248940B38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972595" y="385334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132" name="Tijdelijke aanduiding voor tekst 17">
            <a:extLst>
              <a:ext uri="{FF2B5EF4-FFF2-40B4-BE49-F238E27FC236}">
                <a16:creationId xmlns:a16="http://schemas.microsoft.com/office/drawing/2014/main" id="{C8A0CFDE-028B-E3D7-D76C-EB5C11F797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1" y="6252359"/>
            <a:ext cx="3015962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Place your source here</a:t>
            </a:r>
          </a:p>
        </p:txBody>
      </p:sp>
      <p:sp>
        <p:nvSpPr>
          <p:cNvPr id="133" name="Tijdelijke aanduiding voor tekst 17">
            <a:extLst>
              <a:ext uri="{FF2B5EF4-FFF2-40B4-BE49-F238E27FC236}">
                <a16:creationId xmlns:a16="http://schemas.microsoft.com/office/drawing/2014/main" id="{A8279DDC-E2AB-3DD1-9300-D1A758906A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37607" y="6252359"/>
            <a:ext cx="2889489" cy="151200"/>
          </a:xfrm>
        </p:spPr>
        <p:txBody>
          <a:bodyPr tIns="0" anchor="ctr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Note:</a:t>
            </a:r>
          </a:p>
        </p:txBody>
      </p:sp>
      <p:sp>
        <p:nvSpPr>
          <p:cNvPr id="134" name="Tijdelijke aanduiding voor dianummer 15">
            <a:extLst>
              <a:ext uri="{FF2B5EF4-FFF2-40B4-BE49-F238E27FC236}">
                <a16:creationId xmlns:a16="http://schemas.microsoft.com/office/drawing/2014/main" id="{FF0707E9-7A23-A9E9-0C4D-314543C8D69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951532" y="625235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5" name="Tijdelijke aanduiding voor tekst 17">
            <a:extLst>
              <a:ext uri="{FF2B5EF4-FFF2-40B4-BE49-F238E27FC236}">
                <a16:creationId xmlns:a16="http://schemas.microsoft.com/office/drawing/2014/main" id="{141AC33E-2536-77BF-5AEC-E26B7B8F9E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12080" y="6252359"/>
            <a:ext cx="306387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Presentation title | Version # | Slide: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277354" y="4966256"/>
            <a:ext cx="5374398" cy="1182131"/>
          </a:xfrm>
        </p:spPr>
        <p:txBody>
          <a:bodyPr vert="horz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/>
            </a:lvl5pPr>
            <a:lvl6pPr>
              <a:defRPr/>
            </a:lvl6pPr>
            <a:lvl7pPr>
              <a:defRPr sz="1600"/>
            </a:lvl7pPr>
            <a:lvl8pPr>
              <a:defRPr sz="1400"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#1</a:t>
            </a:r>
          </a:p>
          <a:p>
            <a:pPr lvl="2"/>
            <a:r>
              <a:rPr lang="en-GB" noProof="0"/>
              <a:t>Sub-bullet #2</a:t>
            </a:r>
          </a:p>
          <a:p>
            <a:pPr lvl="3"/>
            <a:r>
              <a:rPr lang="en-GB" noProof="0"/>
              <a:t>Default text</a:t>
            </a:r>
          </a:p>
        </p:txBody>
      </p:sp>
      <p:sp>
        <p:nvSpPr>
          <p:cNvPr id="131" name="Tijdelijke aanduiding voor tekst 6">
            <a:extLst>
              <a:ext uri="{FF2B5EF4-FFF2-40B4-BE49-F238E27FC236}">
                <a16:creationId xmlns:a16="http://schemas.microsoft.com/office/drawing/2014/main" id="{25FD0AB3-8CD3-FB83-640D-82D2E5A470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0" y="6400800"/>
            <a:ext cx="12192000" cy="456958"/>
          </a:xfrm>
          <a:blipFill>
            <a:blip r:embed="rId5"/>
            <a:srcRect/>
            <a:stretch>
              <a:fillRect t="-2396908" b="-43608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rgbClr val="F2F2F2"/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37" name="Tijdelijke aanduiding voor tekst 168">
            <a:extLst>
              <a:ext uri="{FF2B5EF4-FFF2-40B4-BE49-F238E27FC236}">
                <a16:creationId xmlns:a16="http://schemas.microsoft.com/office/drawing/2014/main" id="{958E0E95-E08C-9F75-1598-D588AAE9261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413020" y="5042426"/>
            <a:ext cx="1251590" cy="1815574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1" b="-771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90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/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>
            <a:extLst>
              <a:ext uri="{FF2B5EF4-FFF2-40B4-BE49-F238E27FC236}">
                <a16:creationId xmlns:a16="http://schemas.microsoft.com/office/drawing/2014/main" id="{6A2C3078-C0CF-4E79-ACE2-901B4931A574}"/>
              </a:ext>
            </a:extLst>
          </p:cNvPr>
          <p:cNvSpPr/>
          <p:nvPr userDrawn="1"/>
        </p:nvSpPr>
        <p:spPr>
          <a:xfrm>
            <a:off x="0" y="0"/>
            <a:ext cx="996767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F25AC20D-EB71-4DF9-ACC2-2B4B0BC92B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54" name="Rechthoek: afgeronde hoeken 53">
            <a:extLst>
              <a:ext uri="{FF2B5EF4-FFF2-40B4-BE49-F238E27FC236}">
                <a16:creationId xmlns:a16="http://schemas.microsoft.com/office/drawing/2014/main" id="{E5030FF3-580A-4031-9AA4-D2CB7FC8583C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b="1" i="0" u="none" cap="all" baseline="0" noProof="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PHOTO W/ QUOTE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B200F366-9D90-4F52-9BA6-E3DBDCEBA04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8637" y="542925"/>
            <a:ext cx="3656012" cy="3951366"/>
          </a:xfrm>
          <a:gradFill>
            <a:gsLst>
              <a:gs pos="0">
                <a:schemeClr val="bg1">
                  <a:alpha val="85000"/>
                </a:schemeClr>
              </a:gs>
              <a:gs pos="100000">
                <a:schemeClr val="accent3">
                  <a:lumMod val="20000"/>
                  <a:lumOff val="80000"/>
                  <a:alpha val="70000"/>
                </a:schemeClr>
              </a:gs>
            </a:gsLst>
            <a:lin ang="0" scaled="1"/>
          </a:gradFill>
          <a:effectLst/>
        </p:spPr>
        <p:txBody>
          <a:bodyPr wrap="square" lIns="432000" tIns="432000" rIns="540000" bIns="360000">
            <a:spAutoFit/>
          </a:bodyPr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grpSp>
        <p:nvGrpSpPr>
          <p:cNvPr id="117" name="INSTRUCTION">
            <a:extLst>
              <a:ext uri="{FF2B5EF4-FFF2-40B4-BE49-F238E27FC236}">
                <a16:creationId xmlns:a16="http://schemas.microsoft.com/office/drawing/2014/main" id="{510D7836-98DD-4930-BCAE-B98FD7A2C82A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AC996C5F-D9FE-4171-8E54-3401A3ABC6C1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48483BDA-8741-4243-98E2-C6EA398384CC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CE768569-DFE0-4057-B5A5-A40FCA84521B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1EDB3DB0-EA02-4DEA-8F36-5940EB7B9593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2" name="Groep 121">
              <a:extLst>
                <a:ext uri="{FF2B5EF4-FFF2-40B4-BE49-F238E27FC236}">
                  <a16:creationId xmlns:a16="http://schemas.microsoft.com/office/drawing/2014/main" id="{CC1E69DC-AABA-433E-875B-3C92BA6B7DED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68" name="Rechthoek 167">
                <a:extLst>
                  <a:ext uri="{FF2B5EF4-FFF2-40B4-BE49-F238E27FC236}">
                    <a16:creationId xmlns:a16="http://schemas.microsoft.com/office/drawing/2014/main" id="{A6D7FAD3-C4E5-41FB-B831-B270B6A9F937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9" name="Ovaal 168">
                <a:extLst>
                  <a:ext uri="{FF2B5EF4-FFF2-40B4-BE49-F238E27FC236}">
                    <a16:creationId xmlns:a16="http://schemas.microsoft.com/office/drawing/2014/main" id="{966A4048-E20A-471E-B7DE-2AC67A91609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0" name="Vrije vorm: vorm 169">
                <a:extLst>
                  <a:ext uri="{FF2B5EF4-FFF2-40B4-BE49-F238E27FC236}">
                    <a16:creationId xmlns:a16="http://schemas.microsoft.com/office/drawing/2014/main" id="{035DB9BC-993D-4EC2-B8B8-E289BEFC417D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1" name="Rechthoek: afgeronde hoeken 170">
                <a:extLst>
                  <a:ext uri="{FF2B5EF4-FFF2-40B4-BE49-F238E27FC236}">
                    <a16:creationId xmlns:a16="http://schemas.microsoft.com/office/drawing/2014/main" id="{43572117-2936-4CA0-BF82-0D6296BFB010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72" name="Rechte verbindingslijn 171">
                <a:extLst>
                  <a:ext uri="{FF2B5EF4-FFF2-40B4-BE49-F238E27FC236}">
                    <a16:creationId xmlns:a16="http://schemas.microsoft.com/office/drawing/2014/main" id="{7D2B5594-E3F1-4F39-A93D-FB9FD2504C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3" name="Rechte verbindingslijn 172">
                <a:extLst>
                  <a:ext uri="{FF2B5EF4-FFF2-40B4-BE49-F238E27FC236}">
                    <a16:creationId xmlns:a16="http://schemas.microsoft.com/office/drawing/2014/main" id="{10B80017-638A-48F0-ACCF-DDB02B67C579}"/>
                  </a:ext>
                </a:extLst>
              </p:cNvPr>
              <p:cNvCxnSpPr>
                <a:cxnSpLocks/>
                <a:stCxn id="171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474CF842-2FCD-46BB-B3D4-75D2CD04DE2B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C0DE37D0-8647-4B42-8AEA-69E5BAC685A5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5" name="Groep 124">
              <a:extLst>
                <a:ext uri="{FF2B5EF4-FFF2-40B4-BE49-F238E27FC236}">
                  <a16:creationId xmlns:a16="http://schemas.microsoft.com/office/drawing/2014/main" id="{AA3716D5-A794-4860-BD79-A966AE4A8815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8352E3CD-36AC-40EA-A5C5-C554E77C51C5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66" name="Rechte verbindingslijn 165">
                <a:extLst>
                  <a:ext uri="{FF2B5EF4-FFF2-40B4-BE49-F238E27FC236}">
                    <a16:creationId xmlns:a16="http://schemas.microsoft.com/office/drawing/2014/main" id="{A05FBE82-9406-4AF5-9247-BFF3089F1584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67" name="Gelijkbenige driehoek 166">
                <a:extLst>
                  <a:ext uri="{FF2B5EF4-FFF2-40B4-BE49-F238E27FC236}">
                    <a16:creationId xmlns:a16="http://schemas.microsoft.com/office/drawing/2014/main" id="{870F97FA-F2D7-4896-B347-9F33B218CE0C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EF66787F-4998-4583-80B5-C12D633E6864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7D500878-F906-434A-ACF8-1B52AB417146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8" name="Ovaal 127">
              <a:extLst>
                <a:ext uri="{FF2B5EF4-FFF2-40B4-BE49-F238E27FC236}">
                  <a16:creationId xmlns:a16="http://schemas.microsoft.com/office/drawing/2014/main" id="{B96C3C80-FC35-4164-9FD5-93CF7BE54BFC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29" name="Rechthoek 128">
              <a:extLst>
                <a:ext uri="{FF2B5EF4-FFF2-40B4-BE49-F238E27FC236}">
                  <a16:creationId xmlns:a16="http://schemas.microsoft.com/office/drawing/2014/main" id="{433F5775-AFD6-4E06-8F9E-1BBB67BA8197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30" name="Groep 129">
              <a:extLst>
                <a:ext uri="{FF2B5EF4-FFF2-40B4-BE49-F238E27FC236}">
                  <a16:creationId xmlns:a16="http://schemas.microsoft.com/office/drawing/2014/main" id="{DF783E91-3DA8-4B8B-9A42-533BC2C523FB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149" name="Groep 148">
                <a:extLst>
                  <a:ext uri="{FF2B5EF4-FFF2-40B4-BE49-F238E27FC236}">
                    <a16:creationId xmlns:a16="http://schemas.microsoft.com/office/drawing/2014/main" id="{5CD926A0-61F9-409F-8984-74346AFC989D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152" name="Groep 151">
                  <a:extLst>
                    <a:ext uri="{FF2B5EF4-FFF2-40B4-BE49-F238E27FC236}">
                      <a16:creationId xmlns:a16="http://schemas.microsoft.com/office/drawing/2014/main" id="{0CEAFAE2-1CEA-40CA-990D-72CD88822E9F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159" name="Groep 158">
                    <a:extLst>
                      <a:ext uri="{FF2B5EF4-FFF2-40B4-BE49-F238E27FC236}">
                        <a16:creationId xmlns:a16="http://schemas.microsoft.com/office/drawing/2014/main" id="{08A163C8-22F2-4DB4-BBD0-03648AFA796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162" name="Rechthoek 161">
                      <a:extLst>
                        <a:ext uri="{FF2B5EF4-FFF2-40B4-BE49-F238E27FC236}">
                          <a16:creationId xmlns:a16="http://schemas.microsoft.com/office/drawing/2014/main" id="{E7E6BABA-C1F8-4BD8-9D88-3C5ACAE61C8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3" name="Rechthoek 162">
                      <a:extLst>
                        <a:ext uri="{FF2B5EF4-FFF2-40B4-BE49-F238E27FC236}">
                          <a16:creationId xmlns:a16="http://schemas.microsoft.com/office/drawing/2014/main" id="{62F3DB18-15C2-47ED-876D-77B7D501B25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4" name="Ovaal 163">
                      <a:extLst>
                        <a:ext uri="{FF2B5EF4-FFF2-40B4-BE49-F238E27FC236}">
                          <a16:creationId xmlns:a16="http://schemas.microsoft.com/office/drawing/2014/main" id="{471EE496-0CA5-40A5-9979-91CD2311758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60" name="Afbeelding 159">
                    <a:extLst>
                      <a:ext uri="{FF2B5EF4-FFF2-40B4-BE49-F238E27FC236}">
                        <a16:creationId xmlns:a16="http://schemas.microsoft.com/office/drawing/2014/main" id="{10D4A2EB-140F-493A-B6A5-734B8321A2A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61" name="Afbeelding 160">
                    <a:extLst>
                      <a:ext uri="{FF2B5EF4-FFF2-40B4-BE49-F238E27FC236}">
                        <a16:creationId xmlns:a16="http://schemas.microsoft.com/office/drawing/2014/main" id="{B8FB3F8A-00B4-4C3C-ACDC-601ED8C4371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53" name="Groep 152">
                  <a:extLst>
                    <a:ext uri="{FF2B5EF4-FFF2-40B4-BE49-F238E27FC236}">
                      <a16:creationId xmlns:a16="http://schemas.microsoft.com/office/drawing/2014/main" id="{01D10408-2E48-4191-81C8-4F033C5747E9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57" name="Rechthoek 156">
                    <a:extLst>
                      <a:ext uri="{FF2B5EF4-FFF2-40B4-BE49-F238E27FC236}">
                        <a16:creationId xmlns:a16="http://schemas.microsoft.com/office/drawing/2014/main" id="{896B582D-2D5F-41BF-AD8C-5901B54B811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58" name="Rechthoek 157">
                    <a:extLst>
                      <a:ext uri="{FF2B5EF4-FFF2-40B4-BE49-F238E27FC236}">
                        <a16:creationId xmlns:a16="http://schemas.microsoft.com/office/drawing/2014/main" id="{459DA766-9E2B-4103-9F50-9355DFAEA02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54" name="Groep 153">
                  <a:extLst>
                    <a:ext uri="{FF2B5EF4-FFF2-40B4-BE49-F238E27FC236}">
                      <a16:creationId xmlns:a16="http://schemas.microsoft.com/office/drawing/2014/main" id="{1DD85848-9195-4491-86E1-FA6619B62CA4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55" name="Rechthoek 154">
                    <a:extLst>
                      <a:ext uri="{FF2B5EF4-FFF2-40B4-BE49-F238E27FC236}">
                        <a16:creationId xmlns:a16="http://schemas.microsoft.com/office/drawing/2014/main" id="{DABD69BE-8C2B-4B0E-B863-F405EC05AD5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56" name="Rechthoek 155">
                    <a:extLst>
                      <a:ext uri="{FF2B5EF4-FFF2-40B4-BE49-F238E27FC236}">
                        <a16:creationId xmlns:a16="http://schemas.microsoft.com/office/drawing/2014/main" id="{D8B4778F-F4CA-443F-9ADB-9E3812E6D5E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50" name="Rechthoek 149">
                <a:extLst>
                  <a:ext uri="{FF2B5EF4-FFF2-40B4-BE49-F238E27FC236}">
                    <a16:creationId xmlns:a16="http://schemas.microsoft.com/office/drawing/2014/main" id="{7EA6276A-1111-4A7C-9BFE-6707BD9DE7E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AE75C28B-E139-45EE-A7F3-534453FF6EDB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1" name="Groep 130">
              <a:extLst>
                <a:ext uri="{FF2B5EF4-FFF2-40B4-BE49-F238E27FC236}">
                  <a16:creationId xmlns:a16="http://schemas.microsoft.com/office/drawing/2014/main" id="{8DE68172-1314-43DA-84C8-EF59A1601EAA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135" name="Rechthoek 134">
                <a:extLst>
                  <a:ext uri="{FF2B5EF4-FFF2-40B4-BE49-F238E27FC236}">
                    <a16:creationId xmlns:a16="http://schemas.microsoft.com/office/drawing/2014/main" id="{6FA16CD1-8811-4576-AA88-BA596908E174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6" name="Rechthoek 135">
                <a:extLst>
                  <a:ext uri="{FF2B5EF4-FFF2-40B4-BE49-F238E27FC236}">
                    <a16:creationId xmlns:a16="http://schemas.microsoft.com/office/drawing/2014/main" id="{D6C21B04-247F-43CB-AC93-111D44660C9B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7" name="Tekstvak 136">
                <a:extLst>
                  <a:ext uri="{FF2B5EF4-FFF2-40B4-BE49-F238E27FC236}">
                    <a16:creationId xmlns:a16="http://schemas.microsoft.com/office/drawing/2014/main" id="{3479314B-B785-4CB2-ADA3-82090E936EA3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138" name="Tekstvak 137">
                <a:extLst>
                  <a:ext uri="{FF2B5EF4-FFF2-40B4-BE49-F238E27FC236}">
                    <a16:creationId xmlns:a16="http://schemas.microsoft.com/office/drawing/2014/main" id="{0B6B28D2-EDF4-4665-BC8A-C89482B666CD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139" name="Vrije vorm: vorm 138">
                <a:extLst>
                  <a:ext uri="{FF2B5EF4-FFF2-40B4-BE49-F238E27FC236}">
                    <a16:creationId xmlns:a16="http://schemas.microsoft.com/office/drawing/2014/main" id="{EFC3FEB0-7FA0-4BBB-AD4D-630430E709E1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0" name="Gelijkbenige driehoek 139">
                <a:extLst>
                  <a:ext uri="{FF2B5EF4-FFF2-40B4-BE49-F238E27FC236}">
                    <a16:creationId xmlns:a16="http://schemas.microsoft.com/office/drawing/2014/main" id="{C6D3CF00-0B3A-4A9B-B7BB-540F312CCA7D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1" name="Groep 140">
                <a:extLst>
                  <a:ext uri="{FF2B5EF4-FFF2-40B4-BE49-F238E27FC236}">
                    <a16:creationId xmlns:a16="http://schemas.microsoft.com/office/drawing/2014/main" id="{37018B79-4DBF-4262-B2E3-BE0409D2F2F0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6FB43017-63E2-4E6B-9FE2-5CA1CF1D78A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36D27E8A-E393-47E4-8DAA-E2869C3050DC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ACB102F1-298E-424D-B6A2-909C88910DD0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2" name="Groep 141">
                <a:extLst>
                  <a:ext uri="{FF2B5EF4-FFF2-40B4-BE49-F238E27FC236}">
                    <a16:creationId xmlns:a16="http://schemas.microsoft.com/office/drawing/2014/main" id="{B4C196CF-DDD2-4FFB-9CA8-C4FA8165A0C5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3" name="Rechthoek 142">
                  <a:extLst>
                    <a:ext uri="{FF2B5EF4-FFF2-40B4-BE49-F238E27FC236}">
                      <a16:creationId xmlns:a16="http://schemas.microsoft.com/office/drawing/2014/main" id="{7AF58C19-40C3-43DC-9501-199D0FDA62E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4" name="Rechthoek 143">
                  <a:extLst>
                    <a:ext uri="{FF2B5EF4-FFF2-40B4-BE49-F238E27FC236}">
                      <a16:creationId xmlns:a16="http://schemas.microsoft.com/office/drawing/2014/main" id="{5C6BBBBA-1696-4CDA-A1A4-D54F7B0E526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4CC8CF1D-139C-436A-9BDA-095BBA637DC4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32" name="ICOON_info">
              <a:extLst>
                <a:ext uri="{FF2B5EF4-FFF2-40B4-BE49-F238E27FC236}">
                  <a16:creationId xmlns:a16="http://schemas.microsoft.com/office/drawing/2014/main" id="{22C281F7-3A1A-4ADF-A193-4968F7E7C4B2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133" name="Ovaal 132">
                <a:extLst>
                  <a:ext uri="{FF2B5EF4-FFF2-40B4-BE49-F238E27FC236}">
                    <a16:creationId xmlns:a16="http://schemas.microsoft.com/office/drawing/2014/main" id="{9C4353F1-D14C-48B9-B3D8-C9196937857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4" name="Graphic 163" descr="Informatie">
                <a:extLst>
                  <a:ext uri="{FF2B5EF4-FFF2-40B4-BE49-F238E27FC236}">
                    <a16:creationId xmlns:a16="http://schemas.microsoft.com/office/drawing/2014/main" id="{4DF06322-2A30-43C7-9F81-9F2EED0E3A6C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75" name="Tijdelijke aanduiding voor tekst 174">
            <a:extLst>
              <a:ext uri="{FF2B5EF4-FFF2-40B4-BE49-F238E27FC236}">
                <a16:creationId xmlns:a16="http://schemas.microsoft.com/office/drawing/2014/main" id="{E36A490E-BBD3-45A1-AA6C-9E49ED92B44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 rot="16200000">
            <a:off x="1288376" y="225788"/>
            <a:ext cx="85726" cy="720000"/>
          </a:xfrm>
          <a:custGeom>
            <a:avLst/>
            <a:gdLst>
              <a:gd name="connsiteX0" fmla="*/ 0 w 72000"/>
              <a:gd name="connsiteY0" fmla="*/ 0 h 699293"/>
              <a:gd name="connsiteX1" fmla="*/ 72000 w 72000"/>
              <a:gd name="connsiteY1" fmla="*/ 0 h 699293"/>
              <a:gd name="connsiteX2" fmla="*/ 72000 w 72000"/>
              <a:gd name="connsiteY2" fmla="*/ 699293 h 699293"/>
              <a:gd name="connsiteX3" fmla="*/ 0 w 72000"/>
              <a:gd name="connsiteY3" fmla="*/ 699293 h 69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000" h="699293">
                <a:moveTo>
                  <a:pt x="0" y="0"/>
                </a:moveTo>
                <a:lnTo>
                  <a:pt x="72000" y="0"/>
                </a:lnTo>
                <a:lnTo>
                  <a:pt x="72000" y="699293"/>
                </a:lnTo>
                <a:lnTo>
                  <a:pt x="0" y="69929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leegh</a:t>
            </a:r>
            <a:r>
              <a:rPr lang="en-GB" dirty="0"/>
              <a:t>)</a:t>
            </a:r>
          </a:p>
        </p:txBody>
      </p:sp>
      <p:grpSp>
        <p:nvGrpSpPr>
          <p:cNvPr id="176" name="INSTRUCTION">
            <a:extLst>
              <a:ext uri="{FF2B5EF4-FFF2-40B4-BE49-F238E27FC236}">
                <a16:creationId xmlns:a16="http://schemas.microsoft.com/office/drawing/2014/main" id="{E294977B-1343-4694-9046-7429AE730984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77" name="Rechthoek 176">
              <a:extLst>
                <a:ext uri="{FF2B5EF4-FFF2-40B4-BE49-F238E27FC236}">
                  <a16:creationId xmlns:a16="http://schemas.microsoft.com/office/drawing/2014/main" id="{2D9F7CE3-02D3-4323-ABE9-282CA795C9CC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78" name="Ovaal 177">
              <a:extLst>
                <a:ext uri="{FF2B5EF4-FFF2-40B4-BE49-F238E27FC236}">
                  <a16:creationId xmlns:a16="http://schemas.microsoft.com/office/drawing/2014/main" id="{1A36221D-5D98-4E34-8841-16D3C19B273C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79" name="Rechthoek 178">
              <a:extLst>
                <a:ext uri="{FF2B5EF4-FFF2-40B4-BE49-F238E27FC236}">
                  <a16:creationId xmlns:a16="http://schemas.microsoft.com/office/drawing/2014/main" id="{D9D1290E-D4D2-4957-B04D-82A6F013ED5D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>
                    <a:lumMod val="75000"/>
                  </a:schemeClr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80" name="Ovaal 179">
              <a:extLst>
                <a:ext uri="{FF2B5EF4-FFF2-40B4-BE49-F238E27FC236}">
                  <a16:creationId xmlns:a16="http://schemas.microsoft.com/office/drawing/2014/main" id="{49D2549E-F7B8-45A7-8208-DC290C0AB18D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81" name="Rechthoek 180">
              <a:extLst>
                <a:ext uri="{FF2B5EF4-FFF2-40B4-BE49-F238E27FC236}">
                  <a16:creationId xmlns:a16="http://schemas.microsoft.com/office/drawing/2014/main" id="{A8D790E9-F6E8-493D-B0B0-8E62463E71DB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82" name="Ovaal 181">
              <a:extLst>
                <a:ext uri="{FF2B5EF4-FFF2-40B4-BE49-F238E27FC236}">
                  <a16:creationId xmlns:a16="http://schemas.microsoft.com/office/drawing/2014/main" id="{F35E38F1-C8B3-406C-8C68-03B32D9F7C1C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83" name="Ovaal 182">
              <a:extLst>
                <a:ext uri="{FF2B5EF4-FFF2-40B4-BE49-F238E27FC236}">
                  <a16:creationId xmlns:a16="http://schemas.microsoft.com/office/drawing/2014/main" id="{E211E6FA-2607-4981-98D3-59D03AC73D88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4" name="Ovaal 183">
              <a:extLst>
                <a:ext uri="{FF2B5EF4-FFF2-40B4-BE49-F238E27FC236}">
                  <a16:creationId xmlns:a16="http://schemas.microsoft.com/office/drawing/2014/main" id="{A5C2C4CB-C394-4D5F-BD0A-CDE13975E4C5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85" name="Ovaal 184">
              <a:extLst>
                <a:ext uri="{FF2B5EF4-FFF2-40B4-BE49-F238E27FC236}">
                  <a16:creationId xmlns:a16="http://schemas.microsoft.com/office/drawing/2014/main" id="{A202E743-841A-4199-9CAA-A532F51B0EFA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86" name="Ovaal 185">
              <a:extLst>
                <a:ext uri="{FF2B5EF4-FFF2-40B4-BE49-F238E27FC236}">
                  <a16:creationId xmlns:a16="http://schemas.microsoft.com/office/drawing/2014/main" id="{84FAB9C4-8B59-4873-92A7-47A3262AFCCF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87" name="Ovaal 186">
              <a:extLst>
                <a:ext uri="{FF2B5EF4-FFF2-40B4-BE49-F238E27FC236}">
                  <a16:creationId xmlns:a16="http://schemas.microsoft.com/office/drawing/2014/main" id="{94771541-4F14-4F06-AB8E-1B368B10ED70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88" name="Ovaal 187">
              <a:extLst>
                <a:ext uri="{FF2B5EF4-FFF2-40B4-BE49-F238E27FC236}">
                  <a16:creationId xmlns:a16="http://schemas.microsoft.com/office/drawing/2014/main" id="{786FCD23-77C1-4BE7-8F0B-56E74E4A2F54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89" name="Rechthoek 188">
              <a:extLst>
                <a:ext uri="{FF2B5EF4-FFF2-40B4-BE49-F238E27FC236}">
                  <a16:creationId xmlns:a16="http://schemas.microsoft.com/office/drawing/2014/main" id="{BF349FBE-49BB-49AB-A27D-3946C4E326B3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190" name="ICOON_info">
              <a:extLst>
                <a:ext uri="{FF2B5EF4-FFF2-40B4-BE49-F238E27FC236}">
                  <a16:creationId xmlns:a16="http://schemas.microsoft.com/office/drawing/2014/main" id="{D521BAD6-C393-43FE-A45F-2ED816704E9C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32" name="Ovaal 231">
                <a:extLst>
                  <a:ext uri="{FF2B5EF4-FFF2-40B4-BE49-F238E27FC236}">
                    <a16:creationId xmlns:a16="http://schemas.microsoft.com/office/drawing/2014/main" id="{AE4E0B68-345D-452C-B5CF-6BFE20E43DEA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3" name="Graphic 163" descr="Informatie">
                <a:extLst>
                  <a:ext uri="{FF2B5EF4-FFF2-40B4-BE49-F238E27FC236}">
                    <a16:creationId xmlns:a16="http://schemas.microsoft.com/office/drawing/2014/main" id="{FB0AEB17-B9E8-4DDB-A9F9-53604003A98D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1" name="VOORBEELD">
              <a:extLst>
                <a:ext uri="{FF2B5EF4-FFF2-40B4-BE49-F238E27FC236}">
                  <a16:creationId xmlns:a16="http://schemas.microsoft.com/office/drawing/2014/main" id="{2F1DF4FE-F736-48A6-94EE-E8EEE639A2A6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232960D1-A8BC-4BF9-8B43-E95C81EEC072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93" name="Rechthoek 192">
                <a:extLst>
                  <a:ext uri="{FF2B5EF4-FFF2-40B4-BE49-F238E27FC236}">
                    <a16:creationId xmlns:a16="http://schemas.microsoft.com/office/drawing/2014/main" id="{DA0F6385-417E-4B1B-9B5D-93C86C6A7166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94" name="Groep 193">
                <a:extLst>
                  <a:ext uri="{FF2B5EF4-FFF2-40B4-BE49-F238E27FC236}">
                    <a16:creationId xmlns:a16="http://schemas.microsoft.com/office/drawing/2014/main" id="{62441544-81E5-406F-BDCC-C05D9D4DF63A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25" name="Groep 224">
                  <a:extLst>
                    <a:ext uri="{FF2B5EF4-FFF2-40B4-BE49-F238E27FC236}">
                      <a16:creationId xmlns:a16="http://schemas.microsoft.com/office/drawing/2014/main" id="{057A2C24-F041-42B4-9CB4-4903B5383EC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27" name="Rechte verbindingslijn 226">
                    <a:extLst>
                      <a:ext uri="{FF2B5EF4-FFF2-40B4-BE49-F238E27FC236}">
                        <a16:creationId xmlns:a16="http://schemas.microsoft.com/office/drawing/2014/main" id="{F0B3BC78-50B9-4949-A5A8-8EA8FB628BC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8" name="Rechte verbindingslijn 227">
                    <a:extLst>
                      <a:ext uri="{FF2B5EF4-FFF2-40B4-BE49-F238E27FC236}">
                        <a16:creationId xmlns:a16="http://schemas.microsoft.com/office/drawing/2014/main" id="{7645EFD2-B238-430A-BE53-B1FF844A70F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9" name="Rechte verbindingslijn 228">
                    <a:extLst>
                      <a:ext uri="{FF2B5EF4-FFF2-40B4-BE49-F238E27FC236}">
                        <a16:creationId xmlns:a16="http://schemas.microsoft.com/office/drawing/2014/main" id="{B2E9EE40-3E80-4042-90B7-F1D2549FF9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0" name="Rechte verbindingslijn 229">
                    <a:extLst>
                      <a:ext uri="{FF2B5EF4-FFF2-40B4-BE49-F238E27FC236}">
                        <a16:creationId xmlns:a16="http://schemas.microsoft.com/office/drawing/2014/main" id="{3762C712-281E-42FF-BCA6-1EE3D55D000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1" name="Rechte verbindingslijn 230">
                    <a:extLst>
                      <a:ext uri="{FF2B5EF4-FFF2-40B4-BE49-F238E27FC236}">
                        <a16:creationId xmlns:a16="http://schemas.microsoft.com/office/drawing/2014/main" id="{55EE5A8D-14D5-479B-AD89-CC648787C81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26" name="Pijl: rechts 225">
                  <a:extLst>
                    <a:ext uri="{FF2B5EF4-FFF2-40B4-BE49-F238E27FC236}">
                      <a16:creationId xmlns:a16="http://schemas.microsoft.com/office/drawing/2014/main" id="{97434CF9-6B90-4FA9-BF5A-80DD7A10351C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5" name="Groep 194">
                <a:extLst>
                  <a:ext uri="{FF2B5EF4-FFF2-40B4-BE49-F238E27FC236}">
                    <a16:creationId xmlns:a16="http://schemas.microsoft.com/office/drawing/2014/main" id="{08F42D58-95C2-48AA-A402-55F9FA4C8B8D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18" name="Groep 217">
                  <a:extLst>
                    <a:ext uri="{FF2B5EF4-FFF2-40B4-BE49-F238E27FC236}">
                      <a16:creationId xmlns:a16="http://schemas.microsoft.com/office/drawing/2014/main" id="{84533936-34CC-4279-AA89-78CE1F7245F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20" name="Rechte verbindingslijn 219">
                    <a:extLst>
                      <a:ext uri="{FF2B5EF4-FFF2-40B4-BE49-F238E27FC236}">
                        <a16:creationId xmlns:a16="http://schemas.microsoft.com/office/drawing/2014/main" id="{9F8C6FEA-C57B-4E22-8528-396FAACCE95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1" name="Rechte verbindingslijn 220">
                    <a:extLst>
                      <a:ext uri="{FF2B5EF4-FFF2-40B4-BE49-F238E27FC236}">
                        <a16:creationId xmlns:a16="http://schemas.microsoft.com/office/drawing/2014/main" id="{4CD38874-6528-45DE-A7F3-9D24321C0D6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2" name="Rechte verbindingslijn 221">
                    <a:extLst>
                      <a:ext uri="{FF2B5EF4-FFF2-40B4-BE49-F238E27FC236}">
                        <a16:creationId xmlns:a16="http://schemas.microsoft.com/office/drawing/2014/main" id="{2AF0781C-3D1A-4E45-9D47-B181890E493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3" name="Rechte verbindingslijn 222">
                    <a:extLst>
                      <a:ext uri="{FF2B5EF4-FFF2-40B4-BE49-F238E27FC236}">
                        <a16:creationId xmlns:a16="http://schemas.microsoft.com/office/drawing/2014/main" id="{FED6875C-03EB-4448-92EF-11920A9AFCD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4" name="Rechte verbindingslijn 223">
                    <a:extLst>
                      <a:ext uri="{FF2B5EF4-FFF2-40B4-BE49-F238E27FC236}">
                        <a16:creationId xmlns:a16="http://schemas.microsoft.com/office/drawing/2014/main" id="{8AE60B47-6078-4346-A61A-2C881D49F1F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19" name="Pijl: rechts 218">
                  <a:extLst>
                    <a:ext uri="{FF2B5EF4-FFF2-40B4-BE49-F238E27FC236}">
                      <a16:creationId xmlns:a16="http://schemas.microsoft.com/office/drawing/2014/main" id="{CED27E4C-43BB-49DD-9613-2A48063D51A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96" name="Rechte verbindingslijn 195">
                <a:extLst>
                  <a:ext uri="{FF2B5EF4-FFF2-40B4-BE49-F238E27FC236}">
                    <a16:creationId xmlns:a16="http://schemas.microsoft.com/office/drawing/2014/main" id="{97F21AC3-46DC-432D-A8BC-7453357AC21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97" name="Rechte verbindingslijn 196">
                <a:extLst>
                  <a:ext uri="{FF2B5EF4-FFF2-40B4-BE49-F238E27FC236}">
                    <a16:creationId xmlns:a16="http://schemas.microsoft.com/office/drawing/2014/main" id="{FD2A3878-3807-4863-9557-31D8F76E8A3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98" name="Rechthoek 197">
                <a:extLst>
                  <a:ext uri="{FF2B5EF4-FFF2-40B4-BE49-F238E27FC236}">
                    <a16:creationId xmlns:a16="http://schemas.microsoft.com/office/drawing/2014/main" id="{1E693711-33A6-4C97-94B1-48B8343CDEEB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199" name="Rechthoek 198">
                <a:extLst>
                  <a:ext uri="{FF2B5EF4-FFF2-40B4-BE49-F238E27FC236}">
                    <a16:creationId xmlns:a16="http://schemas.microsoft.com/office/drawing/2014/main" id="{5C18FA31-9044-4285-888C-98C47CF9D928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200" name="Groep 199">
                <a:extLst>
                  <a:ext uri="{FF2B5EF4-FFF2-40B4-BE49-F238E27FC236}">
                    <a16:creationId xmlns:a16="http://schemas.microsoft.com/office/drawing/2014/main" id="{6188F798-A145-45C8-A92C-27752A504DEC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10" name="Rechthoek 209">
                  <a:extLst>
                    <a:ext uri="{FF2B5EF4-FFF2-40B4-BE49-F238E27FC236}">
                      <a16:creationId xmlns:a16="http://schemas.microsoft.com/office/drawing/2014/main" id="{C611ED10-839D-4A7B-B30C-4C21ECBE07E4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11" name="Groep 210">
                  <a:extLst>
                    <a:ext uri="{FF2B5EF4-FFF2-40B4-BE49-F238E27FC236}">
                      <a16:creationId xmlns:a16="http://schemas.microsoft.com/office/drawing/2014/main" id="{F4DC9C94-72AF-442F-A8F8-4A3F5BE8825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13" name="Rechte verbindingslijn 212">
                    <a:extLst>
                      <a:ext uri="{FF2B5EF4-FFF2-40B4-BE49-F238E27FC236}">
                        <a16:creationId xmlns:a16="http://schemas.microsoft.com/office/drawing/2014/main" id="{4CEF873F-A417-4EBA-85DB-9BB20CED801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4" name="Rechte verbindingslijn 213">
                    <a:extLst>
                      <a:ext uri="{FF2B5EF4-FFF2-40B4-BE49-F238E27FC236}">
                        <a16:creationId xmlns:a16="http://schemas.microsoft.com/office/drawing/2014/main" id="{DFB48A5F-6390-4C61-9069-06D723E948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5" name="Rechte verbindingslijn 214">
                    <a:extLst>
                      <a:ext uri="{FF2B5EF4-FFF2-40B4-BE49-F238E27FC236}">
                        <a16:creationId xmlns:a16="http://schemas.microsoft.com/office/drawing/2014/main" id="{5E7BBF62-B5DE-4017-A44E-EFEA8AFE7DD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6" name="Rechte verbindingslijn 215">
                    <a:extLst>
                      <a:ext uri="{FF2B5EF4-FFF2-40B4-BE49-F238E27FC236}">
                        <a16:creationId xmlns:a16="http://schemas.microsoft.com/office/drawing/2014/main" id="{2A4E33CB-49AA-4C57-BD30-D5B2CFB70D9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7" name="Rechte verbindingslijn 216">
                    <a:extLst>
                      <a:ext uri="{FF2B5EF4-FFF2-40B4-BE49-F238E27FC236}">
                        <a16:creationId xmlns:a16="http://schemas.microsoft.com/office/drawing/2014/main" id="{AF1DCA64-362D-4D80-BE1A-190A27B836A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12" name="Pijl: rechts 211">
                  <a:extLst>
                    <a:ext uri="{FF2B5EF4-FFF2-40B4-BE49-F238E27FC236}">
                      <a16:creationId xmlns:a16="http://schemas.microsoft.com/office/drawing/2014/main" id="{21F50FB3-82A2-4D1C-936B-E3F65E07FE0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01" name="Groep 200">
                <a:extLst>
                  <a:ext uri="{FF2B5EF4-FFF2-40B4-BE49-F238E27FC236}">
                    <a16:creationId xmlns:a16="http://schemas.microsoft.com/office/drawing/2014/main" id="{FCAD27EF-6485-4611-B602-A88E125D0FA6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202" name="Rechthoek 201">
                  <a:extLst>
                    <a:ext uri="{FF2B5EF4-FFF2-40B4-BE49-F238E27FC236}">
                      <a16:creationId xmlns:a16="http://schemas.microsoft.com/office/drawing/2014/main" id="{AD252E79-E77E-4F44-A46D-D1A26226BB73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03" name="Groep 202">
                  <a:extLst>
                    <a:ext uri="{FF2B5EF4-FFF2-40B4-BE49-F238E27FC236}">
                      <a16:creationId xmlns:a16="http://schemas.microsoft.com/office/drawing/2014/main" id="{13966EBC-D87A-48EE-A9FB-3A204033379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05" name="Rechte verbindingslijn 204">
                    <a:extLst>
                      <a:ext uri="{FF2B5EF4-FFF2-40B4-BE49-F238E27FC236}">
                        <a16:creationId xmlns:a16="http://schemas.microsoft.com/office/drawing/2014/main" id="{9DB71EF9-0DBE-4E7E-B6D3-9E08F38F7A6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6" name="Rechte verbindingslijn 205">
                    <a:extLst>
                      <a:ext uri="{FF2B5EF4-FFF2-40B4-BE49-F238E27FC236}">
                        <a16:creationId xmlns:a16="http://schemas.microsoft.com/office/drawing/2014/main" id="{9B01649C-E2D3-4069-8FAB-DA9AF5B44F1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7" name="Rechte verbindingslijn 206">
                    <a:extLst>
                      <a:ext uri="{FF2B5EF4-FFF2-40B4-BE49-F238E27FC236}">
                        <a16:creationId xmlns:a16="http://schemas.microsoft.com/office/drawing/2014/main" id="{8CD37F13-1EA1-4699-B48E-9BF85FDD3A6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8" name="Rechte verbindingslijn 207">
                    <a:extLst>
                      <a:ext uri="{FF2B5EF4-FFF2-40B4-BE49-F238E27FC236}">
                        <a16:creationId xmlns:a16="http://schemas.microsoft.com/office/drawing/2014/main" id="{6347E317-71A5-49CD-8DBB-7B6E9666D2E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9" name="Rechte verbindingslijn 208">
                    <a:extLst>
                      <a:ext uri="{FF2B5EF4-FFF2-40B4-BE49-F238E27FC236}">
                        <a16:creationId xmlns:a16="http://schemas.microsoft.com/office/drawing/2014/main" id="{CBEF7A7C-B320-499B-896E-6A38C1036AB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04" name="Pijl: rechts 203">
                  <a:extLst>
                    <a:ext uri="{FF2B5EF4-FFF2-40B4-BE49-F238E27FC236}">
                      <a16:creationId xmlns:a16="http://schemas.microsoft.com/office/drawing/2014/main" id="{C6FB6137-C0CF-48AB-B5CB-99A6ED999C73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234" name="Tijdelijke aanduiding voor tekst 153">
            <a:extLst>
              <a:ext uri="{FF2B5EF4-FFF2-40B4-BE49-F238E27FC236}">
                <a16:creationId xmlns:a16="http://schemas.microsoft.com/office/drawing/2014/main" id="{70DB4E17-82C7-239F-7627-081B231DF37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972595" y="385334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37" name="Tijdelijke aanduiding voor tekst 17">
            <a:extLst>
              <a:ext uri="{FF2B5EF4-FFF2-40B4-BE49-F238E27FC236}">
                <a16:creationId xmlns:a16="http://schemas.microsoft.com/office/drawing/2014/main" id="{459A354B-7AB7-A261-28CD-01C779BE76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1" y="6252359"/>
            <a:ext cx="3015962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238" name="Tijdelijke aanduiding voor tekst 17">
            <a:extLst>
              <a:ext uri="{FF2B5EF4-FFF2-40B4-BE49-F238E27FC236}">
                <a16:creationId xmlns:a16="http://schemas.microsoft.com/office/drawing/2014/main" id="{8BF6AC1C-6932-206C-A3AC-FA6F2E05B78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37607" y="6252359"/>
            <a:ext cx="2889489" cy="151200"/>
          </a:xfrm>
        </p:spPr>
        <p:txBody>
          <a:bodyPr tIns="0" anchor="ctr"/>
          <a:lstStyle>
            <a:lvl1pPr marL="0" indent="0" algn="ct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239" name="Tijdelijke aanduiding voor dianummer 15">
            <a:extLst>
              <a:ext uri="{FF2B5EF4-FFF2-40B4-BE49-F238E27FC236}">
                <a16:creationId xmlns:a16="http://schemas.microsoft.com/office/drawing/2014/main" id="{CF544E94-FA59-0D65-03BB-388358734AC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951532" y="6252359"/>
            <a:ext cx="270000" cy="1548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0" name="Tijdelijke aanduiding voor tekst 17">
            <a:extLst>
              <a:ext uri="{FF2B5EF4-FFF2-40B4-BE49-F238E27FC236}">
                <a16:creationId xmlns:a16="http://schemas.microsoft.com/office/drawing/2014/main" id="{7C5F62E9-BAC2-A750-A9EA-CFF7C9EC0F6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12080" y="6252359"/>
            <a:ext cx="306387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  <p:sp>
        <p:nvSpPr>
          <p:cNvPr id="174" name="Tijdelijke aanduiding voor tekst 6">
            <a:extLst>
              <a:ext uri="{FF2B5EF4-FFF2-40B4-BE49-F238E27FC236}">
                <a16:creationId xmlns:a16="http://schemas.microsoft.com/office/drawing/2014/main" id="{F30DA4E3-1885-483A-9DB7-BD45D732510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0" y="6400800"/>
            <a:ext cx="12192000" cy="456958"/>
          </a:xfrm>
          <a:blipFill>
            <a:blip r:embed="rId5"/>
            <a:srcRect/>
            <a:stretch>
              <a:fillRect t="-2396908" b="-43608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rgbClr val="F2F2F2"/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35" name="Tijdelijke aanduiding voor tekst 168">
            <a:extLst>
              <a:ext uri="{FF2B5EF4-FFF2-40B4-BE49-F238E27FC236}">
                <a16:creationId xmlns:a16="http://schemas.microsoft.com/office/drawing/2014/main" id="{FC8C1371-7A2A-B8A8-B549-E0A6A61E100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413020" y="5042426"/>
            <a:ext cx="1251590" cy="1815574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1" b="-771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9897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theme" Target="../theme/theme2.xml"/><Relationship Id="rId11" Type="http://schemas.openxmlformats.org/officeDocument/2006/relationships/image" Target="../media/image1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Relationship Id="rId22" Type="http://schemas.openxmlformats.org/officeDocument/2006/relationships/image" Target="../media/image27.png"/><Relationship Id="rId23" Type="http://schemas.openxmlformats.org/officeDocument/2006/relationships/image" Target="../media/image28.png"/><Relationship Id="rId24" Type="http://schemas.openxmlformats.org/officeDocument/2006/relationships/image" Target="../media/image29.png"/><Relationship Id="rId25" Type="http://schemas.openxmlformats.org/officeDocument/2006/relationships/image" Target="../media/image30.png"/><Relationship Id="rId26" Type="http://schemas.openxmlformats.org/officeDocument/2006/relationships/image" Target="../media/image31.png"/><Relationship Id="rId27" Type="http://schemas.openxmlformats.org/officeDocument/2006/relationships/image" Target="../media/image32.png"/><Relationship Id="rId28" Type="http://schemas.openxmlformats.org/officeDocument/2006/relationships/image" Target="../media/image3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theme" Target="../theme/theme3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977" y="373978"/>
            <a:ext cx="8695889" cy="23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Place title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4978" y="1805650"/>
            <a:ext cx="10937271" cy="44841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549FE6F-67CB-4243-BE03-A9A3C4007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1751" y="6424534"/>
            <a:ext cx="270000" cy="154868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r">
              <a:defRPr sz="1000" b="1" u="none">
                <a:solidFill>
                  <a:schemeClr val="accent1"/>
                </a:solidFill>
                <a:latin typeface="+mj-lt"/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 userDrawn="1"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22" name="Groep 21" hidden="1">
            <a:extLst>
              <a:ext uri="{FF2B5EF4-FFF2-40B4-BE49-F238E27FC236}">
                <a16:creationId xmlns:a16="http://schemas.microsoft.com/office/drawing/2014/main" id="{40916DCB-FB8A-46F1-A624-A6A0D3CFD417}"/>
              </a:ext>
            </a:extLst>
          </p:cNvPr>
          <p:cNvGrpSpPr/>
          <p:nvPr userDrawn="1"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4" name="Rechte verbindingslijn 13">
              <a:extLst>
                <a:ext uri="{FF2B5EF4-FFF2-40B4-BE49-F238E27FC236}">
                  <a16:creationId xmlns:a16="http://schemas.microsoft.com/office/drawing/2014/main" id="{1B0A5320-29C8-465C-A8A7-2A4B9BD3450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27968" y="0"/>
              <a:ext cx="0" cy="6858000"/>
            </a:xfrm>
            <a:prstGeom prst="line">
              <a:avLst/>
            </a:prstGeom>
            <a:ln w="3175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Rechte verbindingslijn 51">
              <a:extLst>
                <a:ext uri="{FF2B5EF4-FFF2-40B4-BE49-F238E27FC236}">
                  <a16:creationId xmlns:a16="http://schemas.microsoft.com/office/drawing/2014/main" id="{56D69ADF-41B9-4D49-AECD-FC8073435E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652000" y="0"/>
              <a:ext cx="0" cy="6858000"/>
            </a:xfrm>
            <a:prstGeom prst="line">
              <a:avLst/>
            </a:prstGeom>
            <a:ln w="3175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Rechte verbindingslijn 52">
              <a:extLst>
                <a:ext uri="{FF2B5EF4-FFF2-40B4-BE49-F238E27FC236}">
                  <a16:creationId xmlns:a16="http://schemas.microsoft.com/office/drawing/2014/main" id="{B7708052-0E66-472C-9752-EDF7F6379A6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" y="540000"/>
              <a:ext cx="12192001" cy="0"/>
            </a:xfrm>
            <a:prstGeom prst="line">
              <a:avLst/>
            </a:prstGeom>
            <a:ln w="3175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Rechte verbindingslijn 53">
              <a:extLst>
                <a:ext uri="{FF2B5EF4-FFF2-40B4-BE49-F238E27FC236}">
                  <a16:creationId xmlns:a16="http://schemas.microsoft.com/office/drawing/2014/main" id="{4334AB85-FD41-46BB-8B3B-2DD1FDEFF4D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318000"/>
              <a:ext cx="12192001" cy="0"/>
            </a:xfrm>
            <a:prstGeom prst="line">
              <a:avLst/>
            </a:prstGeom>
            <a:ln w="3175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Vrije vorm: vorm 135">
            <a:extLst>
              <a:ext uri="{FF2B5EF4-FFF2-40B4-BE49-F238E27FC236}">
                <a16:creationId xmlns:a16="http://schemas.microsoft.com/office/drawing/2014/main" id="{E77C1D13-8C6E-48BF-BE72-3954091A0327}"/>
              </a:ext>
            </a:extLst>
          </p:cNvPr>
          <p:cNvSpPr txBox="1">
            <a:spLocks/>
          </p:cNvSpPr>
          <p:nvPr userDrawn="1"/>
        </p:nvSpPr>
        <p:spPr>
          <a:xfrm>
            <a:off x="9971963" y="373978"/>
            <a:ext cx="1680287" cy="538656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blipFill>
            <a:blip r:embed="rId25"/>
            <a:srcRect/>
            <a:stretch>
              <a:fillRect t="1004" b="1004"/>
            </a:stretch>
          </a:blipFill>
        </p:spPr>
        <p:txBody>
          <a:bodyPr wrap="square" anchor="b">
            <a:noAutofit/>
          </a:bodyPr>
          <a:lstStyle>
            <a:lvl1pPr marL="266700" indent="-266700" algn="ctr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Font typeface="Calibri" panose="020F0502020204030204" pitchFamily="34" charset="0"/>
              <a:buNone/>
              <a:defRPr sz="100" b="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tabLst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8038" indent="-2667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▪"/>
              <a:defRPr sz="120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1" kern="1200">
                <a:solidFill>
                  <a:schemeClr val="accent1"/>
                </a:solidFill>
                <a:latin typeface="Arial Black" panose="020B0A04020102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1" i="1" u="none" kern="1200" cap="none" baseline="0">
                <a:solidFill>
                  <a:schemeClr val="accent2"/>
                </a:solidFill>
                <a:latin typeface="Arial Black" panose="020B0A04020102020204" pitchFamily="34" charset="0"/>
                <a:ea typeface="+mn-ea"/>
                <a:cs typeface="+mn-cs"/>
              </a:defRPr>
            </a:lvl6pPr>
            <a:lvl7pPr marL="268288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+mj-lt"/>
              <a:buAutoNum type="arabicPeriod"/>
              <a:tabLst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53657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+mj-lt"/>
              <a:buAutoNum type="alphaLcPeriod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b="1" i="1" u="sng" kern="1200">
                <a:solidFill>
                  <a:schemeClr val="accent3"/>
                </a:solidFill>
                <a:latin typeface="Arial Black" panose="020B0A04020102020204" pitchFamily="34" charset="0"/>
                <a:ea typeface="+mn-ea"/>
                <a:cs typeface="+mn-cs"/>
              </a:defRPr>
            </a:lvl9pPr>
          </a:lstStyle>
          <a:p>
            <a:r>
              <a:rPr lang="en-GB" dirty="0"/>
              <a:t>(</a:t>
            </a:r>
          </a:p>
        </p:txBody>
      </p:sp>
      <p:sp>
        <p:nvSpPr>
          <p:cNvPr id="51" name="Rectangle 13">
            <a:extLst>
              <a:ext uri="{FF2B5EF4-FFF2-40B4-BE49-F238E27FC236}">
                <a16:creationId xmlns:a16="http://schemas.microsoft.com/office/drawing/2014/main" id="{6FD84C32-C5BB-40E2-A8DE-7C41FE286771}"/>
              </a:ext>
            </a:extLst>
          </p:cNvPr>
          <p:cNvSpPr/>
          <p:nvPr userDrawn="1"/>
        </p:nvSpPr>
        <p:spPr>
          <a:xfrm>
            <a:off x="528638" y="373978"/>
            <a:ext cx="72000" cy="75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9AFBFA-F7C3-49A5-ACDD-18265794006F}"/>
              </a:ext>
            </a:extLst>
          </p:cNvPr>
          <p:cNvSpPr/>
          <p:nvPr/>
        </p:nvSpPr>
        <p:spPr>
          <a:xfrm>
            <a:off x="1161735" y="1127992"/>
            <a:ext cx="12789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277713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649" r:id="rId2"/>
    <p:sldLayoutId id="2147483658" r:id="rId3"/>
    <p:sldLayoutId id="2147483699" r:id="rId4"/>
    <p:sldLayoutId id="2147483702" r:id="rId5"/>
    <p:sldLayoutId id="2147483700" r:id="rId6"/>
    <p:sldLayoutId id="2147483701" r:id="rId7"/>
    <p:sldLayoutId id="2147483715" r:id="rId8"/>
    <p:sldLayoutId id="2147483707" r:id="rId9"/>
    <p:sldLayoutId id="2147483709" r:id="rId10"/>
    <p:sldLayoutId id="2147483663" r:id="rId11"/>
    <p:sldLayoutId id="2147483765" r:id="rId12"/>
    <p:sldLayoutId id="2147483762" r:id="rId13"/>
    <p:sldLayoutId id="2147483703" r:id="rId14"/>
    <p:sldLayoutId id="2147483704" r:id="rId15"/>
    <p:sldLayoutId id="2147483789" r:id="rId16"/>
    <p:sldLayoutId id="2147483708" r:id="rId17"/>
    <p:sldLayoutId id="2147483790" r:id="rId18"/>
    <p:sldLayoutId id="2147483705" r:id="rId19"/>
    <p:sldLayoutId id="2147483706" r:id="rId20"/>
    <p:sldLayoutId id="2147483764" r:id="rId21"/>
    <p:sldLayoutId id="2147483791" r:id="rId22"/>
    <p:sldLayoutId id="2147483792" r:id="rId2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accent3"/>
          </a:solidFill>
          <a:latin typeface="+mn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rgbClr val="FF9929"/>
        </a:buClr>
        <a:buFont typeface="Arial" panose="020B0604020202020204" pitchFamily="34" charset="0"/>
        <a:buChar char="–"/>
        <a:tabLst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8038" indent="-26670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4">
            <a:lumMod val="60000"/>
            <a:lumOff val="40000"/>
          </a:schemeClr>
        </a:buClr>
        <a:buFont typeface="Calibri" panose="020F0502020204030204" pitchFamily="34" charset="0"/>
        <a:buChar char="→"/>
        <a:defRPr sz="120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600" b="1" i="0" u="none" kern="1200" cap="none" baseline="0">
          <a:solidFill>
            <a:schemeClr val="accent3"/>
          </a:solidFill>
          <a:latin typeface="+mn-lt"/>
          <a:ea typeface="+mn-ea"/>
          <a:cs typeface="+mn-cs"/>
        </a:defRPr>
      </a:lvl6pPr>
      <a:lvl7pPr marL="268288" indent="-268288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2"/>
        </a:buClr>
        <a:buFont typeface="+mj-lt"/>
        <a:buAutoNum type="arabicPeriod"/>
        <a:tabLst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36575" indent="-268288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2"/>
        </a:buClr>
        <a:buFont typeface="+mj-lt"/>
        <a:buAutoNum type="alphaLcPeriod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800" b="1" i="0" u="sng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69" userDrawn="1">
          <p15:clr>
            <a:srgbClr val="F26B43"/>
          </p15:clr>
        </p15:guide>
        <p15:guide id="2" pos="333" userDrawn="1">
          <p15:clr>
            <a:srgbClr val="F26B43"/>
          </p15:clr>
        </p15:guide>
        <p15:guide id="6" pos="7340" userDrawn="1">
          <p15:clr>
            <a:srgbClr val="F26B43"/>
          </p15:clr>
        </p15:guide>
        <p15:guide id="9" orient="horz" pos="232" userDrawn="1">
          <p15:clr>
            <a:srgbClr val="F26B43"/>
          </p15:clr>
        </p15:guide>
        <p15:guide id="10" pos="3840" userDrawn="1">
          <p15:clr>
            <a:srgbClr val="F26B43"/>
          </p15:clr>
        </p15:guide>
        <p15:guide id="11" pos="448" userDrawn="1">
          <p15:clr>
            <a:srgbClr val="F26B43"/>
          </p15:clr>
        </p15:guide>
        <p15:guide id="12" orient="horz" pos="4145" userDrawn="1">
          <p15:clr>
            <a:srgbClr val="F26B43"/>
          </p15:clr>
        </p15:guide>
        <p15:guide id="13" orient="horz" pos="920" userDrawn="1">
          <p15:clr>
            <a:srgbClr val="F26B43"/>
          </p15:clr>
        </p15:guide>
        <p15:guide id="14" orient="horz" pos="780" userDrawn="1">
          <p15:clr>
            <a:srgbClr val="F26B43"/>
          </p15:clr>
        </p15:guide>
        <p15:guide id="15" orient="horz" pos="675" userDrawn="1">
          <p15:clr>
            <a:srgbClr val="F26B43"/>
          </p15:clr>
        </p15:guide>
        <p15:guide id="16" orient="horz" pos="404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977" y="385334"/>
            <a:ext cx="8695889" cy="23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Place title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4979" y="1460257"/>
            <a:ext cx="10937022" cy="439920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22" name="Groep 21" hidden="1">
            <a:extLst>
              <a:ext uri="{FF2B5EF4-FFF2-40B4-BE49-F238E27FC236}">
                <a16:creationId xmlns:a16="http://schemas.microsoft.com/office/drawing/2014/main" id="{40916DCB-FB8A-46F1-A624-A6A0D3CFD417}"/>
              </a:ext>
            </a:extLst>
          </p:cNvPr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4" name="Rechte verbindingslijn 13">
              <a:extLst>
                <a:ext uri="{FF2B5EF4-FFF2-40B4-BE49-F238E27FC236}">
                  <a16:creationId xmlns:a16="http://schemas.microsoft.com/office/drawing/2014/main" id="{1B0A5320-29C8-465C-A8A7-2A4B9BD3450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27968" y="0"/>
              <a:ext cx="0" cy="6858000"/>
            </a:xfrm>
            <a:prstGeom prst="line">
              <a:avLst/>
            </a:prstGeom>
            <a:ln w="3175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Rechte verbindingslijn 51">
              <a:extLst>
                <a:ext uri="{FF2B5EF4-FFF2-40B4-BE49-F238E27FC236}">
                  <a16:creationId xmlns:a16="http://schemas.microsoft.com/office/drawing/2014/main" id="{56D69ADF-41B9-4D49-AECD-FC8073435E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652000" y="0"/>
              <a:ext cx="0" cy="6858000"/>
            </a:xfrm>
            <a:prstGeom prst="line">
              <a:avLst/>
            </a:prstGeom>
            <a:ln w="3175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Rechte verbindingslijn 52">
              <a:extLst>
                <a:ext uri="{FF2B5EF4-FFF2-40B4-BE49-F238E27FC236}">
                  <a16:creationId xmlns:a16="http://schemas.microsoft.com/office/drawing/2014/main" id="{B7708052-0E66-472C-9752-EDF7F6379A6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" y="540000"/>
              <a:ext cx="12192001" cy="0"/>
            </a:xfrm>
            <a:prstGeom prst="line">
              <a:avLst/>
            </a:prstGeom>
            <a:ln w="3175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Rechte verbindingslijn 53">
              <a:extLst>
                <a:ext uri="{FF2B5EF4-FFF2-40B4-BE49-F238E27FC236}">
                  <a16:creationId xmlns:a16="http://schemas.microsoft.com/office/drawing/2014/main" id="{4334AB85-FD41-46BB-8B3B-2DD1FDEFF4D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318000"/>
              <a:ext cx="12192001" cy="0"/>
            </a:xfrm>
            <a:prstGeom prst="line">
              <a:avLst/>
            </a:prstGeom>
            <a:ln w="3175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Vrije vorm: vorm 135">
            <a:extLst>
              <a:ext uri="{FF2B5EF4-FFF2-40B4-BE49-F238E27FC236}">
                <a16:creationId xmlns:a16="http://schemas.microsoft.com/office/drawing/2014/main" id="{E77C1D13-8C6E-48BF-BE72-3954091A0327}"/>
              </a:ext>
            </a:extLst>
          </p:cNvPr>
          <p:cNvSpPr txBox="1">
            <a:spLocks/>
          </p:cNvSpPr>
          <p:nvPr/>
        </p:nvSpPr>
        <p:spPr>
          <a:xfrm>
            <a:off x="9971963" y="385334"/>
            <a:ext cx="1680287" cy="538656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blipFill>
            <a:blip r:embed="rId11"/>
            <a:srcRect/>
            <a:stretch>
              <a:fillRect t="1004" b="1004"/>
            </a:stretch>
          </a:blipFill>
        </p:spPr>
        <p:txBody>
          <a:bodyPr wrap="square" anchor="b">
            <a:noAutofit/>
          </a:bodyPr>
          <a:lstStyle>
            <a:lvl1pPr marL="266700" indent="-266700" algn="ctr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Font typeface="Calibri" panose="020F0502020204030204" pitchFamily="34" charset="0"/>
              <a:buNone/>
              <a:defRPr sz="100" b="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tabLst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8038" indent="-2667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▪"/>
              <a:defRPr sz="120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1" kern="1200">
                <a:solidFill>
                  <a:schemeClr val="accent1"/>
                </a:solidFill>
                <a:latin typeface="Arial Black" panose="020B0A04020102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1" i="1" u="none" kern="1200" cap="none" baseline="0">
                <a:solidFill>
                  <a:schemeClr val="accent2"/>
                </a:solidFill>
                <a:latin typeface="Arial Black" panose="020B0A04020102020204" pitchFamily="34" charset="0"/>
                <a:ea typeface="+mn-ea"/>
                <a:cs typeface="+mn-cs"/>
              </a:defRPr>
            </a:lvl6pPr>
            <a:lvl7pPr marL="268288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+mj-lt"/>
              <a:buAutoNum type="arabicPeriod"/>
              <a:tabLst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53657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+mj-lt"/>
              <a:buAutoNum type="alphaLcPeriod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b="1" i="1" u="sng" kern="1200">
                <a:solidFill>
                  <a:schemeClr val="accent3"/>
                </a:solidFill>
                <a:latin typeface="Arial Black" panose="020B0A04020102020204" pitchFamily="34" charset="0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51" name="Rectangle 13">
            <a:extLst>
              <a:ext uri="{FF2B5EF4-FFF2-40B4-BE49-F238E27FC236}">
                <a16:creationId xmlns:a16="http://schemas.microsoft.com/office/drawing/2014/main" id="{6FD84C32-C5BB-40E2-A8DE-7C41FE286771}"/>
              </a:ext>
            </a:extLst>
          </p:cNvPr>
          <p:cNvSpPr/>
          <p:nvPr/>
        </p:nvSpPr>
        <p:spPr>
          <a:xfrm>
            <a:off x="528638" y="373977"/>
            <a:ext cx="72000" cy="75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549FE6F-67CB-4243-BE03-A9A3C4007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2001" y="6225319"/>
            <a:ext cx="270000" cy="154868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r">
              <a:defRPr sz="1000" b="1" u="none">
                <a:solidFill>
                  <a:schemeClr val="accent1"/>
                </a:solidFill>
                <a:latin typeface="+mj-lt"/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3" name="Tekstvak 122">
            <a:extLst>
              <a:ext uri="{FF2B5EF4-FFF2-40B4-BE49-F238E27FC236}">
                <a16:creationId xmlns:a16="http://schemas.microsoft.com/office/drawing/2014/main" id="{5FD3E666-FB59-4057-AA80-87C591A1293D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 | QHSE</a:t>
            </a:r>
          </a:p>
        </p:txBody>
      </p:sp>
      <p:grpSp>
        <p:nvGrpSpPr>
          <p:cNvPr id="147" name="Graphic 61">
            <a:extLst>
              <a:ext uri="{FF2B5EF4-FFF2-40B4-BE49-F238E27FC236}">
                <a16:creationId xmlns:a16="http://schemas.microsoft.com/office/drawing/2014/main" id="{A8A531CA-C13F-4B6D-9E78-1170647CC7E0}"/>
              </a:ext>
            </a:extLst>
          </p:cNvPr>
          <p:cNvGrpSpPr/>
          <p:nvPr userDrawn="1"/>
        </p:nvGrpSpPr>
        <p:grpSpPr>
          <a:xfrm rot="300000">
            <a:off x="10406767" y="5397500"/>
            <a:ext cx="706633" cy="768097"/>
            <a:chOff x="10393903" y="5408285"/>
            <a:chExt cx="969778" cy="1054130"/>
          </a:xfrm>
        </p:grpSpPr>
        <p:sp>
          <p:nvSpPr>
            <p:cNvPr id="148" name="Vrije vorm: vorm 147">
              <a:extLst>
                <a:ext uri="{FF2B5EF4-FFF2-40B4-BE49-F238E27FC236}">
                  <a16:creationId xmlns:a16="http://schemas.microsoft.com/office/drawing/2014/main" id="{01211D1E-4592-4739-BB86-65C92FE9358C}"/>
                </a:ext>
              </a:extLst>
            </p:cNvPr>
            <p:cNvSpPr/>
            <p:nvPr/>
          </p:nvSpPr>
          <p:spPr>
            <a:xfrm rot="-9684">
              <a:off x="10463408" y="5484742"/>
              <a:ext cx="834987" cy="339015"/>
            </a:xfrm>
            <a:custGeom>
              <a:avLst/>
              <a:gdLst>
                <a:gd name="connsiteX0" fmla="*/ 0 w 834987"/>
                <a:gd name="connsiteY0" fmla="*/ 0 h 339015"/>
                <a:gd name="connsiteX1" fmla="*/ 834987 w 834987"/>
                <a:gd name="connsiteY1" fmla="*/ 0 h 339015"/>
                <a:gd name="connsiteX2" fmla="*/ 834987 w 834987"/>
                <a:gd name="connsiteY2" fmla="*/ 339015 h 339015"/>
                <a:gd name="connsiteX3" fmla="*/ 0 w 834987"/>
                <a:gd name="connsiteY3" fmla="*/ 339015 h 339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4987" h="339015">
                  <a:moveTo>
                    <a:pt x="0" y="0"/>
                  </a:moveTo>
                  <a:lnTo>
                    <a:pt x="834987" y="0"/>
                  </a:lnTo>
                  <a:lnTo>
                    <a:pt x="834987" y="339015"/>
                  </a:lnTo>
                  <a:lnTo>
                    <a:pt x="0" y="339015"/>
                  </a:lnTo>
                  <a:close/>
                </a:path>
              </a:pathLst>
            </a:custGeom>
            <a:solidFill>
              <a:srgbClr val="FFFFFF"/>
            </a:solidFill>
            <a:ln w="102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49" name="Vrije vorm: vorm 148">
              <a:extLst>
                <a:ext uri="{FF2B5EF4-FFF2-40B4-BE49-F238E27FC236}">
                  <a16:creationId xmlns:a16="http://schemas.microsoft.com/office/drawing/2014/main" id="{C9A65450-D396-42EC-B9B6-5C81BBE3AA8A}"/>
                </a:ext>
              </a:extLst>
            </p:cNvPr>
            <p:cNvSpPr/>
            <p:nvPr/>
          </p:nvSpPr>
          <p:spPr>
            <a:xfrm rot="-9684">
              <a:off x="10465155" y="6173183"/>
              <a:ext cx="834987" cy="220695"/>
            </a:xfrm>
            <a:custGeom>
              <a:avLst/>
              <a:gdLst>
                <a:gd name="connsiteX0" fmla="*/ 0 w 834987"/>
                <a:gd name="connsiteY0" fmla="*/ 0 h 220695"/>
                <a:gd name="connsiteX1" fmla="*/ 834987 w 834987"/>
                <a:gd name="connsiteY1" fmla="*/ 0 h 220695"/>
                <a:gd name="connsiteX2" fmla="*/ 834987 w 834987"/>
                <a:gd name="connsiteY2" fmla="*/ 220696 h 220695"/>
                <a:gd name="connsiteX3" fmla="*/ 0 w 834987"/>
                <a:gd name="connsiteY3" fmla="*/ 220696 h 22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4987" h="220695">
                  <a:moveTo>
                    <a:pt x="0" y="0"/>
                  </a:moveTo>
                  <a:lnTo>
                    <a:pt x="834987" y="0"/>
                  </a:lnTo>
                  <a:lnTo>
                    <a:pt x="834987" y="220696"/>
                  </a:lnTo>
                  <a:lnTo>
                    <a:pt x="0" y="220696"/>
                  </a:lnTo>
                  <a:close/>
                </a:path>
              </a:pathLst>
            </a:custGeom>
            <a:solidFill>
              <a:srgbClr val="FFFFFF"/>
            </a:solidFill>
            <a:ln w="102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grpSp>
          <p:nvGrpSpPr>
            <p:cNvPr id="150" name="Graphic 61">
              <a:extLst>
                <a:ext uri="{FF2B5EF4-FFF2-40B4-BE49-F238E27FC236}">
                  <a16:creationId xmlns:a16="http://schemas.microsoft.com/office/drawing/2014/main" id="{73CC4E20-E4D9-4A3C-9F77-6E77487CFA24}"/>
                </a:ext>
              </a:extLst>
            </p:cNvPr>
            <p:cNvGrpSpPr/>
            <p:nvPr/>
          </p:nvGrpSpPr>
          <p:grpSpPr>
            <a:xfrm>
              <a:off x="10393903" y="5408285"/>
              <a:ext cx="969778" cy="1054130"/>
              <a:chOff x="10393903" y="5408285"/>
              <a:chExt cx="969778" cy="1054130"/>
            </a:xfrm>
          </p:grpSpPr>
          <p:sp>
            <p:nvSpPr>
              <p:cNvPr id="151" name="Vrije vorm: vorm 150">
                <a:extLst>
                  <a:ext uri="{FF2B5EF4-FFF2-40B4-BE49-F238E27FC236}">
                    <a16:creationId xmlns:a16="http://schemas.microsoft.com/office/drawing/2014/main" id="{CE7186D2-2257-48EF-9D54-44F51197711B}"/>
                  </a:ext>
                </a:extLst>
              </p:cNvPr>
              <p:cNvSpPr/>
              <p:nvPr/>
            </p:nvSpPr>
            <p:spPr>
              <a:xfrm>
                <a:off x="10758836" y="5451600"/>
                <a:ext cx="1726" cy="1533"/>
              </a:xfrm>
              <a:custGeom>
                <a:avLst/>
                <a:gdLst>
                  <a:gd name="connsiteX0" fmla="*/ 172 w 1726"/>
                  <a:gd name="connsiteY0" fmla="*/ 1474 h 1533"/>
                  <a:gd name="connsiteX1" fmla="*/ 1509 w 1726"/>
                  <a:gd name="connsiteY1" fmla="*/ 64 h 1533"/>
                  <a:gd name="connsiteX2" fmla="*/ 172 w 1726"/>
                  <a:gd name="connsiteY2" fmla="*/ 1474 h 1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26" h="1533">
                    <a:moveTo>
                      <a:pt x="172" y="1474"/>
                    </a:moveTo>
                    <a:cubicBezTo>
                      <a:pt x="-547" y="715"/>
                      <a:pt x="1201" y="-261"/>
                      <a:pt x="1509" y="64"/>
                    </a:cubicBezTo>
                    <a:cubicBezTo>
                      <a:pt x="2332" y="715"/>
                      <a:pt x="584" y="1800"/>
                      <a:pt x="172" y="147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2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grpSp>
            <p:nvGrpSpPr>
              <p:cNvPr id="152" name="Graphic 61">
                <a:extLst>
                  <a:ext uri="{FF2B5EF4-FFF2-40B4-BE49-F238E27FC236}">
                    <a16:creationId xmlns:a16="http://schemas.microsoft.com/office/drawing/2014/main" id="{8E5B9AFD-B5B6-45D6-BC4C-C3AE87E39E2F}"/>
                  </a:ext>
                </a:extLst>
              </p:cNvPr>
              <p:cNvGrpSpPr/>
              <p:nvPr/>
            </p:nvGrpSpPr>
            <p:grpSpPr>
              <a:xfrm>
                <a:off x="10393903" y="5408285"/>
                <a:ext cx="969778" cy="1054130"/>
                <a:chOff x="10393903" y="5408285"/>
                <a:chExt cx="969778" cy="1054130"/>
              </a:xfrm>
            </p:grpSpPr>
            <p:grpSp>
              <p:nvGrpSpPr>
                <p:cNvPr id="156" name="Graphic 61">
                  <a:extLst>
                    <a:ext uri="{FF2B5EF4-FFF2-40B4-BE49-F238E27FC236}">
                      <a16:creationId xmlns:a16="http://schemas.microsoft.com/office/drawing/2014/main" id="{9F309AD6-47CE-413C-A0F1-6C2781AD979B}"/>
                    </a:ext>
                  </a:extLst>
                </p:cNvPr>
                <p:cNvGrpSpPr/>
                <p:nvPr/>
              </p:nvGrpSpPr>
              <p:grpSpPr>
                <a:xfrm>
                  <a:off x="10736903" y="5434312"/>
                  <a:ext cx="54287" cy="57261"/>
                  <a:chOff x="10736903" y="5434312"/>
                  <a:chExt cx="54287" cy="57261"/>
                </a:xfrm>
                <a:solidFill>
                  <a:srgbClr val="000000"/>
                </a:solidFill>
              </p:grpSpPr>
              <p:pic>
                <p:nvPicPr>
                  <p:cNvPr id="234" name="Afbeelding 233">
                    <a:extLst>
                      <a:ext uri="{FF2B5EF4-FFF2-40B4-BE49-F238E27FC236}">
                        <a16:creationId xmlns:a16="http://schemas.microsoft.com/office/drawing/2014/main" id="{F96B9B4D-E279-4F18-8E3C-8DA4538372A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0736903" y="5434312"/>
                    <a:ext cx="54287" cy="57261"/>
                  </a:xfrm>
                  <a:custGeom>
                    <a:avLst/>
                    <a:gdLst>
                      <a:gd name="connsiteX0" fmla="*/ 25 w 54287"/>
                      <a:gd name="connsiteY0" fmla="*/ -6 h 57261"/>
                      <a:gd name="connsiteX1" fmla="*/ 54313 w 54287"/>
                      <a:gd name="connsiteY1" fmla="*/ -6 h 57261"/>
                      <a:gd name="connsiteX2" fmla="*/ 54313 w 54287"/>
                      <a:gd name="connsiteY2" fmla="*/ 57255 h 57261"/>
                      <a:gd name="connsiteX3" fmla="*/ 25 w 54287"/>
                      <a:gd name="connsiteY3" fmla="*/ 57255 h 572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4287" h="57261">
                        <a:moveTo>
                          <a:pt x="25" y="-6"/>
                        </a:moveTo>
                        <a:lnTo>
                          <a:pt x="54313" y="-6"/>
                        </a:lnTo>
                        <a:lnTo>
                          <a:pt x="54313" y="57255"/>
                        </a:lnTo>
                        <a:lnTo>
                          <a:pt x="25" y="57255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235" name="Vrije vorm: vorm 234">
                    <a:extLst>
                      <a:ext uri="{FF2B5EF4-FFF2-40B4-BE49-F238E27FC236}">
                        <a16:creationId xmlns:a16="http://schemas.microsoft.com/office/drawing/2014/main" id="{89C61E0F-7262-4AE2-A82D-D391DEFAC840}"/>
                      </a:ext>
                    </a:extLst>
                  </p:cNvPr>
                  <p:cNvSpPr/>
                  <p:nvPr/>
                </p:nvSpPr>
                <p:spPr>
                  <a:xfrm>
                    <a:off x="10763155" y="5453192"/>
                    <a:ext cx="1742" cy="1568"/>
                  </a:xfrm>
                  <a:custGeom>
                    <a:avLst/>
                    <a:gdLst>
                      <a:gd name="connsiteX0" fmla="*/ 172 w 1742"/>
                      <a:gd name="connsiteY0" fmla="*/ 1509 h 1568"/>
                      <a:gd name="connsiteX1" fmla="*/ 1611 w 1742"/>
                      <a:gd name="connsiteY1" fmla="*/ 99 h 1568"/>
                      <a:gd name="connsiteX2" fmla="*/ 172 w 1742"/>
                      <a:gd name="connsiteY2" fmla="*/ 1509 h 15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742" h="1568">
                        <a:moveTo>
                          <a:pt x="172" y="1509"/>
                        </a:moveTo>
                        <a:cubicBezTo>
                          <a:pt x="-548" y="750"/>
                          <a:pt x="1200" y="-335"/>
                          <a:pt x="1611" y="99"/>
                        </a:cubicBezTo>
                        <a:cubicBezTo>
                          <a:pt x="2228" y="750"/>
                          <a:pt x="480" y="1834"/>
                          <a:pt x="172" y="1509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02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157" name="Graphic 61">
                  <a:extLst>
                    <a:ext uri="{FF2B5EF4-FFF2-40B4-BE49-F238E27FC236}">
                      <a16:creationId xmlns:a16="http://schemas.microsoft.com/office/drawing/2014/main" id="{5638894C-BF3B-4653-9F16-DAB5EC4BA0DC}"/>
                    </a:ext>
                  </a:extLst>
                </p:cNvPr>
                <p:cNvGrpSpPr/>
                <p:nvPr/>
              </p:nvGrpSpPr>
              <p:grpSpPr>
                <a:xfrm>
                  <a:off x="10438320" y="5816923"/>
                  <a:ext cx="888346" cy="382610"/>
                  <a:chOff x="10438320" y="5816923"/>
                  <a:chExt cx="888346" cy="382610"/>
                </a:xfrm>
                <a:solidFill>
                  <a:srgbClr val="002F87"/>
                </a:solidFill>
              </p:grpSpPr>
              <p:pic>
                <p:nvPicPr>
                  <p:cNvPr id="232" name="Afbeelding 231">
                    <a:extLst>
                      <a:ext uri="{FF2B5EF4-FFF2-40B4-BE49-F238E27FC236}">
                        <a16:creationId xmlns:a16="http://schemas.microsoft.com/office/drawing/2014/main" id="{F7FD5BA5-3FC1-412D-A207-7EC242D0E7C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10438320" y="5816923"/>
                    <a:ext cx="888346" cy="382610"/>
                  </a:xfrm>
                  <a:custGeom>
                    <a:avLst/>
                    <a:gdLst>
                      <a:gd name="connsiteX0" fmla="*/ -132 w 888346"/>
                      <a:gd name="connsiteY0" fmla="*/ -18 h 382610"/>
                      <a:gd name="connsiteX1" fmla="*/ 888214 w 888346"/>
                      <a:gd name="connsiteY1" fmla="*/ -18 h 382610"/>
                      <a:gd name="connsiteX2" fmla="*/ 888214 w 888346"/>
                      <a:gd name="connsiteY2" fmla="*/ 382592 h 382610"/>
                      <a:gd name="connsiteX3" fmla="*/ -132 w 888346"/>
                      <a:gd name="connsiteY3" fmla="*/ 382592 h 3826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88346" h="382610">
                        <a:moveTo>
                          <a:pt x="-132" y="-18"/>
                        </a:moveTo>
                        <a:lnTo>
                          <a:pt x="888214" y="-18"/>
                        </a:lnTo>
                        <a:lnTo>
                          <a:pt x="888214" y="382592"/>
                        </a:lnTo>
                        <a:lnTo>
                          <a:pt x="-132" y="382592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233" name="Vrije vorm: vorm 232">
                    <a:extLst>
                      <a:ext uri="{FF2B5EF4-FFF2-40B4-BE49-F238E27FC236}">
                        <a16:creationId xmlns:a16="http://schemas.microsoft.com/office/drawing/2014/main" id="{72F46BCE-5769-402E-A0E5-96B2FA8B6567}"/>
                      </a:ext>
                    </a:extLst>
                  </p:cNvPr>
                  <p:cNvSpPr/>
                  <p:nvPr/>
                </p:nvSpPr>
                <p:spPr>
                  <a:xfrm rot="-9684">
                    <a:off x="10464333" y="5835145"/>
                    <a:ext cx="835295" cy="327085"/>
                  </a:xfrm>
                  <a:custGeom>
                    <a:avLst/>
                    <a:gdLst>
                      <a:gd name="connsiteX0" fmla="*/ 0 w 835295"/>
                      <a:gd name="connsiteY0" fmla="*/ 0 h 327085"/>
                      <a:gd name="connsiteX1" fmla="*/ 835296 w 835295"/>
                      <a:gd name="connsiteY1" fmla="*/ 0 h 327085"/>
                      <a:gd name="connsiteX2" fmla="*/ 835296 w 835295"/>
                      <a:gd name="connsiteY2" fmla="*/ 327086 h 327085"/>
                      <a:gd name="connsiteX3" fmla="*/ 0 w 835295"/>
                      <a:gd name="connsiteY3" fmla="*/ 327086 h 3270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35295" h="327085">
                        <a:moveTo>
                          <a:pt x="0" y="0"/>
                        </a:moveTo>
                        <a:lnTo>
                          <a:pt x="835296" y="0"/>
                        </a:lnTo>
                        <a:lnTo>
                          <a:pt x="835296" y="327086"/>
                        </a:lnTo>
                        <a:lnTo>
                          <a:pt x="0" y="327086"/>
                        </a:lnTo>
                        <a:close/>
                      </a:path>
                    </a:pathLst>
                  </a:custGeom>
                  <a:solidFill>
                    <a:srgbClr val="002F87"/>
                  </a:solidFill>
                  <a:ln w="102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pic>
              <p:nvPicPr>
                <p:cNvPr id="158" name="Afbeelding 157">
                  <a:extLst>
                    <a:ext uri="{FF2B5EF4-FFF2-40B4-BE49-F238E27FC236}">
                      <a16:creationId xmlns:a16="http://schemas.microsoft.com/office/drawing/2014/main" id="{6932D73F-EB1E-46F0-9D6C-E9D9993C7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838076" y="5494177"/>
                  <a:ext cx="209748" cy="346171"/>
                </a:xfrm>
                <a:custGeom>
                  <a:avLst/>
                  <a:gdLst>
                    <a:gd name="connsiteX0" fmla="*/ 11 w 209748"/>
                    <a:gd name="connsiteY0" fmla="*/ -43 h 346171"/>
                    <a:gd name="connsiteX1" fmla="*/ 209759 w 209748"/>
                    <a:gd name="connsiteY1" fmla="*/ -43 h 346171"/>
                    <a:gd name="connsiteX2" fmla="*/ 209759 w 209748"/>
                    <a:gd name="connsiteY2" fmla="*/ 346129 h 346171"/>
                    <a:gd name="connsiteX3" fmla="*/ 11 w 209748"/>
                    <a:gd name="connsiteY3" fmla="*/ 346129 h 3461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9748" h="346171">
                      <a:moveTo>
                        <a:pt x="11" y="-43"/>
                      </a:moveTo>
                      <a:lnTo>
                        <a:pt x="209759" y="-43"/>
                      </a:lnTo>
                      <a:lnTo>
                        <a:pt x="209759" y="346129"/>
                      </a:lnTo>
                      <a:lnTo>
                        <a:pt x="11" y="346129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59" name="Afbeelding 158">
                  <a:extLst>
                    <a:ext uri="{FF2B5EF4-FFF2-40B4-BE49-F238E27FC236}">
                      <a16:creationId xmlns:a16="http://schemas.microsoft.com/office/drawing/2014/main" id="{791EA6B7-FB7B-45AE-B8A1-5BDF7DA958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719630" y="5564452"/>
                  <a:ext cx="222086" cy="275896"/>
                </a:xfrm>
                <a:custGeom>
                  <a:avLst/>
                  <a:gdLst>
                    <a:gd name="connsiteX0" fmla="*/ -3 w 222086"/>
                    <a:gd name="connsiteY0" fmla="*/ -26 h 275896"/>
                    <a:gd name="connsiteX1" fmla="*/ 222084 w 222086"/>
                    <a:gd name="connsiteY1" fmla="*/ -26 h 275896"/>
                    <a:gd name="connsiteX2" fmla="*/ 222084 w 222086"/>
                    <a:gd name="connsiteY2" fmla="*/ 275870 h 275896"/>
                    <a:gd name="connsiteX3" fmla="*/ -3 w 222086"/>
                    <a:gd name="connsiteY3" fmla="*/ 275870 h 275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2086" h="275896">
                      <a:moveTo>
                        <a:pt x="-3" y="-26"/>
                      </a:moveTo>
                      <a:lnTo>
                        <a:pt x="222084" y="-26"/>
                      </a:lnTo>
                      <a:lnTo>
                        <a:pt x="222084" y="275870"/>
                      </a:lnTo>
                      <a:lnTo>
                        <a:pt x="-3" y="275870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60" name="Afbeelding 159">
                  <a:extLst>
                    <a:ext uri="{FF2B5EF4-FFF2-40B4-BE49-F238E27FC236}">
                      <a16:creationId xmlns:a16="http://schemas.microsoft.com/office/drawing/2014/main" id="{080A6F90-D2CD-49E3-A832-DD48B2E822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462996" y="5501985"/>
                  <a:ext cx="241827" cy="213428"/>
                </a:xfrm>
                <a:custGeom>
                  <a:avLst/>
                  <a:gdLst>
                    <a:gd name="connsiteX0" fmla="*/ -31 w 241827"/>
                    <a:gd name="connsiteY0" fmla="*/ -23 h 213428"/>
                    <a:gd name="connsiteX1" fmla="*/ 241797 w 241827"/>
                    <a:gd name="connsiteY1" fmla="*/ -23 h 213428"/>
                    <a:gd name="connsiteX2" fmla="*/ 241797 w 241827"/>
                    <a:gd name="connsiteY2" fmla="*/ 213406 h 213428"/>
                    <a:gd name="connsiteX3" fmla="*/ -31 w 241827"/>
                    <a:gd name="connsiteY3" fmla="*/ 213406 h 213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1827" h="213428">
                      <a:moveTo>
                        <a:pt x="-31" y="-23"/>
                      </a:moveTo>
                      <a:lnTo>
                        <a:pt x="241797" y="-23"/>
                      </a:lnTo>
                      <a:lnTo>
                        <a:pt x="241797" y="213406"/>
                      </a:lnTo>
                      <a:lnTo>
                        <a:pt x="-31" y="21340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61" name="Afbeelding 160">
                  <a:extLst>
                    <a:ext uri="{FF2B5EF4-FFF2-40B4-BE49-F238E27FC236}">
                      <a16:creationId xmlns:a16="http://schemas.microsoft.com/office/drawing/2014/main" id="{2A5DCF87-8E49-4170-8E99-860A85FD4F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55593" y="5629522"/>
                  <a:ext cx="259101" cy="208223"/>
                </a:xfrm>
                <a:custGeom>
                  <a:avLst/>
                  <a:gdLst>
                    <a:gd name="connsiteX0" fmla="*/ -34 w 259101"/>
                    <a:gd name="connsiteY0" fmla="*/ -10 h 208223"/>
                    <a:gd name="connsiteX1" fmla="*/ 259067 w 259101"/>
                    <a:gd name="connsiteY1" fmla="*/ -10 h 208223"/>
                    <a:gd name="connsiteX2" fmla="*/ 259067 w 259101"/>
                    <a:gd name="connsiteY2" fmla="*/ 208213 h 208223"/>
                    <a:gd name="connsiteX3" fmla="*/ -34 w 259101"/>
                    <a:gd name="connsiteY3" fmla="*/ 208213 h 2082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101" h="208223">
                      <a:moveTo>
                        <a:pt x="-34" y="-10"/>
                      </a:moveTo>
                      <a:lnTo>
                        <a:pt x="259067" y="-10"/>
                      </a:lnTo>
                      <a:lnTo>
                        <a:pt x="259067" y="208213"/>
                      </a:lnTo>
                      <a:lnTo>
                        <a:pt x="-34" y="208213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62" name="Afbeelding 161">
                  <a:extLst>
                    <a:ext uri="{FF2B5EF4-FFF2-40B4-BE49-F238E27FC236}">
                      <a16:creationId xmlns:a16="http://schemas.microsoft.com/office/drawing/2014/main" id="{A26B65DE-82A2-4E18-87AD-09652C2CD9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988601" y="5509793"/>
                  <a:ext cx="202345" cy="330554"/>
                </a:xfrm>
                <a:custGeom>
                  <a:avLst/>
                  <a:gdLst>
                    <a:gd name="connsiteX0" fmla="*/ 27 w 202345"/>
                    <a:gd name="connsiteY0" fmla="*/ -39 h 330554"/>
                    <a:gd name="connsiteX1" fmla="*/ 202372 w 202345"/>
                    <a:gd name="connsiteY1" fmla="*/ -39 h 330554"/>
                    <a:gd name="connsiteX2" fmla="*/ 202372 w 202345"/>
                    <a:gd name="connsiteY2" fmla="*/ 330516 h 330554"/>
                    <a:gd name="connsiteX3" fmla="*/ 27 w 202345"/>
                    <a:gd name="connsiteY3" fmla="*/ 330516 h 330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2345" h="330554">
                      <a:moveTo>
                        <a:pt x="27" y="-39"/>
                      </a:moveTo>
                      <a:lnTo>
                        <a:pt x="202372" y="-39"/>
                      </a:lnTo>
                      <a:lnTo>
                        <a:pt x="202372" y="330516"/>
                      </a:lnTo>
                      <a:lnTo>
                        <a:pt x="27" y="33051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63" name="Afbeelding 162">
                  <a:extLst>
                    <a:ext uri="{FF2B5EF4-FFF2-40B4-BE49-F238E27FC236}">
                      <a16:creationId xmlns:a16="http://schemas.microsoft.com/office/drawing/2014/main" id="{E5A3625F-D604-4C9F-9D7B-CB929160F6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131724" y="5509793"/>
                  <a:ext cx="152992" cy="174387"/>
                </a:xfrm>
                <a:custGeom>
                  <a:avLst/>
                  <a:gdLst>
                    <a:gd name="connsiteX0" fmla="*/ 48 w 152992"/>
                    <a:gd name="connsiteY0" fmla="*/ -16 h 174387"/>
                    <a:gd name="connsiteX1" fmla="*/ 153041 w 152992"/>
                    <a:gd name="connsiteY1" fmla="*/ -16 h 174387"/>
                    <a:gd name="connsiteX2" fmla="*/ 153041 w 152992"/>
                    <a:gd name="connsiteY2" fmla="*/ 174371 h 174387"/>
                    <a:gd name="connsiteX3" fmla="*/ 48 w 152992"/>
                    <a:gd name="connsiteY3" fmla="*/ 174371 h 174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992" h="174387">
                      <a:moveTo>
                        <a:pt x="48" y="-16"/>
                      </a:moveTo>
                      <a:lnTo>
                        <a:pt x="153041" y="-16"/>
                      </a:lnTo>
                      <a:lnTo>
                        <a:pt x="153041" y="174371"/>
                      </a:lnTo>
                      <a:lnTo>
                        <a:pt x="48" y="17437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64" name="Afbeelding 163">
                  <a:extLst>
                    <a:ext uri="{FF2B5EF4-FFF2-40B4-BE49-F238E27FC236}">
                      <a16:creationId xmlns:a16="http://schemas.microsoft.com/office/drawing/2014/main" id="{11D81679-1C58-4870-9735-67A8239FF7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455593" y="5835142"/>
                  <a:ext cx="202345" cy="330554"/>
                </a:xfrm>
                <a:custGeom>
                  <a:avLst/>
                  <a:gdLst>
                    <a:gd name="connsiteX0" fmla="*/ -25 w 202345"/>
                    <a:gd name="connsiteY0" fmla="*/ -9 h 330554"/>
                    <a:gd name="connsiteX1" fmla="*/ 202320 w 202345"/>
                    <a:gd name="connsiteY1" fmla="*/ -9 h 330554"/>
                    <a:gd name="connsiteX2" fmla="*/ 202320 w 202345"/>
                    <a:gd name="connsiteY2" fmla="*/ 330546 h 330554"/>
                    <a:gd name="connsiteX3" fmla="*/ -25 w 202345"/>
                    <a:gd name="connsiteY3" fmla="*/ 330546 h 330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2345" h="330554">
                      <a:moveTo>
                        <a:pt x="-25" y="-9"/>
                      </a:moveTo>
                      <a:lnTo>
                        <a:pt x="202320" y="-9"/>
                      </a:lnTo>
                      <a:lnTo>
                        <a:pt x="202320" y="330546"/>
                      </a:lnTo>
                      <a:lnTo>
                        <a:pt x="-25" y="33054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65" name="Afbeelding 164">
                  <a:extLst>
                    <a:ext uri="{FF2B5EF4-FFF2-40B4-BE49-F238E27FC236}">
                      <a16:creationId xmlns:a16="http://schemas.microsoft.com/office/drawing/2014/main" id="{DB1CBDB1-237E-48C3-B8EC-64FD49B34B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462996" y="5501985"/>
                  <a:ext cx="241827" cy="213428"/>
                </a:xfrm>
                <a:custGeom>
                  <a:avLst/>
                  <a:gdLst>
                    <a:gd name="connsiteX0" fmla="*/ -31 w 241827"/>
                    <a:gd name="connsiteY0" fmla="*/ -23 h 213428"/>
                    <a:gd name="connsiteX1" fmla="*/ 241797 w 241827"/>
                    <a:gd name="connsiteY1" fmla="*/ -23 h 213428"/>
                    <a:gd name="connsiteX2" fmla="*/ 241797 w 241827"/>
                    <a:gd name="connsiteY2" fmla="*/ 213406 h 213428"/>
                    <a:gd name="connsiteX3" fmla="*/ -31 w 241827"/>
                    <a:gd name="connsiteY3" fmla="*/ 213406 h 213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1827" h="213428">
                      <a:moveTo>
                        <a:pt x="-31" y="-23"/>
                      </a:moveTo>
                      <a:lnTo>
                        <a:pt x="241797" y="-23"/>
                      </a:lnTo>
                      <a:lnTo>
                        <a:pt x="241797" y="213406"/>
                      </a:lnTo>
                      <a:lnTo>
                        <a:pt x="-31" y="21340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66" name="Afbeelding 165">
                  <a:extLst>
                    <a:ext uri="{FF2B5EF4-FFF2-40B4-BE49-F238E27FC236}">
                      <a16:creationId xmlns:a16="http://schemas.microsoft.com/office/drawing/2014/main" id="{1ED37839-95DC-4BFA-9A64-281C75D309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719630" y="5564452"/>
                  <a:ext cx="222086" cy="275896"/>
                </a:xfrm>
                <a:custGeom>
                  <a:avLst/>
                  <a:gdLst>
                    <a:gd name="connsiteX0" fmla="*/ -3 w 222086"/>
                    <a:gd name="connsiteY0" fmla="*/ -26 h 275896"/>
                    <a:gd name="connsiteX1" fmla="*/ 222084 w 222086"/>
                    <a:gd name="connsiteY1" fmla="*/ -26 h 275896"/>
                    <a:gd name="connsiteX2" fmla="*/ 222084 w 222086"/>
                    <a:gd name="connsiteY2" fmla="*/ 275870 h 275896"/>
                    <a:gd name="connsiteX3" fmla="*/ -3 w 222086"/>
                    <a:gd name="connsiteY3" fmla="*/ 275870 h 275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2086" h="275896">
                      <a:moveTo>
                        <a:pt x="-3" y="-26"/>
                      </a:moveTo>
                      <a:lnTo>
                        <a:pt x="222084" y="-26"/>
                      </a:lnTo>
                      <a:lnTo>
                        <a:pt x="222084" y="275870"/>
                      </a:lnTo>
                      <a:lnTo>
                        <a:pt x="-3" y="275870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67" name="Afbeelding 166">
                  <a:extLst>
                    <a:ext uri="{FF2B5EF4-FFF2-40B4-BE49-F238E27FC236}">
                      <a16:creationId xmlns:a16="http://schemas.microsoft.com/office/drawing/2014/main" id="{59094792-D6D5-4551-9FF9-7E10CF3D2A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55593" y="5629522"/>
                  <a:ext cx="259101" cy="208223"/>
                </a:xfrm>
                <a:custGeom>
                  <a:avLst/>
                  <a:gdLst>
                    <a:gd name="connsiteX0" fmla="*/ -34 w 259101"/>
                    <a:gd name="connsiteY0" fmla="*/ -10 h 208223"/>
                    <a:gd name="connsiteX1" fmla="*/ 259067 w 259101"/>
                    <a:gd name="connsiteY1" fmla="*/ -10 h 208223"/>
                    <a:gd name="connsiteX2" fmla="*/ 259067 w 259101"/>
                    <a:gd name="connsiteY2" fmla="*/ 208213 h 208223"/>
                    <a:gd name="connsiteX3" fmla="*/ -34 w 259101"/>
                    <a:gd name="connsiteY3" fmla="*/ 208213 h 2082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101" h="208223">
                      <a:moveTo>
                        <a:pt x="-34" y="-10"/>
                      </a:moveTo>
                      <a:lnTo>
                        <a:pt x="259067" y="-10"/>
                      </a:lnTo>
                      <a:lnTo>
                        <a:pt x="259067" y="208213"/>
                      </a:lnTo>
                      <a:lnTo>
                        <a:pt x="-34" y="208213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68" name="Afbeelding 167">
                  <a:extLst>
                    <a:ext uri="{FF2B5EF4-FFF2-40B4-BE49-F238E27FC236}">
                      <a16:creationId xmlns:a16="http://schemas.microsoft.com/office/drawing/2014/main" id="{3553E904-6613-4A70-B47B-34BFCCCDAB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598716" y="5835142"/>
                  <a:ext cx="152992" cy="174387"/>
                </a:xfrm>
                <a:custGeom>
                  <a:avLst/>
                  <a:gdLst>
                    <a:gd name="connsiteX0" fmla="*/ -4 w 152992"/>
                    <a:gd name="connsiteY0" fmla="*/ 14 h 174387"/>
                    <a:gd name="connsiteX1" fmla="*/ 152989 w 152992"/>
                    <a:gd name="connsiteY1" fmla="*/ 14 h 174387"/>
                    <a:gd name="connsiteX2" fmla="*/ 152989 w 152992"/>
                    <a:gd name="connsiteY2" fmla="*/ 174401 h 174387"/>
                    <a:gd name="connsiteX3" fmla="*/ -4 w 152992"/>
                    <a:gd name="connsiteY3" fmla="*/ 174401 h 174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992" h="174387">
                      <a:moveTo>
                        <a:pt x="-4" y="14"/>
                      </a:moveTo>
                      <a:lnTo>
                        <a:pt x="152989" y="14"/>
                      </a:lnTo>
                      <a:lnTo>
                        <a:pt x="152989" y="174401"/>
                      </a:lnTo>
                      <a:lnTo>
                        <a:pt x="-4" y="17440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69" name="Afbeelding 168">
                  <a:extLst>
                    <a:ext uri="{FF2B5EF4-FFF2-40B4-BE49-F238E27FC236}">
                      <a16:creationId xmlns:a16="http://schemas.microsoft.com/office/drawing/2014/main" id="{3C6AE667-8EC8-42CE-B075-FAC95A4FE1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838076" y="5494177"/>
                  <a:ext cx="209748" cy="346171"/>
                </a:xfrm>
                <a:custGeom>
                  <a:avLst/>
                  <a:gdLst>
                    <a:gd name="connsiteX0" fmla="*/ 11 w 209748"/>
                    <a:gd name="connsiteY0" fmla="*/ -43 h 346171"/>
                    <a:gd name="connsiteX1" fmla="*/ 209759 w 209748"/>
                    <a:gd name="connsiteY1" fmla="*/ -43 h 346171"/>
                    <a:gd name="connsiteX2" fmla="*/ 209759 w 209748"/>
                    <a:gd name="connsiteY2" fmla="*/ 346129 h 346171"/>
                    <a:gd name="connsiteX3" fmla="*/ 11 w 209748"/>
                    <a:gd name="connsiteY3" fmla="*/ 346129 h 3461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9748" h="346171">
                      <a:moveTo>
                        <a:pt x="11" y="-43"/>
                      </a:moveTo>
                      <a:lnTo>
                        <a:pt x="209759" y="-43"/>
                      </a:lnTo>
                      <a:lnTo>
                        <a:pt x="209759" y="346129"/>
                      </a:lnTo>
                      <a:lnTo>
                        <a:pt x="11" y="346129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70" name="Afbeelding 169">
                  <a:extLst>
                    <a:ext uri="{FF2B5EF4-FFF2-40B4-BE49-F238E27FC236}">
                      <a16:creationId xmlns:a16="http://schemas.microsoft.com/office/drawing/2014/main" id="{97E3A130-AFFE-434C-85B9-A76787BA60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131724" y="5509793"/>
                  <a:ext cx="152992" cy="174387"/>
                </a:xfrm>
                <a:custGeom>
                  <a:avLst/>
                  <a:gdLst>
                    <a:gd name="connsiteX0" fmla="*/ 48 w 152992"/>
                    <a:gd name="connsiteY0" fmla="*/ -16 h 174387"/>
                    <a:gd name="connsiteX1" fmla="*/ 153041 w 152992"/>
                    <a:gd name="connsiteY1" fmla="*/ -16 h 174387"/>
                    <a:gd name="connsiteX2" fmla="*/ 153041 w 152992"/>
                    <a:gd name="connsiteY2" fmla="*/ 174371 h 174387"/>
                    <a:gd name="connsiteX3" fmla="*/ 48 w 152992"/>
                    <a:gd name="connsiteY3" fmla="*/ 174371 h 174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992" h="174387">
                      <a:moveTo>
                        <a:pt x="48" y="-16"/>
                      </a:moveTo>
                      <a:lnTo>
                        <a:pt x="153041" y="-16"/>
                      </a:lnTo>
                      <a:lnTo>
                        <a:pt x="153041" y="174371"/>
                      </a:lnTo>
                      <a:lnTo>
                        <a:pt x="48" y="17437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71" name="Afbeelding 170">
                  <a:extLst>
                    <a:ext uri="{FF2B5EF4-FFF2-40B4-BE49-F238E27FC236}">
                      <a16:creationId xmlns:a16="http://schemas.microsoft.com/office/drawing/2014/main" id="{22AFE032-A998-4E1C-A7CA-A1F62A4DFB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988601" y="5509793"/>
                  <a:ext cx="202345" cy="330554"/>
                </a:xfrm>
                <a:custGeom>
                  <a:avLst/>
                  <a:gdLst>
                    <a:gd name="connsiteX0" fmla="*/ 27 w 202345"/>
                    <a:gd name="connsiteY0" fmla="*/ -39 h 330554"/>
                    <a:gd name="connsiteX1" fmla="*/ 202372 w 202345"/>
                    <a:gd name="connsiteY1" fmla="*/ -39 h 330554"/>
                    <a:gd name="connsiteX2" fmla="*/ 202372 w 202345"/>
                    <a:gd name="connsiteY2" fmla="*/ 330516 h 330554"/>
                    <a:gd name="connsiteX3" fmla="*/ 27 w 202345"/>
                    <a:gd name="connsiteY3" fmla="*/ 330516 h 330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2345" h="330554">
                      <a:moveTo>
                        <a:pt x="27" y="-39"/>
                      </a:moveTo>
                      <a:lnTo>
                        <a:pt x="202372" y="-39"/>
                      </a:lnTo>
                      <a:lnTo>
                        <a:pt x="202372" y="330516"/>
                      </a:lnTo>
                      <a:lnTo>
                        <a:pt x="27" y="33051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72" name="Afbeelding 171">
                  <a:extLst>
                    <a:ext uri="{FF2B5EF4-FFF2-40B4-BE49-F238E27FC236}">
                      <a16:creationId xmlns:a16="http://schemas.microsoft.com/office/drawing/2014/main" id="{B292A70B-1E84-4B93-B955-333CAD5A85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23270" y="6053777"/>
                  <a:ext cx="192475" cy="109317"/>
                </a:xfrm>
                <a:custGeom>
                  <a:avLst/>
                  <a:gdLst>
                    <a:gd name="connsiteX0" fmla="*/ 12 w 192475"/>
                    <a:gd name="connsiteY0" fmla="*/ 44 h 109317"/>
                    <a:gd name="connsiteX1" fmla="*/ 192487 w 192475"/>
                    <a:gd name="connsiteY1" fmla="*/ 44 h 109317"/>
                    <a:gd name="connsiteX2" fmla="*/ 192487 w 192475"/>
                    <a:gd name="connsiteY2" fmla="*/ 109361 h 109317"/>
                    <a:gd name="connsiteX3" fmla="*/ 12 w 192475"/>
                    <a:gd name="connsiteY3" fmla="*/ 109361 h 1093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475" h="109317">
                      <a:moveTo>
                        <a:pt x="12" y="44"/>
                      </a:moveTo>
                      <a:lnTo>
                        <a:pt x="192487" y="44"/>
                      </a:lnTo>
                      <a:lnTo>
                        <a:pt x="192487" y="109361"/>
                      </a:lnTo>
                      <a:lnTo>
                        <a:pt x="12" y="10936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73" name="Afbeelding 172">
                  <a:extLst>
                    <a:ext uri="{FF2B5EF4-FFF2-40B4-BE49-F238E27FC236}">
                      <a16:creationId xmlns:a16="http://schemas.microsoft.com/office/drawing/2014/main" id="{728CA66E-5023-4E40-BDC5-77628563D0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754176" y="5837745"/>
                  <a:ext cx="219618" cy="325349"/>
                </a:xfrm>
                <a:custGeom>
                  <a:avLst/>
                  <a:gdLst>
                    <a:gd name="connsiteX0" fmla="*/ 1 w 219618"/>
                    <a:gd name="connsiteY0" fmla="*/ -8 h 325349"/>
                    <a:gd name="connsiteX1" fmla="*/ 219620 w 219618"/>
                    <a:gd name="connsiteY1" fmla="*/ -8 h 325349"/>
                    <a:gd name="connsiteX2" fmla="*/ 219620 w 219618"/>
                    <a:gd name="connsiteY2" fmla="*/ 325341 h 325349"/>
                    <a:gd name="connsiteX3" fmla="*/ 1 w 219618"/>
                    <a:gd name="connsiteY3" fmla="*/ 325341 h 325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9618" h="325349">
                      <a:moveTo>
                        <a:pt x="1" y="-8"/>
                      </a:moveTo>
                      <a:lnTo>
                        <a:pt x="219620" y="-8"/>
                      </a:lnTo>
                      <a:lnTo>
                        <a:pt x="219620" y="325341"/>
                      </a:lnTo>
                      <a:lnTo>
                        <a:pt x="1" y="32534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74" name="Afbeelding 173">
                  <a:extLst>
                    <a:ext uri="{FF2B5EF4-FFF2-40B4-BE49-F238E27FC236}">
                      <a16:creationId xmlns:a16="http://schemas.microsoft.com/office/drawing/2014/main" id="{229BD12B-83D8-4336-8D89-F609856ABA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719630" y="5564452"/>
                  <a:ext cx="222086" cy="275896"/>
                </a:xfrm>
                <a:custGeom>
                  <a:avLst/>
                  <a:gdLst>
                    <a:gd name="connsiteX0" fmla="*/ -3 w 222086"/>
                    <a:gd name="connsiteY0" fmla="*/ -26 h 275896"/>
                    <a:gd name="connsiteX1" fmla="*/ 222084 w 222086"/>
                    <a:gd name="connsiteY1" fmla="*/ -26 h 275896"/>
                    <a:gd name="connsiteX2" fmla="*/ 222084 w 222086"/>
                    <a:gd name="connsiteY2" fmla="*/ 275870 h 275896"/>
                    <a:gd name="connsiteX3" fmla="*/ -3 w 222086"/>
                    <a:gd name="connsiteY3" fmla="*/ 275870 h 275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2086" h="275896">
                      <a:moveTo>
                        <a:pt x="-3" y="-26"/>
                      </a:moveTo>
                      <a:lnTo>
                        <a:pt x="222084" y="-26"/>
                      </a:lnTo>
                      <a:lnTo>
                        <a:pt x="222084" y="275870"/>
                      </a:lnTo>
                      <a:lnTo>
                        <a:pt x="-3" y="275870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75" name="Afbeelding 174">
                  <a:extLst>
                    <a:ext uri="{FF2B5EF4-FFF2-40B4-BE49-F238E27FC236}">
                      <a16:creationId xmlns:a16="http://schemas.microsoft.com/office/drawing/2014/main" id="{3B3E1F08-0C1E-4ECC-B3B7-E4EE450D9E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462996" y="5501985"/>
                  <a:ext cx="241827" cy="213428"/>
                </a:xfrm>
                <a:custGeom>
                  <a:avLst/>
                  <a:gdLst>
                    <a:gd name="connsiteX0" fmla="*/ -31 w 241827"/>
                    <a:gd name="connsiteY0" fmla="*/ -23 h 213428"/>
                    <a:gd name="connsiteX1" fmla="*/ 241797 w 241827"/>
                    <a:gd name="connsiteY1" fmla="*/ -23 h 213428"/>
                    <a:gd name="connsiteX2" fmla="*/ 241797 w 241827"/>
                    <a:gd name="connsiteY2" fmla="*/ 213406 h 213428"/>
                    <a:gd name="connsiteX3" fmla="*/ -31 w 241827"/>
                    <a:gd name="connsiteY3" fmla="*/ 213406 h 213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1827" h="213428">
                      <a:moveTo>
                        <a:pt x="-31" y="-23"/>
                      </a:moveTo>
                      <a:lnTo>
                        <a:pt x="241797" y="-23"/>
                      </a:lnTo>
                      <a:lnTo>
                        <a:pt x="241797" y="213406"/>
                      </a:lnTo>
                      <a:lnTo>
                        <a:pt x="-31" y="21340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76" name="Afbeelding 175">
                  <a:extLst>
                    <a:ext uri="{FF2B5EF4-FFF2-40B4-BE49-F238E27FC236}">
                      <a16:creationId xmlns:a16="http://schemas.microsoft.com/office/drawing/2014/main" id="{FDC280AF-F7D1-4AD3-8894-2D11D9797F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455593" y="5835142"/>
                  <a:ext cx="202345" cy="330554"/>
                </a:xfrm>
                <a:custGeom>
                  <a:avLst/>
                  <a:gdLst>
                    <a:gd name="connsiteX0" fmla="*/ -25 w 202345"/>
                    <a:gd name="connsiteY0" fmla="*/ -9 h 330554"/>
                    <a:gd name="connsiteX1" fmla="*/ 202320 w 202345"/>
                    <a:gd name="connsiteY1" fmla="*/ -9 h 330554"/>
                    <a:gd name="connsiteX2" fmla="*/ 202320 w 202345"/>
                    <a:gd name="connsiteY2" fmla="*/ 330546 h 330554"/>
                    <a:gd name="connsiteX3" fmla="*/ -25 w 202345"/>
                    <a:gd name="connsiteY3" fmla="*/ 330546 h 330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2345" h="330554">
                      <a:moveTo>
                        <a:pt x="-25" y="-9"/>
                      </a:moveTo>
                      <a:lnTo>
                        <a:pt x="202320" y="-9"/>
                      </a:lnTo>
                      <a:lnTo>
                        <a:pt x="202320" y="330546"/>
                      </a:lnTo>
                      <a:lnTo>
                        <a:pt x="-25" y="33054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77" name="Afbeelding 176">
                  <a:extLst>
                    <a:ext uri="{FF2B5EF4-FFF2-40B4-BE49-F238E27FC236}">
                      <a16:creationId xmlns:a16="http://schemas.microsoft.com/office/drawing/2014/main" id="{7D08FECE-2AE8-4E3F-888D-BFE5D41196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55593" y="5629522"/>
                  <a:ext cx="259101" cy="208223"/>
                </a:xfrm>
                <a:custGeom>
                  <a:avLst/>
                  <a:gdLst>
                    <a:gd name="connsiteX0" fmla="*/ -34 w 259101"/>
                    <a:gd name="connsiteY0" fmla="*/ -10 h 208223"/>
                    <a:gd name="connsiteX1" fmla="*/ 259067 w 259101"/>
                    <a:gd name="connsiteY1" fmla="*/ -10 h 208223"/>
                    <a:gd name="connsiteX2" fmla="*/ 259067 w 259101"/>
                    <a:gd name="connsiteY2" fmla="*/ 208213 h 208223"/>
                    <a:gd name="connsiteX3" fmla="*/ -34 w 259101"/>
                    <a:gd name="connsiteY3" fmla="*/ 208213 h 2082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101" h="208223">
                      <a:moveTo>
                        <a:pt x="-34" y="-10"/>
                      </a:moveTo>
                      <a:lnTo>
                        <a:pt x="259067" y="-10"/>
                      </a:lnTo>
                      <a:lnTo>
                        <a:pt x="259067" y="208213"/>
                      </a:lnTo>
                      <a:lnTo>
                        <a:pt x="-34" y="208213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78" name="Afbeelding 177">
                  <a:extLst>
                    <a:ext uri="{FF2B5EF4-FFF2-40B4-BE49-F238E27FC236}">
                      <a16:creationId xmlns:a16="http://schemas.microsoft.com/office/drawing/2014/main" id="{550E1755-9E19-4773-A96F-382F577DB4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598716" y="5835142"/>
                  <a:ext cx="152992" cy="174387"/>
                </a:xfrm>
                <a:custGeom>
                  <a:avLst/>
                  <a:gdLst>
                    <a:gd name="connsiteX0" fmla="*/ -4 w 152992"/>
                    <a:gd name="connsiteY0" fmla="*/ 14 h 174387"/>
                    <a:gd name="connsiteX1" fmla="*/ 152989 w 152992"/>
                    <a:gd name="connsiteY1" fmla="*/ 14 h 174387"/>
                    <a:gd name="connsiteX2" fmla="*/ 152989 w 152992"/>
                    <a:gd name="connsiteY2" fmla="*/ 174401 h 174387"/>
                    <a:gd name="connsiteX3" fmla="*/ -4 w 152992"/>
                    <a:gd name="connsiteY3" fmla="*/ 174401 h 174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992" h="174387">
                      <a:moveTo>
                        <a:pt x="-4" y="14"/>
                      </a:moveTo>
                      <a:lnTo>
                        <a:pt x="152989" y="14"/>
                      </a:lnTo>
                      <a:lnTo>
                        <a:pt x="152989" y="174401"/>
                      </a:lnTo>
                      <a:lnTo>
                        <a:pt x="-4" y="17440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79" name="Afbeelding 178">
                  <a:extLst>
                    <a:ext uri="{FF2B5EF4-FFF2-40B4-BE49-F238E27FC236}">
                      <a16:creationId xmlns:a16="http://schemas.microsoft.com/office/drawing/2014/main" id="{0B5640BE-8363-4836-951F-8A536F7729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988601" y="5509793"/>
                  <a:ext cx="202345" cy="330554"/>
                </a:xfrm>
                <a:custGeom>
                  <a:avLst/>
                  <a:gdLst>
                    <a:gd name="connsiteX0" fmla="*/ 27 w 202345"/>
                    <a:gd name="connsiteY0" fmla="*/ -39 h 330554"/>
                    <a:gd name="connsiteX1" fmla="*/ 202372 w 202345"/>
                    <a:gd name="connsiteY1" fmla="*/ -39 h 330554"/>
                    <a:gd name="connsiteX2" fmla="*/ 202372 w 202345"/>
                    <a:gd name="connsiteY2" fmla="*/ 330516 h 330554"/>
                    <a:gd name="connsiteX3" fmla="*/ 27 w 202345"/>
                    <a:gd name="connsiteY3" fmla="*/ 330516 h 330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2345" h="330554">
                      <a:moveTo>
                        <a:pt x="27" y="-39"/>
                      </a:moveTo>
                      <a:lnTo>
                        <a:pt x="202372" y="-39"/>
                      </a:lnTo>
                      <a:lnTo>
                        <a:pt x="202372" y="330516"/>
                      </a:lnTo>
                      <a:lnTo>
                        <a:pt x="27" y="33051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80" name="Afbeelding 179">
                  <a:extLst>
                    <a:ext uri="{FF2B5EF4-FFF2-40B4-BE49-F238E27FC236}">
                      <a16:creationId xmlns:a16="http://schemas.microsoft.com/office/drawing/2014/main" id="{4B76CC26-6909-4D69-BAC6-9D1178943E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23270" y="5837745"/>
                  <a:ext cx="192475" cy="106714"/>
                </a:xfrm>
                <a:custGeom>
                  <a:avLst/>
                  <a:gdLst>
                    <a:gd name="connsiteX0" fmla="*/ 12 w 192475"/>
                    <a:gd name="connsiteY0" fmla="*/ 24 h 106714"/>
                    <a:gd name="connsiteX1" fmla="*/ 192487 w 192475"/>
                    <a:gd name="connsiteY1" fmla="*/ 24 h 106714"/>
                    <a:gd name="connsiteX2" fmla="*/ 192487 w 192475"/>
                    <a:gd name="connsiteY2" fmla="*/ 106739 h 106714"/>
                    <a:gd name="connsiteX3" fmla="*/ 12 w 192475"/>
                    <a:gd name="connsiteY3" fmla="*/ 106739 h 106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475" h="106714">
                      <a:moveTo>
                        <a:pt x="12" y="24"/>
                      </a:moveTo>
                      <a:lnTo>
                        <a:pt x="192487" y="24"/>
                      </a:lnTo>
                      <a:lnTo>
                        <a:pt x="192487" y="106739"/>
                      </a:lnTo>
                      <a:lnTo>
                        <a:pt x="12" y="106739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81" name="Afbeelding 180">
                  <a:extLst>
                    <a:ext uri="{FF2B5EF4-FFF2-40B4-BE49-F238E27FC236}">
                      <a16:creationId xmlns:a16="http://schemas.microsoft.com/office/drawing/2014/main" id="{86ED8373-0845-41C8-92E4-1E49CEBDF0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131724" y="5509793"/>
                  <a:ext cx="152992" cy="174387"/>
                </a:xfrm>
                <a:custGeom>
                  <a:avLst/>
                  <a:gdLst>
                    <a:gd name="connsiteX0" fmla="*/ 48 w 152992"/>
                    <a:gd name="connsiteY0" fmla="*/ -16 h 174387"/>
                    <a:gd name="connsiteX1" fmla="*/ 153041 w 152992"/>
                    <a:gd name="connsiteY1" fmla="*/ -16 h 174387"/>
                    <a:gd name="connsiteX2" fmla="*/ 153041 w 152992"/>
                    <a:gd name="connsiteY2" fmla="*/ 174371 h 174387"/>
                    <a:gd name="connsiteX3" fmla="*/ 48 w 152992"/>
                    <a:gd name="connsiteY3" fmla="*/ 174371 h 174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992" h="174387">
                      <a:moveTo>
                        <a:pt x="48" y="-16"/>
                      </a:moveTo>
                      <a:lnTo>
                        <a:pt x="153041" y="-16"/>
                      </a:lnTo>
                      <a:lnTo>
                        <a:pt x="153041" y="174371"/>
                      </a:lnTo>
                      <a:lnTo>
                        <a:pt x="48" y="17437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82" name="Afbeelding 181">
                  <a:extLst>
                    <a:ext uri="{FF2B5EF4-FFF2-40B4-BE49-F238E27FC236}">
                      <a16:creationId xmlns:a16="http://schemas.microsoft.com/office/drawing/2014/main" id="{ED1A07BC-7FE9-488A-947B-9B3B04C123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838076" y="5494177"/>
                  <a:ext cx="209748" cy="346171"/>
                </a:xfrm>
                <a:custGeom>
                  <a:avLst/>
                  <a:gdLst>
                    <a:gd name="connsiteX0" fmla="*/ 11 w 209748"/>
                    <a:gd name="connsiteY0" fmla="*/ -43 h 346171"/>
                    <a:gd name="connsiteX1" fmla="*/ 209759 w 209748"/>
                    <a:gd name="connsiteY1" fmla="*/ -43 h 346171"/>
                    <a:gd name="connsiteX2" fmla="*/ 209759 w 209748"/>
                    <a:gd name="connsiteY2" fmla="*/ 346129 h 346171"/>
                    <a:gd name="connsiteX3" fmla="*/ 11 w 209748"/>
                    <a:gd name="connsiteY3" fmla="*/ 346129 h 3461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9748" h="346171">
                      <a:moveTo>
                        <a:pt x="11" y="-43"/>
                      </a:moveTo>
                      <a:lnTo>
                        <a:pt x="209759" y="-43"/>
                      </a:lnTo>
                      <a:lnTo>
                        <a:pt x="209759" y="346129"/>
                      </a:lnTo>
                      <a:lnTo>
                        <a:pt x="11" y="346129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83" name="Afbeelding 182">
                  <a:extLst>
                    <a:ext uri="{FF2B5EF4-FFF2-40B4-BE49-F238E27FC236}">
                      <a16:creationId xmlns:a16="http://schemas.microsoft.com/office/drawing/2014/main" id="{EFA420C5-4798-49BB-A5D7-33A2D3B10C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719630" y="5564452"/>
                  <a:ext cx="222086" cy="275896"/>
                </a:xfrm>
                <a:custGeom>
                  <a:avLst/>
                  <a:gdLst>
                    <a:gd name="connsiteX0" fmla="*/ -3 w 222086"/>
                    <a:gd name="connsiteY0" fmla="*/ -26 h 275896"/>
                    <a:gd name="connsiteX1" fmla="*/ 222084 w 222086"/>
                    <a:gd name="connsiteY1" fmla="*/ -26 h 275896"/>
                    <a:gd name="connsiteX2" fmla="*/ 222084 w 222086"/>
                    <a:gd name="connsiteY2" fmla="*/ 275870 h 275896"/>
                    <a:gd name="connsiteX3" fmla="*/ -3 w 222086"/>
                    <a:gd name="connsiteY3" fmla="*/ 275870 h 275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2086" h="275896">
                      <a:moveTo>
                        <a:pt x="-3" y="-26"/>
                      </a:moveTo>
                      <a:lnTo>
                        <a:pt x="222084" y="-26"/>
                      </a:lnTo>
                      <a:lnTo>
                        <a:pt x="222084" y="275870"/>
                      </a:lnTo>
                      <a:lnTo>
                        <a:pt x="-3" y="275870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84" name="Afbeelding 183">
                  <a:extLst>
                    <a:ext uri="{FF2B5EF4-FFF2-40B4-BE49-F238E27FC236}">
                      <a16:creationId xmlns:a16="http://schemas.microsoft.com/office/drawing/2014/main" id="{AB949BB7-5979-4853-8030-154F5C63F6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23270" y="6053777"/>
                  <a:ext cx="192475" cy="109317"/>
                </a:xfrm>
                <a:custGeom>
                  <a:avLst/>
                  <a:gdLst>
                    <a:gd name="connsiteX0" fmla="*/ 12 w 192475"/>
                    <a:gd name="connsiteY0" fmla="*/ 44 h 109317"/>
                    <a:gd name="connsiteX1" fmla="*/ 192487 w 192475"/>
                    <a:gd name="connsiteY1" fmla="*/ 44 h 109317"/>
                    <a:gd name="connsiteX2" fmla="*/ 192487 w 192475"/>
                    <a:gd name="connsiteY2" fmla="*/ 109361 h 109317"/>
                    <a:gd name="connsiteX3" fmla="*/ 12 w 192475"/>
                    <a:gd name="connsiteY3" fmla="*/ 109361 h 1093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475" h="109317">
                      <a:moveTo>
                        <a:pt x="12" y="44"/>
                      </a:moveTo>
                      <a:lnTo>
                        <a:pt x="192487" y="44"/>
                      </a:lnTo>
                      <a:lnTo>
                        <a:pt x="192487" y="109361"/>
                      </a:lnTo>
                      <a:lnTo>
                        <a:pt x="12" y="10936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85" name="Afbeelding 184">
                  <a:extLst>
                    <a:ext uri="{FF2B5EF4-FFF2-40B4-BE49-F238E27FC236}">
                      <a16:creationId xmlns:a16="http://schemas.microsoft.com/office/drawing/2014/main" id="{7CB7FD91-3051-4697-BB1A-04C8B1D969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754176" y="5837745"/>
                  <a:ext cx="219618" cy="325349"/>
                </a:xfrm>
                <a:custGeom>
                  <a:avLst/>
                  <a:gdLst>
                    <a:gd name="connsiteX0" fmla="*/ 1 w 219618"/>
                    <a:gd name="connsiteY0" fmla="*/ -8 h 325349"/>
                    <a:gd name="connsiteX1" fmla="*/ 219620 w 219618"/>
                    <a:gd name="connsiteY1" fmla="*/ -8 h 325349"/>
                    <a:gd name="connsiteX2" fmla="*/ 219620 w 219618"/>
                    <a:gd name="connsiteY2" fmla="*/ 325341 h 325349"/>
                    <a:gd name="connsiteX3" fmla="*/ 1 w 219618"/>
                    <a:gd name="connsiteY3" fmla="*/ 325341 h 325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9618" h="325349">
                      <a:moveTo>
                        <a:pt x="1" y="-8"/>
                      </a:moveTo>
                      <a:lnTo>
                        <a:pt x="219620" y="-8"/>
                      </a:lnTo>
                      <a:lnTo>
                        <a:pt x="219620" y="325341"/>
                      </a:lnTo>
                      <a:lnTo>
                        <a:pt x="1" y="32534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86" name="Afbeelding 185">
                  <a:extLst>
                    <a:ext uri="{FF2B5EF4-FFF2-40B4-BE49-F238E27FC236}">
                      <a16:creationId xmlns:a16="http://schemas.microsoft.com/office/drawing/2014/main" id="{428AAFF7-BE0F-4442-B959-FA5649521A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23270" y="5837745"/>
                  <a:ext cx="192475" cy="106714"/>
                </a:xfrm>
                <a:custGeom>
                  <a:avLst/>
                  <a:gdLst>
                    <a:gd name="connsiteX0" fmla="*/ 12 w 192475"/>
                    <a:gd name="connsiteY0" fmla="*/ 24 h 106714"/>
                    <a:gd name="connsiteX1" fmla="*/ 192487 w 192475"/>
                    <a:gd name="connsiteY1" fmla="*/ 24 h 106714"/>
                    <a:gd name="connsiteX2" fmla="*/ 192487 w 192475"/>
                    <a:gd name="connsiteY2" fmla="*/ 106739 h 106714"/>
                    <a:gd name="connsiteX3" fmla="*/ 12 w 192475"/>
                    <a:gd name="connsiteY3" fmla="*/ 106739 h 106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475" h="106714">
                      <a:moveTo>
                        <a:pt x="12" y="24"/>
                      </a:moveTo>
                      <a:lnTo>
                        <a:pt x="192487" y="24"/>
                      </a:lnTo>
                      <a:lnTo>
                        <a:pt x="192487" y="106739"/>
                      </a:lnTo>
                      <a:lnTo>
                        <a:pt x="12" y="106739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87" name="Afbeelding 186">
                  <a:extLst>
                    <a:ext uri="{FF2B5EF4-FFF2-40B4-BE49-F238E27FC236}">
                      <a16:creationId xmlns:a16="http://schemas.microsoft.com/office/drawing/2014/main" id="{52A54D4A-E1D1-4B7D-AD5D-EF6F3AD821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988601" y="5509793"/>
                  <a:ext cx="202345" cy="330554"/>
                </a:xfrm>
                <a:custGeom>
                  <a:avLst/>
                  <a:gdLst>
                    <a:gd name="connsiteX0" fmla="*/ 27 w 202345"/>
                    <a:gd name="connsiteY0" fmla="*/ -39 h 330554"/>
                    <a:gd name="connsiteX1" fmla="*/ 202372 w 202345"/>
                    <a:gd name="connsiteY1" fmla="*/ -39 h 330554"/>
                    <a:gd name="connsiteX2" fmla="*/ 202372 w 202345"/>
                    <a:gd name="connsiteY2" fmla="*/ 330516 h 330554"/>
                    <a:gd name="connsiteX3" fmla="*/ 27 w 202345"/>
                    <a:gd name="connsiteY3" fmla="*/ 330516 h 330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2345" h="330554">
                      <a:moveTo>
                        <a:pt x="27" y="-39"/>
                      </a:moveTo>
                      <a:lnTo>
                        <a:pt x="202372" y="-39"/>
                      </a:lnTo>
                      <a:lnTo>
                        <a:pt x="202372" y="330516"/>
                      </a:lnTo>
                      <a:lnTo>
                        <a:pt x="27" y="33051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88" name="Afbeelding 187">
                  <a:extLst>
                    <a:ext uri="{FF2B5EF4-FFF2-40B4-BE49-F238E27FC236}">
                      <a16:creationId xmlns:a16="http://schemas.microsoft.com/office/drawing/2014/main" id="{D217981D-BFDE-40BD-8429-E99D8A935D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035486" y="5829937"/>
                  <a:ext cx="239360" cy="213428"/>
                </a:xfrm>
                <a:custGeom>
                  <a:avLst/>
                  <a:gdLst>
                    <a:gd name="connsiteX0" fmla="*/ 26 w 239360"/>
                    <a:gd name="connsiteY0" fmla="*/ 8 h 213428"/>
                    <a:gd name="connsiteX1" fmla="*/ 239386 w 239360"/>
                    <a:gd name="connsiteY1" fmla="*/ 8 h 213428"/>
                    <a:gd name="connsiteX2" fmla="*/ 239386 w 239360"/>
                    <a:gd name="connsiteY2" fmla="*/ 213437 h 213428"/>
                    <a:gd name="connsiteX3" fmla="*/ 26 w 239360"/>
                    <a:gd name="connsiteY3" fmla="*/ 213437 h 213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9360" h="213428">
                      <a:moveTo>
                        <a:pt x="26" y="8"/>
                      </a:moveTo>
                      <a:lnTo>
                        <a:pt x="239386" y="8"/>
                      </a:lnTo>
                      <a:lnTo>
                        <a:pt x="239386" y="213437"/>
                      </a:lnTo>
                      <a:lnTo>
                        <a:pt x="26" y="213437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89" name="Afbeelding 188">
                  <a:extLst>
                    <a:ext uri="{FF2B5EF4-FFF2-40B4-BE49-F238E27FC236}">
                      <a16:creationId xmlns:a16="http://schemas.microsoft.com/office/drawing/2014/main" id="{99ABF3A7-371A-4EC7-A7E3-7F1E38D1FA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838076" y="5494177"/>
                  <a:ext cx="209748" cy="346171"/>
                </a:xfrm>
                <a:custGeom>
                  <a:avLst/>
                  <a:gdLst>
                    <a:gd name="connsiteX0" fmla="*/ 11 w 209748"/>
                    <a:gd name="connsiteY0" fmla="*/ -43 h 346171"/>
                    <a:gd name="connsiteX1" fmla="*/ 209759 w 209748"/>
                    <a:gd name="connsiteY1" fmla="*/ -43 h 346171"/>
                    <a:gd name="connsiteX2" fmla="*/ 209759 w 209748"/>
                    <a:gd name="connsiteY2" fmla="*/ 346129 h 346171"/>
                    <a:gd name="connsiteX3" fmla="*/ 11 w 209748"/>
                    <a:gd name="connsiteY3" fmla="*/ 346129 h 3461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9748" h="346171">
                      <a:moveTo>
                        <a:pt x="11" y="-43"/>
                      </a:moveTo>
                      <a:lnTo>
                        <a:pt x="209759" y="-43"/>
                      </a:lnTo>
                      <a:lnTo>
                        <a:pt x="209759" y="346129"/>
                      </a:lnTo>
                      <a:lnTo>
                        <a:pt x="11" y="346129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90" name="Afbeelding 189">
                  <a:extLst>
                    <a:ext uri="{FF2B5EF4-FFF2-40B4-BE49-F238E27FC236}">
                      <a16:creationId xmlns:a16="http://schemas.microsoft.com/office/drawing/2014/main" id="{33CB18D6-A2DA-412C-9544-3FA6DC684C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028083" y="5957474"/>
                  <a:ext cx="259101" cy="208223"/>
                </a:xfrm>
                <a:custGeom>
                  <a:avLst/>
                  <a:gdLst>
                    <a:gd name="connsiteX0" fmla="*/ 22 w 259101"/>
                    <a:gd name="connsiteY0" fmla="*/ 20 h 208223"/>
                    <a:gd name="connsiteX1" fmla="*/ 259123 w 259101"/>
                    <a:gd name="connsiteY1" fmla="*/ 20 h 208223"/>
                    <a:gd name="connsiteX2" fmla="*/ 259123 w 259101"/>
                    <a:gd name="connsiteY2" fmla="*/ 208244 h 208223"/>
                    <a:gd name="connsiteX3" fmla="*/ 22 w 259101"/>
                    <a:gd name="connsiteY3" fmla="*/ 208244 h 2082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101" h="208223">
                      <a:moveTo>
                        <a:pt x="22" y="20"/>
                      </a:moveTo>
                      <a:lnTo>
                        <a:pt x="259123" y="20"/>
                      </a:lnTo>
                      <a:lnTo>
                        <a:pt x="259123" y="208244"/>
                      </a:lnTo>
                      <a:lnTo>
                        <a:pt x="22" y="208244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91" name="Afbeelding 190">
                  <a:extLst>
                    <a:ext uri="{FF2B5EF4-FFF2-40B4-BE49-F238E27FC236}">
                      <a16:creationId xmlns:a16="http://schemas.microsoft.com/office/drawing/2014/main" id="{F6753718-E159-4AD8-9970-058A26BA35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455593" y="5835142"/>
                  <a:ext cx="202345" cy="330554"/>
                </a:xfrm>
                <a:custGeom>
                  <a:avLst/>
                  <a:gdLst>
                    <a:gd name="connsiteX0" fmla="*/ -25 w 202345"/>
                    <a:gd name="connsiteY0" fmla="*/ -9 h 330554"/>
                    <a:gd name="connsiteX1" fmla="*/ 202320 w 202345"/>
                    <a:gd name="connsiteY1" fmla="*/ -9 h 330554"/>
                    <a:gd name="connsiteX2" fmla="*/ 202320 w 202345"/>
                    <a:gd name="connsiteY2" fmla="*/ 330546 h 330554"/>
                    <a:gd name="connsiteX3" fmla="*/ -25 w 202345"/>
                    <a:gd name="connsiteY3" fmla="*/ 330546 h 330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2345" h="330554">
                      <a:moveTo>
                        <a:pt x="-25" y="-9"/>
                      </a:moveTo>
                      <a:lnTo>
                        <a:pt x="202320" y="-9"/>
                      </a:lnTo>
                      <a:lnTo>
                        <a:pt x="202320" y="330546"/>
                      </a:lnTo>
                      <a:lnTo>
                        <a:pt x="-25" y="33054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92" name="Afbeelding 191">
                  <a:extLst>
                    <a:ext uri="{FF2B5EF4-FFF2-40B4-BE49-F238E27FC236}">
                      <a16:creationId xmlns:a16="http://schemas.microsoft.com/office/drawing/2014/main" id="{15CE39BF-E46D-4282-B3D0-95EB5EFA5F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131724" y="5509793"/>
                  <a:ext cx="152992" cy="174387"/>
                </a:xfrm>
                <a:custGeom>
                  <a:avLst/>
                  <a:gdLst>
                    <a:gd name="connsiteX0" fmla="*/ 48 w 152992"/>
                    <a:gd name="connsiteY0" fmla="*/ -16 h 174387"/>
                    <a:gd name="connsiteX1" fmla="*/ 153041 w 152992"/>
                    <a:gd name="connsiteY1" fmla="*/ -16 h 174387"/>
                    <a:gd name="connsiteX2" fmla="*/ 153041 w 152992"/>
                    <a:gd name="connsiteY2" fmla="*/ 174371 h 174387"/>
                    <a:gd name="connsiteX3" fmla="*/ 48 w 152992"/>
                    <a:gd name="connsiteY3" fmla="*/ 174371 h 174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992" h="174387">
                      <a:moveTo>
                        <a:pt x="48" y="-16"/>
                      </a:moveTo>
                      <a:lnTo>
                        <a:pt x="153041" y="-16"/>
                      </a:lnTo>
                      <a:lnTo>
                        <a:pt x="153041" y="174371"/>
                      </a:lnTo>
                      <a:lnTo>
                        <a:pt x="48" y="17437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93" name="Afbeelding 192">
                  <a:extLst>
                    <a:ext uri="{FF2B5EF4-FFF2-40B4-BE49-F238E27FC236}">
                      <a16:creationId xmlns:a16="http://schemas.microsoft.com/office/drawing/2014/main" id="{2830C1EC-FDB9-4C1E-B6FE-3985E6DAF8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55593" y="5629522"/>
                  <a:ext cx="259101" cy="208223"/>
                </a:xfrm>
                <a:custGeom>
                  <a:avLst/>
                  <a:gdLst>
                    <a:gd name="connsiteX0" fmla="*/ -34 w 259101"/>
                    <a:gd name="connsiteY0" fmla="*/ -10 h 208223"/>
                    <a:gd name="connsiteX1" fmla="*/ 259067 w 259101"/>
                    <a:gd name="connsiteY1" fmla="*/ -10 h 208223"/>
                    <a:gd name="connsiteX2" fmla="*/ 259067 w 259101"/>
                    <a:gd name="connsiteY2" fmla="*/ 208213 h 208223"/>
                    <a:gd name="connsiteX3" fmla="*/ -34 w 259101"/>
                    <a:gd name="connsiteY3" fmla="*/ 208213 h 2082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101" h="208223">
                      <a:moveTo>
                        <a:pt x="-34" y="-10"/>
                      </a:moveTo>
                      <a:lnTo>
                        <a:pt x="259067" y="-10"/>
                      </a:lnTo>
                      <a:lnTo>
                        <a:pt x="259067" y="208213"/>
                      </a:lnTo>
                      <a:lnTo>
                        <a:pt x="-34" y="208213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94" name="Afbeelding 193">
                  <a:extLst>
                    <a:ext uri="{FF2B5EF4-FFF2-40B4-BE49-F238E27FC236}">
                      <a16:creationId xmlns:a16="http://schemas.microsoft.com/office/drawing/2014/main" id="{66CDB966-5AB2-4E1B-9D16-4A4E250BCF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598716" y="5835142"/>
                  <a:ext cx="152992" cy="174387"/>
                </a:xfrm>
                <a:custGeom>
                  <a:avLst/>
                  <a:gdLst>
                    <a:gd name="connsiteX0" fmla="*/ -4 w 152992"/>
                    <a:gd name="connsiteY0" fmla="*/ 14 h 174387"/>
                    <a:gd name="connsiteX1" fmla="*/ 152989 w 152992"/>
                    <a:gd name="connsiteY1" fmla="*/ 14 h 174387"/>
                    <a:gd name="connsiteX2" fmla="*/ 152989 w 152992"/>
                    <a:gd name="connsiteY2" fmla="*/ 174401 h 174387"/>
                    <a:gd name="connsiteX3" fmla="*/ -4 w 152992"/>
                    <a:gd name="connsiteY3" fmla="*/ 174401 h 174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992" h="174387">
                      <a:moveTo>
                        <a:pt x="-4" y="14"/>
                      </a:moveTo>
                      <a:lnTo>
                        <a:pt x="152989" y="14"/>
                      </a:lnTo>
                      <a:lnTo>
                        <a:pt x="152989" y="174401"/>
                      </a:lnTo>
                      <a:lnTo>
                        <a:pt x="-4" y="17440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95" name="Afbeelding 194">
                  <a:extLst>
                    <a:ext uri="{FF2B5EF4-FFF2-40B4-BE49-F238E27FC236}">
                      <a16:creationId xmlns:a16="http://schemas.microsoft.com/office/drawing/2014/main" id="{889BD635-5607-4F34-B3F9-E67FA5E3E4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462996" y="5501985"/>
                  <a:ext cx="241827" cy="213428"/>
                </a:xfrm>
                <a:custGeom>
                  <a:avLst/>
                  <a:gdLst>
                    <a:gd name="connsiteX0" fmla="*/ -31 w 241827"/>
                    <a:gd name="connsiteY0" fmla="*/ -23 h 213428"/>
                    <a:gd name="connsiteX1" fmla="*/ 241797 w 241827"/>
                    <a:gd name="connsiteY1" fmla="*/ -23 h 213428"/>
                    <a:gd name="connsiteX2" fmla="*/ 241797 w 241827"/>
                    <a:gd name="connsiteY2" fmla="*/ 213406 h 213428"/>
                    <a:gd name="connsiteX3" fmla="*/ -31 w 241827"/>
                    <a:gd name="connsiteY3" fmla="*/ 213406 h 213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1827" h="213428">
                      <a:moveTo>
                        <a:pt x="-31" y="-23"/>
                      </a:moveTo>
                      <a:lnTo>
                        <a:pt x="241797" y="-23"/>
                      </a:lnTo>
                      <a:lnTo>
                        <a:pt x="241797" y="213406"/>
                      </a:lnTo>
                      <a:lnTo>
                        <a:pt x="-31" y="21340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96" name="Afbeelding 195">
                  <a:extLst>
                    <a:ext uri="{FF2B5EF4-FFF2-40B4-BE49-F238E27FC236}">
                      <a16:creationId xmlns:a16="http://schemas.microsoft.com/office/drawing/2014/main" id="{E334C3BF-F58F-4BB8-86CB-14AE927FC4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598716" y="5835142"/>
                  <a:ext cx="152992" cy="174387"/>
                </a:xfrm>
                <a:custGeom>
                  <a:avLst/>
                  <a:gdLst>
                    <a:gd name="connsiteX0" fmla="*/ -4 w 152992"/>
                    <a:gd name="connsiteY0" fmla="*/ 14 h 174387"/>
                    <a:gd name="connsiteX1" fmla="*/ 152989 w 152992"/>
                    <a:gd name="connsiteY1" fmla="*/ 14 h 174387"/>
                    <a:gd name="connsiteX2" fmla="*/ 152989 w 152992"/>
                    <a:gd name="connsiteY2" fmla="*/ 174401 h 174387"/>
                    <a:gd name="connsiteX3" fmla="*/ -4 w 152992"/>
                    <a:gd name="connsiteY3" fmla="*/ 174401 h 174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992" h="174387">
                      <a:moveTo>
                        <a:pt x="-4" y="14"/>
                      </a:moveTo>
                      <a:lnTo>
                        <a:pt x="152989" y="14"/>
                      </a:lnTo>
                      <a:lnTo>
                        <a:pt x="152989" y="174401"/>
                      </a:lnTo>
                      <a:lnTo>
                        <a:pt x="-4" y="17440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97" name="Afbeelding 196">
                  <a:extLst>
                    <a:ext uri="{FF2B5EF4-FFF2-40B4-BE49-F238E27FC236}">
                      <a16:creationId xmlns:a16="http://schemas.microsoft.com/office/drawing/2014/main" id="{ADBBA578-5298-4964-A9B4-6B6C3B733A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55593" y="5629522"/>
                  <a:ext cx="259101" cy="208223"/>
                </a:xfrm>
                <a:custGeom>
                  <a:avLst/>
                  <a:gdLst>
                    <a:gd name="connsiteX0" fmla="*/ -34 w 259101"/>
                    <a:gd name="connsiteY0" fmla="*/ -10 h 208223"/>
                    <a:gd name="connsiteX1" fmla="*/ 259067 w 259101"/>
                    <a:gd name="connsiteY1" fmla="*/ -10 h 208223"/>
                    <a:gd name="connsiteX2" fmla="*/ 259067 w 259101"/>
                    <a:gd name="connsiteY2" fmla="*/ 208213 h 208223"/>
                    <a:gd name="connsiteX3" fmla="*/ -34 w 259101"/>
                    <a:gd name="connsiteY3" fmla="*/ 208213 h 2082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101" h="208223">
                      <a:moveTo>
                        <a:pt x="-34" y="-10"/>
                      </a:moveTo>
                      <a:lnTo>
                        <a:pt x="259067" y="-10"/>
                      </a:lnTo>
                      <a:lnTo>
                        <a:pt x="259067" y="208213"/>
                      </a:lnTo>
                      <a:lnTo>
                        <a:pt x="-34" y="208213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98" name="Afbeelding 197">
                  <a:extLst>
                    <a:ext uri="{FF2B5EF4-FFF2-40B4-BE49-F238E27FC236}">
                      <a16:creationId xmlns:a16="http://schemas.microsoft.com/office/drawing/2014/main" id="{2AFD4A36-9E9D-4B3F-8ADA-DC9A2B4410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462996" y="5501985"/>
                  <a:ext cx="241827" cy="213428"/>
                </a:xfrm>
                <a:custGeom>
                  <a:avLst/>
                  <a:gdLst>
                    <a:gd name="connsiteX0" fmla="*/ -31 w 241827"/>
                    <a:gd name="connsiteY0" fmla="*/ -23 h 213428"/>
                    <a:gd name="connsiteX1" fmla="*/ 241797 w 241827"/>
                    <a:gd name="connsiteY1" fmla="*/ -23 h 213428"/>
                    <a:gd name="connsiteX2" fmla="*/ 241797 w 241827"/>
                    <a:gd name="connsiteY2" fmla="*/ 213406 h 213428"/>
                    <a:gd name="connsiteX3" fmla="*/ -31 w 241827"/>
                    <a:gd name="connsiteY3" fmla="*/ 213406 h 213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1827" h="213428">
                      <a:moveTo>
                        <a:pt x="-31" y="-23"/>
                      </a:moveTo>
                      <a:lnTo>
                        <a:pt x="241797" y="-23"/>
                      </a:lnTo>
                      <a:lnTo>
                        <a:pt x="241797" y="213406"/>
                      </a:lnTo>
                      <a:lnTo>
                        <a:pt x="-31" y="21340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99" name="Afbeelding 198">
                  <a:extLst>
                    <a:ext uri="{FF2B5EF4-FFF2-40B4-BE49-F238E27FC236}">
                      <a16:creationId xmlns:a16="http://schemas.microsoft.com/office/drawing/2014/main" id="{5F76BFC8-3854-4603-8938-6FBEC7BAE5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719630" y="5564452"/>
                  <a:ext cx="222086" cy="275896"/>
                </a:xfrm>
                <a:custGeom>
                  <a:avLst/>
                  <a:gdLst>
                    <a:gd name="connsiteX0" fmla="*/ -3 w 222086"/>
                    <a:gd name="connsiteY0" fmla="*/ -26 h 275896"/>
                    <a:gd name="connsiteX1" fmla="*/ 222084 w 222086"/>
                    <a:gd name="connsiteY1" fmla="*/ -26 h 275896"/>
                    <a:gd name="connsiteX2" fmla="*/ 222084 w 222086"/>
                    <a:gd name="connsiteY2" fmla="*/ 275870 h 275896"/>
                    <a:gd name="connsiteX3" fmla="*/ -3 w 222086"/>
                    <a:gd name="connsiteY3" fmla="*/ 275870 h 275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2086" h="275896">
                      <a:moveTo>
                        <a:pt x="-3" y="-26"/>
                      </a:moveTo>
                      <a:lnTo>
                        <a:pt x="222084" y="-26"/>
                      </a:lnTo>
                      <a:lnTo>
                        <a:pt x="222084" y="275870"/>
                      </a:lnTo>
                      <a:lnTo>
                        <a:pt x="-3" y="275870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00" name="Afbeelding 199">
                  <a:extLst>
                    <a:ext uri="{FF2B5EF4-FFF2-40B4-BE49-F238E27FC236}">
                      <a16:creationId xmlns:a16="http://schemas.microsoft.com/office/drawing/2014/main" id="{39521D7A-12E4-418E-A07E-EF9D3DA608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23270" y="6053777"/>
                  <a:ext cx="192475" cy="109317"/>
                </a:xfrm>
                <a:custGeom>
                  <a:avLst/>
                  <a:gdLst>
                    <a:gd name="connsiteX0" fmla="*/ 12 w 192475"/>
                    <a:gd name="connsiteY0" fmla="*/ 44 h 109317"/>
                    <a:gd name="connsiteX1" fmla="*/ 192487 w 192475"/>
                    <a:gd name="connsiteY1" fmla="*/ 44 h 109317"/>
                    <a:gd name="connsiteX2" fmla="*/ 192487 w 192475"/>
                    <a:gd name="connsiteY2" fmla="*/ 109361 h 109317"/>
                    <a:gd name="connsiteX3" fmla="*/ 12 w 192475"/>
                    <a:gd name="connsiteY3" fmla="*/ 109361 h 1093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475" h="109317">
                      <a:moveTo>
                        <a:pt x="12" y="44"/>
                      </a:moveTo>
                      <a:lnTo>
                        <a:pt x="192487" y="44"/>
                      </a:lnTo>
                      <a:lnTo>
                        <a:pt x="192487" y="109361"/>
                      </a:lnTo>
                      <a:lnTo>
                        <a:pt x="12" y="10936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01" name="Afbeelding 200">
                  <a:extLst>
                    <a:ext uri="{FF2B5EF4-FFF2-40B4-BE49-F238E27FC236}">
                      <a16:creationId xmlns:a16="http://schemas.microsoft.com/office/drawing/2014/main" id="{88CDB447-176C-4B45-9C9D-5E8B840628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754176" y="5837745"/>
                  <a:ext cx="219618" cy="325349"/>
                </a:xfrm>
                <a:custGeom>
                  <a:avLst/>
                  <a:gdLst>
                    <a:gd name="connsiteX0" fmla="*/ 1 w 219618"/>
                    <a:gd name="connsiteY0" fmla="*/ -8 h 325349"/>
                    <a:gd name="connsiteX1" fmla="*/ 219620 w 219618"/>
                    <a:gd name="connsiteY1" fmla="*/ -8 h 325349"/>
                    <a:gd name="connsiteX2" fmla="*/ 219620 w 219618"/>
                    <a:gd name="connsiteY2" fmla="*/ 325341 h 325349"/>
                    <a:gd name="connsiteX3" fmla="*/ 1 w 219618"/>
                    <a:gd name="connsiteY3" fmla="*/ 325341 h 325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9618" h="325349">
                      <a:moveTo>
                        <a:pt x="1" y="-8"/>
                      </a:moveTo>
                      <a:lnTo>
                        <a:pt x="219620" y="-8"/>
                      </a:lnTo>
                      <a:lnTo>
                        <a:pt x="219620" y="325341"/>
                      </a:lnTo>
                      <a:lnTo>
                        <a:pt x="1" y="32534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02" name="Afbeelding 201">
                  <a:extLst>
                    <a:ext uri="{FF2B5EF4-FFF2-40B4-BE49-F238E27FC236}">
                      <a16:creationId xmlns:a16="http://schemas.microsoft.com/office/drawing/2014/main" id="{D2DECFCB-A8CE-4B2C-AD6D-1CE6B83134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838076" y="5494177"/>
                  <a:ext cx="209748" cy="346171"/>
                </a:xfrm>
                <a:custGeom>
                  <a:avLst/>
                  <a:gdLst>
                    <a:gd name="connsiteX0" fmla="*/ 11 w 209748"/>
                    <a:gd name="connsiteY0" fmla="*/ -43 h 346171"/>
                    <a:gd name="connsiteX1" fmla="*/ 209759 w 209748"/>
                    <a:gd name="connsiteY1" fmla="*/ -43 h 346171"/>
                    <a:gd name="connsiteX2" fmla="*/ 209759 w 209748"/>
                    <a:gd name="connsiteY2" fmla="*/ 346129 h 346171"/>
                    <a:gd name="connsiteX3" fmla="*/ 11 w 209748"/>
                    <a:gd name="connsiteY3" fmla="*/ 346129 h 3461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9748" h="346171">
                      <a:moveTo>
                        <a:pt x="11" y="-43"/>
                      </a:moveTo>
                      <a:lnTo>
                        <a:pt x="209759" y="-43"/>
                      </a:lnTo>
                      <a:lnTo>
                        <a:pt x="209759" y="346129"/>
                      </a:lnTo>
                      <a:lnTo>
                        <a:pt x="11" y="346129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03" name="Afbeelding 202">
                  <a:extLst>
                    <a:ext uri="{FF2B5EF4-FFF2-40B4-BE49-F238E27FC236}">
                      <a16:creationId xmlns:a16="http://schemas.microsoft.com/office/drawing/2014/main" id="{6D63AB3E-2668-4881-B33C-2B2E4DB8AA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455593" y="5835142"/>
                  <a:ext cx="202345" cy="330554"/>
                </a:xfrm>
                <a:custGeom>
                  <a:avLst/>
                  <a:gdLst>
                    <a:gd name="connsiteX0" fmla="*/ -25 w 202345"/>
                    <a:gd name="connsiteY0" fmla="*/ -9 h 330554"/>
                    <a:gd name="connsiteX1" fmla="*/ 202320 w 202345"/>
                    <a:gd name="connsiteY1" fmla="*/ -9 h 330554"/>
                    <a:gd name="connsiteX2" fmla="*/ 202320 w 202345"/>
                    <a:gd name="connsiteY2" fmla="*/ 330546 h 330554"/>
                    <a:gd name="connsiteX3" fmla="*/ -25 w 202345"/>
                    <a:gd name="connsiteY3" fmla="*/ 330546 h 330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2345" h="330554">
                      <a:moveTo>
                        <a:pt x="-25" y="-9"/>
                      </a:moveTo>
                      <a:lnTo>
                        <a:pt x="202320" y="-9"/>
                      </a:lnTo>
                      <a:lnTo>
                        <a:pt x="202320" y="330546"/>
                      </a:lnTo>
                      <a:lnTo>
                        <a:pt x="-25" y="33054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04" name="Afbeelding 203">
                  <a:extLst>
                    <a:ext uri="{FF2B5EF4-FFF2-40B4-BE49-F238E27FC236}">
                      <a16:creationId xmlns:a16="http://schemas.microsoft.com/office/drawing/2014/main" id="{9A29E915-0540-4F2E-9F90-BE10FB7597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035486" y="5829937"/>
                  <a:ext cx="239360" cy="213428"/>
                </a:xfrm>
                <a:custGeom>
                  <a:avLst/>
                  <a:gdLst>
                    <a:gd name="connsiteX0" fmla="*/ 26 w 239360"/>
                    <a:gd name="connsiteY0" fmla="*/ 8 h 213428"/>
                    <a:gd name="connsiteX1" fmla="*/ 239386 w 239360"/>
                    <a:gd name="connsiteY1" fmla="*/ 8 h 213428"/>
                    <a:gd name="connsiteX2" fmla="*/ 239386 w 239360"/>
                    <a:gd name="connsiteY2" fmla="*/ 213437 h 213428"/>
                    <a:gd name="connsiteX3" fmla="*/ 26 w 239360"/>
                    <a:gd name="connsiteY3" fmla="*/ 213437 h 213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9360" h="213428">
                      <a:moveTo>
                        <a:pt x="26" y="8"/>
                      </a:moveTo>
                      <a:lnTo>
                        <a:pt x="239386" y="8"/>
                      </a:lnTo>
                      <a:lnTo>
                        <a:pt x="239386" y="213437"/>
                      </a:lnTo>
                      <a:lnTo>
                        <a:pt x="26" y="213437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05" name="Afbeelding 204">
                  <a:extLst>
                    <a:ext uri="{FF2B5EF4-FFF2-40B4-BE49-F238E27FC236}">
                      <a16:creationId xmlns:a16="http://schemas.microsoft.com/office/drawing/2014/main" id="{518B81ED-8770-444D-9FD4-3655AFDE31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23270" y="5837745"/>
                  <a:ext cx="192475" cy="106714"/>
                </a:xfrm>
                <a:custGeom>
                  <a:avLst/>
                  <a:gdLst>
                    <a:gd name="connsiteX0" fmla="*/ 12 w 192475"/>
                    <a:gd name="connsiteY0" fmla="*/ 24 h 106714"/>
                    <a:gd name="connsiteX1" fmla="*/ 192487 w 192475"/>
                    <a:gd name="connsiteY1" fmla="*/ 24 h 106714"/>
                    <a:gd name="connsiteX2" fmla="*/ 192487 w 192475"/>
                    <a:gd name="connsiteY2" fmla="*/ 106739 h 106714"/>
                    <a:gd name="connsiteX3" fmla="*/ 12 w 192475"/>
                    <a:gd name="connsiteY3" fmla="*/ 106739 h 106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475" h="106714">
                      <a:moveTo>
                        <a:pt x="12" y="24"/>
                      </a:moveTo>
                      <a:lnTo>
                        <a:pt x="192487" y="24"/>
                      </a:lnTo>
                      <a:lnTo>
                        <a:pt x="192487" y="106739"/>
                      </a:lnTo>
                      <a:lnTo>
                        <a:pt x="12" y="106739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06" name="Afbeelding 205">
                  <a:extLst>
                    <a:ext uri="{FF2B5EF4-FFF2-40B4-BE49-F238E27FC236}">
                      <a16:creationId xmlns:a16="http://schemas.microsoft.com/office/drawing/2014/main" id="{39F32E8A-7CE6-4B51-A63B-A9AC529C59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028083" y="5957474"/>
                  <a:ext cx="259101" cy="208223"/>
                </a:xfrm>
                <a:custGeom>
                  <a:avLst/>
                  <a:gdLst>
                    <a:gd name="connsiteX0" fmla="*/ 22 w 259101"/>
                    <a:gd name="connsiteY0" fmla="*/ 20 h 208223"/>
                    <a:gd name="connsiteX1" fmla="*/ 259123 w 259101"/>
                    <a:gd name="connsiteY1" fmla="*/ 20 h 208223"/>
                    <a:gd name="connsiteX2" fmla="*/ 259123 w 259101"/>
                    <a:gd name="connsiteY2" fmla="*/ 208244 h 208223"/>
                    <a:gd name="connsiteX3" fmla="*/ 22 w 259101"/>
                    <a:gd name="connsiteY3" fmla="*/ 208244 h 2082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101" h="208223">
                      <a:moveTo>
                        <a:pt x="22" y="20"/>
                      </a:moveTo>
                      <a:lnTo>
                        <a:pt x="259123" y="20"/>
                      </a:lnTo>
                      <a:lnTo>
                        <a:pt x="259123" y="208244"/>
                      </a:lnTo>
                      <a:lnTo>
                        <a:pt x="22" y="208244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07" name="Afbeelding 206">
                  <a:extLst>
                    <a:ext uri="{FF2B5EF4-FFF2-40B4-BE49-F238E27FC236}">
                      <a16:creationId xmlns:a16="http://schemas.microsoft.com/office/drawing/2014/main" id="{C36BE0D7-215F-4710-88C6-83C6E5F127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988601" y="5509793"/>
                  <a:ext cx="202345" cy="330554"/>
                </a:xfrm>
                <a:custGeom>
                  <a:avLst/>
                  <a:gdLst>
                    <a:gd name="connsiteX0" fmla="*/ 27 w 202345"/>
                    <a:gd name="connsiteY0" fmla="*/ -39 h 330554"/>
                    <a:gd name="connsiteX1" fmla="*/ 202372 w 202345"/>
                    <a:gd name="connsiteY1" fmla="*/ -39 h 330554"/>
                    <a:gd name="connsiteX2" fmla="*/ 202372 w 202345"/>
                    <a:gd name="connsiteY2" fmla="*/ 330516 h 330554"/>
                    <a:gd name="connsiteX3" fmla="*/ 27 w 202345"/>
                    <a:gd name="connsiteY3" fmla="*/ 330516 h 330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2345" h="330554">
                      <a:moveTo>
                        <a:pt x="27" y="-39"/>
                      </a:moveTo>
                      <a:lnTo>
                        <a:pt x="202372" y="-39"/>
                      </a:lnTo>
                      <a:lnTo>
                        <a:pt x="202372" y="330516"/>
                      </a:lnTo>
                      <a:lnTo>
                        <a:pt x="27" y="33051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08" name="Afbeelding 207">
                  <a:extLst>
                    <a:ext uri="{FF2B5EF4-FFF2-40B4-BE49-F238E27FC236}">
                      <a16:creationId xmlns:a16="http://schemas.microsoft.com/office/drawing/2014/main" id="{1EE75FD7-34D6-4224-A52C-92E84F9BC7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131724" y="5509793"/>
                  <a:ext cx="152992" cy="174387"/>
                </a:xfrm>
                <a:custGeom>
                  <a:avLst/>
                  <a:gdLst>
                    <a:gd name="connsiteX0" fmla="*/ 48 w 152992"/>
                    <a:gd name="connsiteY0" fmla="*/ -16 h 174387"/>
                    <a:gd name="connsiteX1" fmla="*/ 153041 w 152992"/>
                    <a:gd name="connsiteY1" fmla="*/ -16 h 174387"/>
                    <a:gd name="connsiteX2" fmla="*/ 153041 w 152992"/>
                    <a:gd name="connsiteY2" fmla="*/ 174371 h 174387"/>
                    <a:gd name="connsiteX3" fmla="*/ 48 w 152992"/>
                    <a:gd name="connsiteY3" fmla="*/ 174371 h 174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992" h="174387">
                      <a:moveTo>
                        <a:pt x="48" y="-16"/>
                      </a:moveTo>
                      <a:lnTo>
                        <a:pt x="153041" y="-16"/>
                      </a:lnTo>
                      <a:lnTo>
                        <a:pt x="153041" y="174371"/>
                      </a:lnTo>
                      <a:lnTo>
                        <a:pt x="48" y="17437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09" name="Afbeelding 208">
                  <a:extLst>
                    <a:ext uri="{FF2B5EF4-FFF2-40B4-BE49-F238E27FC236}">
                      <a16:creationId xmlns:a16="http://schemas.microsoft.com/office/drawing/2014/main" id="{D1F5DF11-9687-46E5-BBF0-732461846C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23270" y="6053777"/>
                  <a:ext cx="192475" cy="109317"/>
                </a:xfrm>
                <a:custGeom>
                  <a:avLst/>
                  <a:gdLst>
                    <a:gd name="connsiteX0" fmla="*/ 12 w 192475"/>
                    <a:gd name="connsiteY0" fmla="*/ 44 h 109317"/>
                    <a:gd name="connsiteX1" fmla="*/ 192487 w 192475"/>
                    <a:gd name="connsiteY1" fmla="*/ 44 h 109317"/>
                    <a:gd name="connsiteX2" fmla="*/ 192487 w 192475"/>
                    <a:gd name="connsiteY2" fmla="*/ 109361 h 109317"/>
                    <a:gd name="connsiteX3" fmla="*/ 12 w 192475"/>
                    <a:gd name="connsiteY3" fmla="*/ 109361 h 1093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475" h="109317">
                      <a:moveTo>
                        <a:pt x="12" y="44"/>
                      </a:moveTo>
                      <a:lnTo>
                        <a:pt x="192487" y="44"/>
                      </a:lnTo>
                      <a:lnTo>
                        <a:pt x="192487" y="109361"/>
                      </a:lnTo>
                      <a:lnTo>
                        <a:pt x="12" y="10936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10" name="Afbeelding 209">
                  <a:extLst>
                    <a:ext uri="{FF2B5EF4-FFF2-40B4-BE49-F238E27FC236}">
                      <a16:creationId xmlns:a16="http://schemas.microsoft.com/office/drawing/2014/main" id="{7EFB99A0-ACA3-4654-B359-5911007A51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131724" y="5509793"/>
                  <a:ext cx="152992" cy="174387"/>
                </a:xfrm>
                <a:custGeom>
                  <a:avLst/>
                  <a:gdLst>
                    <a:gd name="connsiteX0" fmla="*/ 48 w 152992"/>
                    <a:gd name="connsiteY0" fmla="*/ -16 h 174387"/>
                    <a:gd name="connsiteX1" fmla="*/ 153041 w 152992"/>
                    <a:gd name="connsiteY1" fmla="*/ -16 h 174387"/>
                    <a:gd name="connsiteX2" fmla="*/ 153041 w 152992"/>
                    <a:gd name="connsiteY2" fmla="*/ 174371 h 174387"/>
                    <a:gd name="connsiteX3" fmla="*/ 48 w 152992"/>
                    <a:gd name="connsiteY3" fmla="*/ 174371 h 174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992" h="174387">
                      <a:moveTo>
                        <a:pt x="48" y="-16"/>
                      </a:moveTo>
                      <a:lnTo>
                        <a:pt x="153041" y="-16"/>
                      </a:lnTo>
                      <a:lnTo>
                        <a:pt x="153041" y="174371"/>
                      </a:lnTo>
                      <a:lnTo>
                        <a:pt x="48" y="17437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11" name="Afbeelding 210">
                  <a:extLst>
                    <a:ext uri="{FF2B5EF4-FFF2-40B4-BE49-F238E27FC236}">
                      <a16:creationId xmlns:a16="http://schemas.microsoft.com/office/drawing/2014/main" id="{67C2D8C0-C831-477B-ADD2-918659C589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988601" y="5509793"/>
                  <a:ext cx="202345" cy="330554"/>
                </a:xfrm>
                <a:custGeom>
                  <a:avLst/>
                  <a:gdLst>
                    <a:gd name="connsiteX0" fmla="*/ 27 w 202345"/>
                    <a:gd name="connsiteY0" fmla="*/ -39 h 330554"/>
                    <a:gd name="connsiteX1" fmla="*/ 202372 w 202345"/>
                    <a:gd name="connsiteY1" fmla="*/ -39 h 330554"/>
                    <a:gd name="connsiteX2" fmla="*/ 202372 w 202345"/>
                    <a:gd name="connsiteY2" fmla="*/ 330516 h 330554"/>
                    <a:gd name="connsiteX3" fmla="*/ 27 w 202345"/>
                    <a:gd name="connsiteY3" fmla="*/ 330516 h 330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2345" h="330554">
                      <a:moveTo>
                        <a:pt x="27" y="-39"/>
                      </a:moveTo>
                      <a:lnTo>
                        <a:pt x="202372" y="-39"/>
                      </a:lnTo>
                      <a:lnTo>
                        <a:pt x="202372" y="330516"/>
                      </a:lnTo>
                      <a:lnTo>
                        <a:pt x="27" y="33051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12" name="Afbeelding 211">
                  <a:extLst>
                    <a:ext uri="{FF2B5EF4-FFF2-40B4-BE49-F238E27FC236}">
                      <a16:creationId xmlns:a16="http://schemas.microsoft.com/office/drawing/2014/main" id="{00582291-3364-4A06-8D24-82E9F70A38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838076" y="5494177"/>
                  <a:ext cx="209748" cy="346171"/>
                </a:xfrm>
                <a:custGeom>
                  <a:avLst/>
                  <a:gdLst>
                    <a:gd name="connsiteX0" fmla="*/ 11 w 209748"/>
                    <a:gd name="connsiteY0" fmla="*/ -43 h 346171"/>
                    <a:gd name="connsiteX1" fmla="*/ 209759 w 209748"/>
                    <a:gd name="connsiteY1" fmla="*/ -43 h 346171"/>
                    <a:gd name="connsiteX2" fmla="*/ 209759 w 209748"/>
                    <a:gd name="connsiteY2" fmla="*/ 346129 h 346171"/>
                    <a:gd name="connsiteX3" fmla="*/ 11 w 209748"/>
                    <a:gd name="connsiteY3" fmla="*/ 346129 h 3461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9748" h="346171">
                      <a:moveTo>
                        <a:pt x="11" y="-43"/>
                      </a:moveTo>
                      <a:lnTo>
                        <a:pt x="209759" y="-43"/>
                      </a:lnTo>
                      <a:lnTo>
                        <a:pt x="209759" y="346129"/>
                      </a:lnTo>
                      <a:lnTo>
                        <a:pt x="11" y="346129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13" name="Afbeelding 212">
                  <a:extLst>
                    <a:ext uri="{FF2B5EF4-FFF2-40B4-BE49-F238E27FC236}">
                      <a16:creationId xmlns:a16="http://schemas.microsoft.com/office/drawing/2014/main" id="{85D4301B-C9A9-4A3F-971C-68CE5340C8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462996" y="5501985"/>
                  <a:ext cx="241827" cy="213428"/>
                </a:xfrm>
                <a:custGeom>
                  <a:avLst/>
                  <a:gdLst>
                    <a:gd name="connsiteX0" fmla="*/ -31 w 241827"/>
                    <a:gd name="connsiteY0" fmla="*/ -23 h 213428"/>
                    <a:gd name="connsiteX1" fmla="*/ 241797 w 241827"/>
                    <a:gd name="connsiteY1" fmla="*/ -23 h 213428"/>
                    <a:gd name="connsiteX2" fmla="*/ 241797 w 241827"/>
                    <a:gd name="connsiteY2" fmla="*/ 213406 h 213428"/>
                    <a:gd name="connsiteX3" fmla="*/ -31 w 241827"/>
                    <a:gd name="connsiteY3" fmla="*/ 213406 h 213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1827" h="213428">
                      <a:moveTo>
                        <a:pt x="-31" y="-23"/>
                      </a:moveTo>
                      <a:lnTo>
                        <a:pt x="241797" y="-23"/>
                      </a:lnTo>
                      <a:lnTo>
                        <a:pt x="241797" y="213406"/>
                      </a:lnTo>
                      <a:lnTo>
                        <a:pt x="-31" y="21340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14" name="Afbeelding 213">
                  <a:extLst>
                    <a:ext uri="{FF2B5EF4-FFF2-40B4-BE49-F238E27FC236}">
                      <a16:creationId xmlns:a16="http://schemas.microsoft.com/office/drawing/2014/main" id="{167975CA-A85C-4B57-B50D-E44028FA5C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455593" y="5835142"/>
                  <a:ext cx="202345" cy="330554"/>
                </a:xfrm>
                <a:custGeom>
                  <a:avLst/>
                  <a:gdLst>
                    <a:gd name="connsiteX0" fmla="*/ -25 w 202345"/>
                    <a:gd name="connsiteY0" fmla="*/ -9 h 330554"/>
                    <a:gd name="connsiteX1" fmla="*/ 202320 w 202345"/>
                    <a:gd name="connsiteY1" fmla="*/ -9 h 330554"/>
                    <a:gd name="connsiteX2" fmla="*/ 202320 w 202345"/>
                    <a:gd name="connsiteY2" fmla="*/ 330546 h 330554"/>
                    <a:gd name="connsiteX3" fmla="*/ -25 w 202345"/>
                    <a:gd name="connsiteY3" fmla="*/ 330546 h 330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2345" h="330554">
                      <a:moveTo>
                        <a:pt x="-25" y="-9"/>
                      </a:moveTo>
                      <a:lnTo>
                        <a:pt x="202320" y="-9"/>
                      </a:lnTo>
                      <a:lnTo>
                        <a:pt x="202320" y="330546"/>
                      </a:lnTo>
                      <a:lnTo>
                        <a:pt x="-25" y="33054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15" name="Afbeelding 214">
                  <a:extLst>
                    <a:ext uri="{FF2B5EF4-FFF2-40B4-BE49-F238E27FC236}">
                      <a16:creationId xmlns:a16="http://schemas.microsoft.com/office/drawing/2014/main" id="{F52EC63A-728C-48E2-A163-84C7DB835F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598716" y="5835142"/>
                  <a:ext cx="152992" cy="174387"/>
                </a:xfrm>
                <a:custGeom>
                  <a:avLst/>
                  <a:gdLst>
                    <a:gd name="connsiteX0" fmla="*/ -4 w 152992"/>
                    <a:gd name="connsiteY0" fmla="*/ 14 h 174387"/>
                    <a:gd name="connsiteX1" fmla="*/ 152989 w 152992"/>
                    <a:gd name="connsiteY1" fmla="*/ 14 h 174387"/>
                    <a:gd name="connsiteX2" fmla="*/ 152989 w 152992"/>
                    <a:gd name="connsiteY2" fmla="*/ 174401 h 174387"/>
                    <a:gd name="connsiteX3" fmla="*/ -4 w 152992"/>
                    <a:gd name="connsiteY3" fmla="*/ 174401 h 174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992" h="174387">
                      <a:moveTo>
                        <a:pt x="-4" y="14"/>
                      </a:moveTo>
                      <a:lnTo>
                        <a:pt x="152989" y="14"/>
                      </a:lnTo>
                      <a:lnTo>
                        <a:pt x="152989" y="174401"/>
                      </a:lnTo>
                      <a:lnTo>
                        <a:pt x="-4" y="17440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16" name="Afbeelding 215">
                  <a:extLst>
                    <a:ext uri="{FF2B5EF4-FFF2-40B4-BE49-F238E27FC236}">
                      <a16:creationId xmlns:a16="http://schemas.microsoft.com/office/drawing/2014/main" id="{3D4E8C53-8798-48EB-8820-873CA15870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55593" y="5629522"/>
                  <a:ext cx="259101" cy="208223"/>
                </a:xfrm>
                <a:custGeom>
                  <a:avLst/>
                  <a:gdLst>
                    <a:gd name="connsiteX0" fmla="*/ -34 w 259101"/>
                    <a:gd name="connsiteY0" fmla="*/ -10 h 208223"/>
                    <a:gd name="connsiteX1" fmla="*/ 259067 w 259101"/>
                    <a:gd name="connsiteY1" fmla="*/ -10 h 208223"/>
                    <a:gd name="connsiteX2" fmla="*/ 259067 w 259101"/>
                    <a:gd name="connsiteY2" fmla="*/ 208213 h 208223"/>
                    <a:gd name="connsiteX3" fmla="*/ -34 w 259101"/>
                    <a:gd name="connsiteY3" fmla="*/ 208213 h 2082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101" h="208223">
                      <a:moveTo>
                        <a:pt x="-34" y="-10"/>
                      </a:moveTo>
                      <a:lnTo>
                        <a:pt x="259067" y="-10"/>
                      </a:lnTo>
                      <a:lnTo>
                        <a:pt x="259067" y="208213"/>
                      </a:lnTo>
                      <a:lnTo>
                        <a:pt x="-34" y="208213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17" name="Afbeelding 216">
                  <a:extLst>
                    <a:ext uri="{FF2B5EF4-FFF2-40B4-BE49-F238E27FC236}">
                      <a16:creationId xmlns:a16="http://schemas.microsoft.com/office/drawing/2014/main" id="{D9DBFCB6-AD98-462C-B50C-502D61D211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754176" y="5837745"/>
                  <a:ext cx="219618" cy="325349"/>
                </a:xfrm>
                <a:custGeom>
                  <a:avLst/>
                  <a:gdLst>
                    <a:gd name="connsiteX0" fmla="*/ 1 w 219618"/>
                    <a:gd name="connsiteY0" fmla="*/ -8 h 325349"/>
                    <a:gd name="connsiteX1" fmla="*/ 219620 w 219618"/>
                    <a:gd name="connsiteY1" fmla="*/ -8 h 325349"/>
                    <a:gd name="connsiteX2" fmla="*/ 219620 w 219618"/>
                    <a:gd name="connsiteY2" fmla="*/ 325341 h 325349"/>
                    <a:gd name="connsiteX3" fmla="*/ 1 w 219618"/>
                    <a:gd name="connsiteY3" fmla="*/ 325341 h 325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9618" h="325349">
                      <a:moveTo>
                        <a:pt x="1" y="-8"/>
                      </a:moveTo>
                      <a:lnTo>
                        <a:pt x="219620" y="-8"/>
                      </a:lnTo>
                      <a:lnTo>
                        <a:pt x="219620" y="325341"/>
                      </a:lnTo>
                      <a:lnTo>
                        <a:pt x="1" y="32534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18" name="Afbeelding 217">
                  <a:extLst>
                    <a:ext uri="{FF2B5EF4-FFF2-40B4-BE49-F238E27FC236}">
                      <a16:creationId xmlns:a16="http://schemas.microsoft.com/office/drawing/2014/main" id="{5A2D3ECA-DA72-4152-B6AC-C3F0342956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23270" y="5837745"/>
                  <a:ext cx="192475" cy="106714"/>
                </a:xfrm>
                <a:custGeom>
                  <a:avLst/>
                  <a:gdLst>
                    <a:gd name="connsiteX0" fmla="*/ 12 w 192475"/>
                    <a:gd name="connsiteY0" fmla="*/ 24 h 106714"/>
                    <a:gd name="connsiteX1" fmla="*/ 192487 w 192475"/>
                    <a:gd name="connsiteY1" fmla="*/ 24 h 106714"/>
                    <a:gd name="connsiteX2" fmla="*/ 192487 w 192475"/>
                    <a:gd name="connsiteY2" fmla="*/ 106739 h 106714"/>
                    <a:gd name="connsiteX3" fmla="*/ 12 w 192475"/>
                    <a:gd name="connsiteY3" fmla="*/ 106739 h 106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475" h="106714">
                      <a:moveTo>
                        <a:pt x="12" y="24"/>
                      </a:moveTo>
                      <a:lnTo>
                        <a:pt x="192487" y="24"/>
                      </a:lnTo>
                      <a:lnTo>
                        <a:pt x="192487" y="106739"/>
                      </a:lnTo>
                      <a:lnTo>
                        <a:pt x="12" y="106739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19" name="Afbeelding 218">
                  <a:extLst>
                    <a:ext uri="{FF2B5EF4-FFF2-40B4-BE49-F238E27FC236}">
                      <a16:creationId xmlns:a16="http://schemas.microsoft.com/office/drawing/2014/main" id="{5C4DD7EC-41CE-4899-BD16-D9516D1534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719630" y="5564452"/>
                  <a:ext cx="222086" cy="275896"/>
                </a:xfrm>
                <a:custGeom>
                  <a:avLst/>
                  <a:gdLst>
                    <a:gd name="connsiteX0" fmla="*/ -3 w 222086"/>
                    <a:gd name="connsiteY0" fmla="*/ -26 h 275896"/>
                    <a:gd name="connsiteX1" fmla="*/ 222084 w 222086"/>
                    <a:gd name="connsiteY1" fmla="*/ -26 h 275896"/>
                    <a:gd name="connsiteX2" fmla="*/ 222084 w 222086"/>
                    <a:gd name="connsiteY2" fmla="*/ 275870 h 275896"/>
                    <a:gd name="connsiteX3" fmla="*/ -3 w 222086"/>
                    <a:gd name="connsiteY3" fmla="*/ 275870 h 275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2086" h="275896">
                      <a:moveTo>
                        <a:pt x="-3" y="-26"/>
                      </a:moveTo>
                      <a:lnTo>
                        <a:pt x="222084" y="-26"/>
                      </a:lnTo>
                      <a:lnTo>
                        <a:pt x="222084" y="275870"/>
                      </a:lnTo>
                      <a:lnTo>
                        <a:pt x="-3" y="275870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20" name="Afbeelding 219">
                  <a:extLst>
                    <a:ext uri="{FF2B5EF4-FFF2-40B4-BE49-F238E27FC236}">
                      <a16:creationId xmlns:a16="http://schemas.microsoft.com/office/drawing/2014/main" id="{58543D7C-A5A4-44C7-9F74-EC23F5A7CC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458061" y="6168300"/>
                  <a:ext cx="829123" cy="93700"/>
                </a:xfrm>
                <a:custGeom>
                  <a:avLst/>
                  <a:gdLst>
                    <a:gd name="connsiteX0" fmla="*/ -121 w 829123"/>
                    <a:gd name="connsiteY0" fmla="*/ 56 h 93700"/>
                    <a:gd name="connsiteX1" fmla="*/ 829002 w 829123"/>
                    <a:gd name="connsiteY1" fmla="*/ 56 h 93700"/>
                    <a:gd name="connsiteX2" fmla="*/ 829002 w 829123"/>
                    <a:gd name="connsiteY2" fmla="*/ 93757 h 93700"/>
                    <a:gd name="connsiteX3" fmla="*/ -121 w 829123"/>
                    <a:gd name="connsiteY3" fmla="*/ 93757 h 93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29123" h="93700">
                      <a:moveTo>
                        <a:pt x="-121" y="56"/>
                      </a:moveTo>
                      <a:lnTo>
                        <a:pt x="829002" y="56"/>
                      </a:lnTo>
                      <a:lnTo>
                        <a:pt x="829002" y="93757"/>
                      </a:lnTo>
                      <a:lnTo>
                        <a:pt x="-121" y="93757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21" name="Afbeelding 220">
                  <a:extLst>
                    <a:ext uri="{FF2B5EF4-FFF2-40B4-BE49-F238E27FC236}">
                      <a16:creationId xmlns:a16="http://schemas.microsoft.com/office/drawing/2014/main" id="{EC81F282-2565-4A94-934E-75DF4B5EF2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028083" y="5957474"/>
                  <a:ext cx="259101" cy="208223"/>
                </a:xfrm>
                <a:custGeom>
                  <a:avLst/>
                  <a:gdLst>
                    <a:gd name="connsiteX0" fmla="*/ 22 w 259101"/>
                    <a:gd name="connsiteY0" fmla="*/ 20 h 208223"/>
                    <a:gd name="connsiteX1" fmla="*/ 259123 w 259101"/>
                    <a:gd name="connsiteY1" fmla="*/ 20 h 208223"/>
                    <a:gd name="connsiteX2" fmla="*/ 259123 w 259101"/>
                    <a:gd name="connsiteY2" fmla="*/ 208244 h 208223"/>
                    <a:gd name="connsiteX3" fmla="*/ 22 w 259101"/>
                    <a:gd name="connsiteY3" fmla="*/ 208244 h 2082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101" h="208223">
                      <a:moveTo>
                        <a:pt x="22" y="20"/>
                      </a:moveTo>
                      <a:lnTo>
                        <a:pt x="259123" y="20"/>
                      </a:lnTo>
                      <a:lnTo>
                        <a:pt x="259123" y="208244"/>
                      </a:lnTo>
                      <a:lnTo>
                        <a:pt x="22" y="208244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22" name="Afbeelding 221">
                  <a:extLst>
                    <a:ext uri="{FF2B5EF4-FFF2-40B4-BE49-F238E27FC236}">
                      <a16:creationId xmlns:a16="http://schemas.microsoft.com/office/drawing/2014/main" id="{63DA606C-7FD7-4408-A870-178CD97B43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035486" y="5829937"/>
                  <a:ext cx="239360" cy="213428"/>
                </a:xfrm>
                <a:custGeom>
                  <a:avLst/>
                  <a:gdLst>
                    <a:gd name="connsiteX0" fmla="*/ 26 w 239360"/>
                    <a:gd name="connsiteY0" fmla="*/ 8 h 213428"/>
                    <a:gd name="connsiteX1" fmla="*/ 239386 w 239360"/>
                    <a:gd name="connsiteY1" fmla="*/ 8 h 213428"/>
                    <a:gd name="connsiteX2" fmla="*/ 239386 w 239360"/>
                    <a:gd name="connsiteY2" fmla="*/ 213437 h 213428"/>
                    <a:gd name="connsiteX3" fmla="*/ 26 w 239360"/>
                    <a:gd name="connsiteY3" fmla="*/ 213437 h 213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9360" h="213428">
                      <a:moveTo>
                        <a:pt x="26" y="8"/>
                      </a:moveTo>
                      <a:lnTo>
                        <a:pt x="239386" y="8"/>
                      </a:lnTo>
                      <a:lnTo>
                        <a:pt x="239386" y="213437"/>
                      </a:lnTo>
                      <a:lnTo>
                        <a:pt x="26" y="213437"/>
                      </a:lnTo>
                      <a:close/>
                    </a:path>
                  </a:pathLst>
                </a:custGeom>
              </p:spPr>
            </p:pic>
            <p:grpSp>
              <p:nvGrpSpPr>
                <p:cNvPr id="223" name="Graphic 61">
                  <a:extLst>
                    <a:ext uri="{FF2B5EF4-FFF2-40B4-BE49-F238E27FC236}">
                      <a16:creationId xmlns:a16="http://schemas.microsoft.com/office/drawing/2014/main" id="{4489CA27-F6A1-4984-B1F2-0A06B46DDCE9}"/>
                    </a:ext>
                  </a:extLst>
                </p:cNvPr>
                <p:cNvGrpSpPr/>
                <p:nvPr/>
              </p:nvGrpSpPr>
              <p:grpSpPr>
                <a:xfrm>
                  <a:off x="10393903" y="5408285"/>
                  <a:ext cx="969778" cy="1054130"/>
                  <a:chOff x="10393903" y="5408285"/>
                  <a:chExt cx="969778" cy="1054130"/>
                </a:xfrm>
                <a:solidFill>
                  <a:srgbClr val="F18A00"/>
                </a:solidFill>
              </p:grpSpPr>
              <p:pic>
                <p:nvPicPr>
                  <p:cNvPr id="230" name="Afbeelding 229">
                    <a:extLst>
                      <a:ext uri="{FF2B5EF4-FFF2-40B4-BE49-F238E27FC236}">
                        <a16:creationId xmlns:a16="http://schemas.microsoft.com/office/drawing/2014/main" id="{C5C27849-A28A-40A3-9765-29F973B7C7A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5">
                    <a:alphaModFix amt="5000"/>
                  </a:blip>
                  <a:stretch>
                    <a:fillRect/>
                  </a:stretch>
                </p:blipFill>
                <p:spPr>
                  <a:xfrm>
                    <a:off x="10393903" y="5408285"/>
                    <a:ext cx="969778" cy="1054130"/>
                  </a:xfrm>
                  <a:custGeom>
                    <a:avLst/>
                    <a:gdLst>
                      <a:gd name="connsiteX0" fmla="*/ -149 w 969778"/>
                      <a:gd name="connsiteY0" fmla="*/ -154 h 1054130"/>
                      <a:gd name="connsiteX1" fmla="*/ 969629 w 969778"/>
                      <a:gd name="connsiteY1" fmla="*/ -154 h 1054130"/>
                      <a:gd name="connsiteX2" fmla="*/ 969629 w 969778"/>
                      <a:gd name="connsiteY2" fmla="*/ 1053977 h 1054130"/>
                      <a:gd name="connsiteX3" fmla="*/ -149 w 969778"/>
                      <a:gd name="connsiteY3" fmla="*/ 1053977 h 10541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69778" h="1054130">
                        <a:moveTo>
                          <a:pt x="-149" y="-154"/>
                        </a:moveTo>
                        <a:lnTo>
                          <a:pt x="969629" y="-154"/>
                        </a:lnTo>
                        <a:lnTo>
                          <a:pt x="969629" y="1053977"/>
                        </a:lnTo>
                        <a:lnTo>
                          <a:pt x="-149" y="1053977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231" name="Vrije vorm: vorm 230">
                    <a:extLst>
                      <a:ext uri="{FF2B5EF4-FFF2-40B4-BE49-F238E27FC236}">
                        <a16:creationId xmlns:a16="http://schemas.microsoft.com/office/drawing/2014/main" id="{8AECEAE3-B2F5-48DB-8A6F-80DA32DDFC9E}"/>
                      </a:ext>
                    </a:extLst>
                  </p:cNvPr>
                  <p:cNvSpPr/>
                  <p:nvPr/>
                </p:nvSpPr>
                <p:spPr>
                  <a:xfrm>
                    <a:off x="10417859" y="5427263"/>
                    <a:ext cx="920323" cy="997629"/>
                  </a:xfrm>
                  <a:custGeom>
                    <a:avLst/>
                    <a:gdLst>
                      <a:gd name="connsiteX0" fmla="*/ 852772 w 920323"/>
                      <a:gd name="connsiteY0" fmla="*/ 0 h 997629"/>
                      <a:gd name="connsiteX1" fmla="*/ 64981 w 920323"/>
                      <a:gd name="connsiteY1" fmla="*/ 2386 h 997629"/>
                      <a:gd name="connsiteX2" fmla="*/ 0 w 920323"/>
                      <a:gd name="connsiteY2" fmla="*/ 68866 h 997629"/>
                      <a:gd name="connsiteX3" fmla="*/ 2262 w 920323"/>
                      <a:gd name="connsiteY3" fmla="*/ 931475 h 997629"/>
                      <a:gd name="connsiteX4" fmla="*/ 67552 w 920323"/>
                      <a:gd name="connsiteY4" fmla="*/ 997629 h 997629"/>
                      <a:gd name="connsiteX5" fmla="*/ 855342 w 920323"/>
                      <a:gd name="connsiteY5" fmla="*/ 995243 h 997629"/>
                      <a:gd name="connsiteX6" fmla="*/ 920323 w 920323"/>
                      <a:gd name="connsiteY6" fmla="*/ 928763 h 997629"/>
                      <a:gd name="connsiteX7" fmla="*/ 918061 w 920323"/>
                      <a:gd name="connsiteY7" fmla="*/ 66155 h 997629"/>
                      <a:gd name="connsiteX8" fmla="*/ 852772 w 920323"/>
                      <a:gd name="connsiteY8" fmla="*/ 0 h 997629"/>
                      <a:gd name="connsiteX9" fmla="*/ 502985 w 920323"/>
                      <a:gd name="connsiteY9" fmla="*/ 536392 h 997629"/>
                      <a:gd name="connsiteX10" fmla="*/ 529204 w 920323"/>
                      <a:gd name="connsiteY10" fmla="*/ 562529 h 997629"/>
                      <a:gd name="connsiteX11" fmla="*/ 503088 w 920323"/>
                      <a:gd name="connsiteY11" fmla="*/ 589208 h 997629"/>
                      <a:gd name="connsiteX12" fmla="*/ 413842 w 920323"/>
                      <a:gd name="connsiteY12" fmla="*/ 589424 h 997629"/>
                      <a:gd name="connsiteX13" fmla="*/ 414048 w 920323"/>
                      <a:gd name="connsiteY13" fmla="*/ 671304 h 997629"/>
                      <a:gd name="connsiteX14" fmla="*/ 388343 w 920323"/>
                      <a:gd name="connsiteY14" fmla="*/ 697983 h 997629"/>
                      <a:gd name="connsiteX15" fmla="*/ 362125 w 920323"/>
                      <a:gd name="connsiteY15" fmla="*/ 671412 h 997629"/>
                      <a:gd name="connsiteX16" fmla="*/ 361611 w 920323"/>
                      <a:gd name="connsiteY16" fmla="*/ 454947 h 997629"/>
                      <a:gd name="connsiteX17" fmla="*/ 387726 w 920323"/>
                      <a:gd name="connsiteY17" fmla="*/ 428268 h 997629"/>
                      <a:gd name="connsiteX18" fmla="*/ 413534 w 920323"/>
                      <a:gd name="connsiteY18" fmla="*/ 454838 h 997629"/>
                      <a:gd name="connsiteX19" fmla="*/ 413739 w 920323"/>
                      <a:gd name="connsiteY19" fmla="*/ 536718 h 997629"/>
                      <a:gd name="connsiteX20" fmla="*/ 502985 w 920323"/>
                      <a:gd name="connsiteY20" fmla="*/ 536392 h 997629"/>
                      <a:gd name="connsiteX21" fmla="*/ 544112 w 920323"/>
                      <a:gd name="connsiteY21" fmla="*/ 480866 h 997629"/>
                      <a:gd name="connsiteX22" fmla="*/ 456306 w 920323"/>
                      <a:gd name="connsiteY22" fmla="*/ 481083 h 997629"/>
                      <a:gd name="connsiteX23" fmla="*/ 430087 w 920323"/>
                      <a:gd name="connsiteY23" fmla="*/ 454513 h 997629"/>
                      <a:gd name="connsiteX24" fmla="*/ 456203 w 920323"/>
                      <a:gd name="connsiteY24" fmla="*/ 428160 h 997629"/>
                      <a:gd name="connsiteX25" fmla="*/ 544010 w 920323"/>
                      <a:gd name="connsiteY25" fmla="*/ 427943 h 997629"/>
                      <a:gd name="connsiteX26" fmla="*/ 570228 w 920323"/>
                      <a:gd name="connsiteY26" fmla="*/ 454079 h 997629"/>
                      <a:gd name="connsiteX27" fmla="*/ 544112 w 920323"/>
                      <a:gd name="connsiteY27" fmla="*/ 480866 h 997629"/>
                      <a:gd name="connsiteX28" fmla="*/ 570845 w 920323"/>
                      <a:gd name="connsiteY28" fmla="*/ 671738 h 997629"/>
                      <a:gd name="connsiteX29" fmla="*/ 544729 w 920323"/>
                      <a:gd name="connsiteY29" fmla="*/ 698416 h 997629"/>
                      <a:gd name="connsiteX30" fmla="*/ 456923 w 920323"/>
                      <a:gd name="connsiteY30" fmla="*/ 698633 h 997629"/>
                      <a:gd name="connsiteX31" fmla="*/ 430704 w 920323"/>
                      <a:gd name="connsiteY31" fmla="*/ 672063 h 997629"/>
                      <a:gd name="connsiteX32" fmla="*/ 456820 w 920323"/>
                      <a:gd name="connsiteY32" fmla="*/ 645710 h 997629"/>
                      <a:gd name="connsiteX33" fmla="*/ 544627 w 920323"/>
                      <a:gd name="connsiteY33" fmla="*/ 645493 h 997629"/>
                      <a:gd name="connsiteX34" fmla="*/ 570845 w 920323"/>
                      <a:gd name="connsiteY34" fmla="*/ 671738 h 997629"/>
                      <a:gd name="connsiteX35" fmla="*/ 825833 w 920323"/>
                      <a:gd name="connsiteY35" fmla="*/ 759690 h 997629"/>
                      <a:gd name="connsiteX36" fmla="*/ 843107 w 920323"/>
                      <a:gd name="connsiteY36" fmla="*/ 777151 h 997629"/>
                      <a:gd name="connsiteX37" fmla="*/ 825936 w 920323"/>
                      <a:gd name="connsiteY37" fmla="*/ 794720 h 997629"/>
                      <a:gd name="connsiteX38" fmla="*/ 81946 w 920323"/>
                      <a:gd name="connsiteY38" fmla="*/ 796889 h 997629"/>
                      <a:gd name="connsiteX39" fmla="*/ 64673 w 920323"/>
                      <a:gd name="connsiteY39" fmla="*/ 779428 h 997629"/>
                      <a:gd name="connsiteX40" fmla="*/ 81843 w 920323"/>
                      <a:gd name="connsiteY40" fmla="*/ 761859 h 997629"/>
                      <a:gd name="connsiteX41" fmla="*/ 825833 w 920323"/>
                      <a:gd name="connsiteY41" fmla="*/ 759690 h 997629"/>
                      <a:gd name="connsiteX42" fmla="*/ 841565 w 920323"/>
                      <a:gd name="connsiteY42" fmla="*/ 619140 h 997629"/>
                      <a:gd name="connsiteX43" fmla="*/ 746150 w 920323"/>
                      <a:gd name="connsiteY43" fmla="*/ 701995 h 997629"/>
                      <a:gd name="connsiteX44" fmla="*/ 645491 w 920323"/>
                      <a:gd name="connsiteY44" fmla="*/ 666207 h 997629"/>
                      <a:gd name="connsiteX45" fmla="*/ 635723 w 920323"/>
                      <a:gd name="connsiteY45" fmla="*/ 646577 h 997629"/>
                      <a:gd name="connsiteX46" fmla="*/ 659885 w 920323"/>
                      <a:gd name="connsiteY46" fmla="*/ 621417 h 997629"/>
                      <a:gd name="connsiteX47" fmla="*/ 675617 w 920323"/>
                      <a:gd name="connsiteY47" fmla="*/ 627490 h 997629"/>
                      <a:gd name="connsiteX48" fmla="*/ 746972 w 920323"/>
                      <a:gd name="connsiteY48" fmla="*/ 654494 h 997629"/>
                      <a:gd name="connsiteX49" fmla="*/ 791492 w 920323"/>
                      <a:gd name="connsiteY49" fmla="*/ 622285 h 997629"/>
                      <a:gd name="connsiteX50" fmla="*/ 791492 w 920323"/>
                      <a:gd name="connsiteY50" fmla="*/ 621526 h 997629"/>
                      <a:gd name="connsiteX51" fmla="*/ 776892 w 920323"/>
                      <a:gd name="connsiteY51" fmla="*/ 597667 h 997629"/>
                      <a:gd name="connsiteX52" fmla="*/ 776275 w 920323"/>
                      <a:gd name="connsiteY52" fmla="*/ 597341 h 997629"/>
                      <a:gd name="connsiteX53" fmla="*/ 760544 w 920323"/>
                      <a:gd name="connsiteY53" fmla="*/ 579339 h 997629"/>
                      <a:gd name="connsiteX54" fmla="*/ 778743 w 920323"/>
                      <a:gd name="connsiteY54" fmla="*/ 548864 h 997629"/>
                      <a:gd name="connsiteX55" fmla="*/ 794371 w 920323"/>
                      <a:gd name="connsiteY55" fmla="*/ 549732 h 997629"/>
                      <a:gd name="connsiteX56" fmla="*/ 794371 w 920323"/>
                      <a:gd name="connsiteY56" fmla="*/ 549732 h 997629"/>
                      <a:gd name="connsiteX57" fmla="*/ 841462 w 920323"/>
                      <a:gd name="connsiteY57" fmla="*/ 618272 h 997629"/>
                      <a:gd name="connsiteX58" fmla="*/ 841565 w 920323"/>
                      <a:gd name="connsiteY58" fmla="*/ 619140 h 997629"/>
                      <a:gd name="connsiteX59" fmla="*/ 725894 w 920323"/>
                      <a:gd name="connsiteY59" fmla="*/ 529669 h 997629"/>
                      <a:gd name="connsiteX60" fmla="*/ 725997 w 920323"/>
                      <a:gd name="connsiteY60" fmla="*/ 529777 h 997629"/>
                      <a:gd name="connsiteX61" fmla="*/ 743373 w 920323"/>
                      <a:gd name="connsiteY61" fmla="*/ 545719 h 997629"/>
                      <a:gd name="connsiteX62" fmla="*/ 728773 w 920323"/>
                      <a:gd name="connsiteY62" fmla="*/ 577712 h 997629"/>
                      <a:gd name="connsiteX63" fmla="*/ 713351 w 920323"/>
                      <a:gd name="connsiteY63" fmla="*/ 578579 h 997629"/>
                      <a:gd name="connsiteX64" fmla="*/ 713351 w 920323"/>
                      <a:gd name="connsiteY64" fmla="*/ 578688 h 997629"/>
                      <a:gd name="connsiteX65" fmla="*/ 643126 w 920323"/>
                      <a:gd name="connsiteY65" fmla="*/ 500713 h 997629"/>
                      <a:gd name="connsiteX66" fmla="*/ 643126 w 920323"/>
                      <a:gd name="connsiteY66" fmla="*/ 499953 h 997629"/>
                      <a:gd name="connsiteX67" fmla="*/ 735354 w 920323"/>
                      <a:gd name="connsiteY67" fmla="*/ 419701 h 997629"/>
                      <a:gd name="connsiteX68" fmla="*/ 820898 w 920323"/>
                      <a:gd name="connsiteY68" fmla="*/ 446488 h 997629"/>
                      <a:gd name="connsiteX69" fmla="*/ 831488 w 920323"/>
                      <a:gd name="connsiteY69" fmla="*/ 466876 h 997629"/>
                      <a:gd name="connsiteX70" fmla="*/ 807326 w 920323"/>
                      <a:gd name="connsiteY70" fmla="*/ 491603 h 997629"/>
                      <a:gd name="connsiteX71" fmla="*/ 792829 w 920323"/>
                      <a:gd name="connsiteY71" fmla="*/ 487048 h 997629"/>
                      <a:gd name="connsiteX72" fmla="*/ 734737 w 920323"/>
                      <a:gd name="connsiteY72" fmla="*/ 467202 h 997629"/>
                      <a:gd name="connsiteX73" fmla="*/ 692684 w 920323"/>
                      <a:gd name="connsiteY73" fmla="*/ 497242 h 997629"/>
                      <a:gd name="connsiteX74" fmla="*/ 692684 w 920323"/>
                      <a:gd name="connsiteY74" fmla="*/ 498001 h 997629"/>
                      <a:gd name="connsiteX75" fmla="*/ 725894 w 920323"/>
                      <a:gd name="connsiteY75" fmla="*/ 529669 h 997629"/>
                      <a:gd name="connsiteX76" fmla="*/ 745635 w 920323"/>
                      <a:gd name="connsiteY76" fmla="*/ 171242 h 997629"/>
                      <a:gd name="connsiteX77" fmla="*/ 783164 w 920323"/>
                      <a:gd name="connsiteY77" fmla="*/ 118319 h 997629"/>
                      <a:gd name="connsiteX78" fmla="*/ 811131 w 920323"/>
                      <a:gd name="connsiteY78" fmla="*/ 100533 h 997629"/>
                      <a:gd name="connsiteX79" fmla="*/ 839611 w 920323"/>
                      <a:gd name="connsiteY79" fmla="*/ 129381 h 997629"/>
                      <a:gd name="connsiteX80" fmla="*/ 832105 w 920323"/>
                      <a:gd name="connsiteY80" fmla="*/ 150203 h 997629"/>
                      <a:gd name="connsiteX81" fmla="*/ 794577 w 920323"/>
                      <a:gd name="connsiteY81" fmla="*/ 203127 h 997629"/>
                      <a:gd name="connsiteX82" fmla="*/ 766610 w 920323"/>
                      <a:gd name="connsiteY82" fmla="*/ 220912 h 997629"/>
                      <a:gd name="connsiteX83" fmla="*/ 738130 w 920323"/>
                      <a:gd name="connsiteY83" fmla="*/ 192065 h 997629"/>
                      <a:gd name="connsiteX84" fmla="*/ 745635 w 920323"/>
                      <a:gd name="connsiteY84" fmla="*/ 171242 h 997629"/>
                      <a:gd name="connsiteX85" fmla="*/ 624105 w 920323"/>
                      <a:gd name="connsiteY85" fmla="*/ 101401 h 997629"/>
                      <a:gd name="connsiteX86" fmla="*/ 652997 w 920323"/>
                      <a:gd name="connsiteY86" fmla="*/ 119403 h 997629"/>
                      <a:gd name="connsiteX87" fmla="*/ 746664 w 920323"/>
                      <a:gd name="connsiteY87" fmla="*/ 255833 h 997629"/>
                      <a:gd name="connsiteX88" fmla="*/ 746869 w 920323"/>
                      <a:gd name="connsiteY88" fmla="*/ 345955 h 997629"/>
                      <a:gd name="connsiteX89" fmla="*/ 717772 w 920323"/>
                      <a:gd name="connsiteY89" fmla="*/ 375779 h 997629"/>
                      <a:gd name="connsiteX90" fmla="*/ 688469 w 920323"/>
                      <a:gd name="connsiteY90" fmla="*/ 346172 h 997629"/>
                      <a:gd name="connsiteX91" fmla="*/ 688263 w 920323"/>
                      <a:gd name="connsiteY91" fmla="*/ 269389 h 997629"/>
                      <a:gd name="connsiteX92" fmla="*/ 602205 w 920323"/>
                      <a:gd name="connsiteY92" fmla="*/ 151179 h 997629"/>
                      <a:gd name="connsiteX93" fmla="*/ 594904 w 920323"/>
                      <a:gd name="connsiteY93" fmla="*/ 129923 h 997629"/>
                      <a:gd name="connsiteX94" fmla="*/ 624105 w 920323"/>
                      <a:gd name="connsiteY94" fmla="*/ 101401 h 997629"/>
                      <a:gd name="connsiteX95" fmla="*/ 467410 w 920323"/>
                      <a:gd name="connsiteY95" fmla="*/ 84808 h 997629"/>
                      <a:gd name="connsiteX96" fmla="*/ 490133 w 920323"/>
                      <a:gd name="connsiteY96" fmla="*/ 101184 h 997629"/>
                      <a:gd name="connsiteX97" fmla="*/ 490442 w 920323"/>
                      <a:gd name="connsiteY97" fmla="*/ 102051 h 997629"/>
                      <a:gd name="connsiteX98" fmla="*/ 599429 w 920323"/>
                      <a:gd name="connsiteY98" fmla="*/ 342376 h 997629"/>
                      <a:gd name="connsiteX99" fmla="*/ 602102 w 920323"/>
                      <a:gd name="connsiteY99" fmla="*/ 353763 h 997629"/>
                      <a:gd name="connsiteX100" fmla="*/ 579173 w 920323"/>
                      <a:gd name="connsiteY100" fmla="*/ 377297 h 997629"/>
                      <a:gd name="connsiteX101" fmla="*/ 556451 w 920323"/>
                      <a:gd name="connsiteY101" fmla="*/ 360921 h 997629"/>
                      <a:gd name="connsiteX102" fmla="*/ 447155 w 920323"/>
                      <a:gd name="connsiteY102" fmla="*/ 119620 h 997629"/>
                      <a:gd name="connsiteX103" fmla="*/ 444482 w 920323"/>
                      <a:gd name="connsiteY103" fmla="*/ 108233 h 997629"/>
                      <a:gd name="connsiteX104" fmla="*/ 467410 w 920323"/>
                      <a:gd name="connsiteY104" fmla="*/ 84808 h 997629"/>
                      <a:gd name="connsiteX105" fmla="*/ 329120 w 920323"/>
                      <a:gd name="connsiteY105" fmla="*/ 343244 h 997629"/>
                      <a:gd name="connsiteX106" fmla="*/ 406234 w 920323"/>
                      <a:gd name="connsiteY106" fmla="*/ 171242 h 997629"/>
                      <a:gd name="connsiteX107" fmla="*/ 406439 w 920323"/>
                      <a:gd name="connsiteY107" fmla="*/ 170483 h 997629"/>
                      <a:gd name="connsiteX108" fmla="*/ 429059 w 920323"/>
                      <a:gd name="connsiteY108" fmla="*/ 153999 h 997629"/>
                      <a:gd name="connsiteX109" fmla="*/ 452193 w 920323"/>
                      <a:gd name="connsiteY109" fmla="*/ 177316 h 997629"/>
                      <a:gd name="connsiteX110" fmla="*/ 449623 w 920323"/>
                      <a:gd name="connsiteY110" fmla="*/ 188486 h 997629"/>
                      <a:gd name="connsiteX111" fmla="*/ 418572 w 920323"/>
                      <a:gd name="connsiteY111" fmla="*/ 257568 h 997629"/>
                      <a:gd name="connsiteX112" fmla="*/ 474093 w 920323"/>
                      <a:gd name="connsiteY112" fmla="*/ 257351 h 997629"/>
                      <a:gd name="connsiteX113" fmla="*/ 497433 w 920323"/>
                      <a:gd name="connsiteY113" fmla="*/ 280993 h 997629"/>
                      <a:gd name="connsiteX114" fmla="*/ 474196 w 920323"/>
                      <a:gd name="connsiteY114" fmla="*/ 304744 h 997629"/>
                      <a:gd name="connsiteX115" fmla="*/ 397289 w 920323"/>
                      <a:gd name="connsiteY115" fmla="*/ 304961 h 997629"/>
                      <a:gd name="connsiteX116" fmla="*/ 372201 w 920323"/>
                      <a:gd name="connsiteY116" fmla="*/ 361138 h 997629"/>
                      <a:gd name="connsiteX117" fmla="*/ 349581 w 920323"/>
                      <a:gd name="connsiteY117" fmla="*/ 377514 h 997629"/>
                      <a:gd name="connsiteX118" fmla="*/ 326447 w 920323"/>
                      <a:gd name="connsiteY118" fmla="*/ 354197 h 997629"/>
                      <a:gd name="connsiteX119" fmla="*/ 329120 w 920323"/>
                      <a:gd name="connsiteY119" fmla="*/ 343244 h 997629"/>
                      <a:gd name="connsiteX120" fmla="*/ 306809 w 920323"/>
                      <a:gd name="connsiteY120" fmla="*/ 454621 h 997629"/>
                      <a:gd name="connsiteX121" fmla="*/ 299303 w 920323"/>
                      <a:gd name="connsiteY121" fmla="*/ 475444 h 997629"/>
                      <a:gd name="connsiteX122" fmla="*/ 261775 w 920323"/>
                      <a:gd name="connsiteY122" fmla="*/ 528367 h 997629"/>
                      <a:gd name="connsiteX123" fmla="*/ 233808 w 920323"/>
                      <a:gd name="connsiteY123" fmla="*/ 546153 h 997629"/>
                      <a:gd name="connsiteX124" fmla="*/ 205328 w 920323"/>
                      <a:gd name="connsiteY124" fmla="*/ 517305 h 997629"/>
                      <a:gd name="connsiteX125" fmla="*/ 212833 w 920323"/>
                      <a:gd name="connsiteY125" fmla="*/ 496483 h 997629"/>
                      <a:gd name="connsiteX126" fmla="*/ 250362 w 920323"/>
                      <a:gd name="connsiteY126" fmla="*/ 443560 h 997629"/>
                      <a:gd name="connsiteX127" fmla="*/ 278328 w 920323"/>
                      <a:gd name="connsiteY127" fmla="*/ 425774 h 997629"/>
                      <a:gd name="connsiteX128" fmla="*/ 306809 w 920323"/>
                      <a:gd name="connsiteY128" fmla="*/ 454621 h 997629"/>
                      <a:gd name="connsiteX129" fmla="*/ 71562 w 920323"/>
                      <a:gd name="connsiteY129" fmla="*/ 172218 h 997629"/>
                      <a:gd name="connsiteX130" fmla="*/ 163789 w 920323"/>
                      <a:gd name="connsiteY130" fmla="*/ 91966 h 997629"/>
                      <a:gd name="connsiteX131" fmla="*/ 249334 w 920323"/>
                      <a:gd name="connsiteY131" fmla="*/ 118753 h 997629"/>
                      <a:gd name="connsiteX132" fmla="*/ 259924 w 920323"/>
                      <a:gd name="connsiteY132" fmla="*/ 139141 h 997629"/>
                      <a:gd name="connsiteX133" fmla="*/ 235762 w 920323"/>
                      <a:gd name="connsiteY133" fmla="*/ 163868 h 997629"/>
                      <a:gd name="connsiteX134" fmla="*/ 221264 w 920323"/>
                      <a:gd name="connsiteY134" fmla="*/ 159313 h 997629"/>
                      <a:gd name="connsiteX135" fmla="*/ 163172 w 920323"/>
                      <a:gd name="connsiteY135" fmla="*/ 139467 h 997629"/>
                      <a:gd name="connsiteX136" fmla="*/ 121120 w 920323"/>
                      <a:gd name="connsiteY136" fmla="*/ 169507 h 997629"/>
                      <a:gd name="connsiteX137" fmla="*/ 121120 w 920323"/>
                      <a:gd name="connsiteY137" fmla="*/ 170266 h 997629"/>
                      <a:gd name="connsiteX138" fmla="*/ 154330 w 920323"/>
                      <a:gd name="connsiteY138" fmla="*/ 201934 h 997629"/>
                      <a:gd name="connsiteX139" fmla="*/ 154433 w 920323"/>
                      <a:gd name="connsiteY139" fmla="*/ 202042 h 997629"/>
                      <a:gd name="connsiteX140" fmla="*/ 171809 w 920323"/>
                      <a:gd name="connsiteY140" fmla="*/ 217984 h 997629"/>
                      <a:gd name="connsiteX141" fmla="*/ 157209 w 920323"/>
                      <a:gd name="connsiteY141" fmla="*/ 249977 h 997629"/>
                      <a:gd name="connsiteX142" fmla="*/ 141786 w 920323"/>
                      <a:gd name="connsiteY142" fmla="*/ 250844 h 997629"/>
                      <a:gd name="connsiteX143" fmla="*/ 141786 w 920323"/>
                      <a:gd name="connsiteY143" fmla="*/ 250844 h 997629"/>
                      <a:gd name="connsiteX144" fmla="*/ 71562 w 920323"/>
                      <a:gd name="connsiteY144" fmla="*/ 172869 h 997629"/>
                      <a:gd name="connsiteX145" fmla="*/ 71562 w 920323"/>
                      <a:gd name="connsiteY145" fmla="*/ 172218 h 997629"/>
                      <a:gd name="connsiteX146" fmla="*/ 88321 w 920323"/>
                      <a:gd name="connsiteY146" fmla="*/ 293465 h 997629"/>
                      <a:gd name="connsiteX147" fmla="*/ 104052 w 920323"/>
                      <a:gd name="connsiteY147" fmla="*/ 299538 h 997629"/>
                      <a:gd name="connsiteX148" fmla="*/ 175408 w 920323"/>
                      <a:gd name="connsiteY148" fmla="*/ 326542 h 997629"/>
                      <a:gd name="connsiteX149" fmla="*/ 219928 w 920323"/>
                      <a:gd name="connsiteY149" fmla="*/ 294333 h 997629"/>
                      <a:gd name="connsiteX150" fmla="*/ 219928 w 920323"/>
                      <a:gd name="connsiteY150" fmla="*/ 293574 h 997629"/>
                      <a:gd name="connsiteX151" fmla="*/ 205328 w 920323"/>
                      <a:gd name="connsiteY151" fmla="*/ 269715 h 997629"/>
                      <a:gd name="connsiteX152" fmla="*/ 204711 w 920323"/>
                      <a:gd name="connsiteY152" fmla="*/ 269389 h 997629"/>
                      <a:gd name="connsiteX153" fmla="*/ 188980 w 920323"/>
                      <a:gd name="connsiteY153" fmla="*/ 251387 h 997629"/>
                      <a:gd name="connsiteX154" fmla="*/ 207178 w 920323"/>
                      <a:gd name="connsiteY154" fmla="*/ 220912 h 997629"/>
                      <a:gd name="connsiteX155" fmla="*/ 222807 w 920323"/>
                      <a:gd name="connsiteY155" fmla="*/ 221780 h 997629"/>
                      <a:gd name="connsiteX156" fmla="*/ 222807 w 920323"/>
                      <a:gd name="connsiteY156" fmla="*/ 221780 h 997629"/>
                      <a:gd name="connsiteX157" fmla="*/ 269897 w 920323"/>
                      <a:gd name="connsiteY157" fmla="*/ 290320 h 997629"/>
                      <a:gd name="connsiteX158" fmla="*/ 269897 w 920323"/>
                      <a:gd name="connsiteY158" fmla="*/ 291079 h 997629"/>
                      <a:gd name="connsiteX159" fmla="*/ 174482 w 920323"/>
                      <a:gd name="connsiteY159" fmla="*/ 373935 h 997629"/>
                      <a:gd name="connsiteX160" fmla="*/ 73824 w 920323"/>
                      <a:gd name="connsiteY160" fmla="*/ 338146 h 997629"/>
                      <a:gd name="connsiteX161" fmla="*/ 64056 w 920323"/>
                      <a:gd name="connsiteY161" fmla="*/ 318517 h 997629"/>
                      <a:gd name="connsiteX162" fmla="*/ 88321 w 920323"/>
                      <a:gd name="connsiteY162" fmla="*/ 293465 h 997629"/>
                      <a:gd name="connsiteX163" fmla="*/ 91303 w 920323"/>
                      <a:gd name="connsiteY163" fmla="*/ 426750 h 997629"/>
                      <a:gd name="connsiteX164" fmla="*/ 120194 w 920323"/>
                      <a:gd name="connsiteY164" fmla="*/ 444752 h 997629"/>
                      <a:gd name="connsiteX165" fmla="*/ 213861 w 920323"/>
                      <a:gd name="connsiteY165" fmla="*/ 581182 h 997629"/>
                      <a:gd name="connsiteX166" fmla="*/ 214067 w 920323"/>
                      <a:gd name="connsiteY166" fmla="*/ 671304 h 997629"/>
                      <a:gd name="connsiteX167" fmla="*/ 184970 w 920323"/>
                      <a:gd name="connsiteY167" fmla="*/ 701128 h 997629"/>
                      <a:gd name="connsiteX168" fmla="*/ 155667 w 920323"/>
                      <a:gd name="connsiteY168" fmla="*/ 671521 h 997629"/>
                      <a:gd name="connsiteX169" fmla="*/ 155461 w 920323"/>
                      <a:gd name="connsiteY169" fmla="*/ 594738 h 997629"/>
                      <a:gd name="connsiteX170" fmla="*/ 69402 w 920323"/>
                      <a:gd name="connsiteY170" fmla="*/ 476528 h 997629"/>
                      <a:gd name="connsiteX171" fmla="*/ 62102 w 920323"/>
                      <a:gd name="connsiteY171" fmla="*/ 455272 h 997629"/>
                      <a:gd name="connsiteX172" fmla="*/ 91303 w 920323"/>
                      <a:gd name="connsiteY172" fmla="*/ 426750 h 997629"/>
                      <a:gd name="connsiteX173" fmla="*/ 130785 w 920323"/>
                      <a:gd name="connsiteY173" fmla="*/ 872912 h 997629"/>
                      <a:gd name="connsiteX174" fmla="*/ 113306 w 920323"/>
                      <a:gd name="connsiteY174" fmla="*/ 872912 h 997629"/>
                      <a:gd name="connsiteX175" fmla="*/ 113511 w 920323"/>
                      <a:gd name="connsiteY175" fmla="*/ 934294 h 997629"/>
                      <a:gd name="connsiteX176" fmla="*/ 102715 w 920323"/>
                      <a:gd name="connsiteY176" fmla="*/ 945356 h 997629"/>
                      <a:gd name="connsiteX177" fmla="*/ 91817 w 920323"/>
                      <a:gd name="connsiteY177" fmla="*/ 934294 h 997629"/>
                      <a:gd name="connsiteX178" fmla="*/ 91611 w 920323"/>
                      <a:gd name="connsiteY178" fmla="*/ 872912 h 997629"/>
                      <a:gd name="connsiteX179" fmla="*/ 74132 w 920323"/>
                      <a:gd name="connsiteY179" fmla="*/ 872912 h 997629"/>
                      <a:gd name="connsiteX180" fmla="*/ 63953 w 920323"/>
                      <a:gd name="connsiteY180" fmla="*/ 862609 h 997629"/>
                      <a:gd name="connsiteX181" fmla="*/ 74029 w 920323"/>
                      <a:gd name="connsiteY181" fmla="*/ 852306 h 997629"/>
                      <a:gd name="connsiteX182" fmla="*/ 130785 w 920323"/>
                      <a:gd name="connsiteY182" fmla="*/ 852090 h 997629"/>
                      <a:gd name="connsiteX183" fmla="*/ 140964 w 920323"/>
                      <a:gd name="connsiteY183" fmla="*/ 862392 h 997629"/>
                      <a:gd name="connsiteX184" fmla="*/ 130785 w 920323"/>
                      <a:gd name="connsiteY184" fmla="*/ 872912 h 997629"/>
                      <a:gd name="connsiteX185" fmla="*/ 199467 w 920323"/>
                      <a:gd name="connsiteY185" fmla="*/ 945899 h 997629"/>
                      <a:gd name="connsiteX186" fmla="*/ 151348 w 920323"/>
                      <a:gd name="connsiteY186" fmla="*/ 898614 h 997629"/>
                      <a:gd name="connsiteX187" fmla="*/ 199467 w 920323"/>
                      <a:gd name="connsiteY187" fmla="*/ 850571 h 997629"/>
                      <a:gd name="connsiteX188" fmla="*/ 247586 w 920323"/>
                      <a:gd name="connsiteY188" fmla="*/ 897855 h 997629"/>
                      <a:gd name="connsiteX189" fmla="*/ 199467 w 920323"/>
                      <a:gd name="connsiteY189" fmla="*/ 945899 h 997629"/>
                      <a:gd name="connsiteX190" fmla="*/ 345777 w 920323"/>
                      <a:gd name="connsiteY190" fmla="*/ 945248 h 997629"/>
                      <a:gd name="connsiteX191" fmla="*/ 311847 w 920323"/>
                      <a:gd name="connsiteY191" fmla="*/ 934294 h 997629"/>
                      <a:gd name="connsiteX192" fmla="*/ 307734 w 920323"/>
                      <a:gd name="connsiteY192" fmla="*/ 925944 h 997629"/>
                      <a:gd name="connsiteX193" fmla="*/ 317913 w 920323"/>
                      <a:gd name="connsiteY193" fmla="*/ 915641 h 997629"/>
                      <a:gd name="connsiteX194" fmla="*/ 324082 w 920323"/>
                      <a:gd name="connsiteY194" fmla="*/ 917593 h 997629"/>
                      <a:gd name="connsiteX195" fmla="*/ 345982 w 920323"/>
                      <a:gd name="connsiteY195" fmla="*/ 925402 h 997629"/>
                      <a:gd name="connsiteX196" fmla="*/ 357601 w 920323"/>
                      <a:gd name="connsiteY196" fmla="*/ 918027 h 997629"/>
                      <a:gd name="connsiteX197" fmla="*/ 340636 w 920323"/>
                      <a:gd name="connsiteY197" fmla="*/ 907507 h 997629"/>
                      <a:gd name="connsiteX198" fmla="*/ 310407 w 920323"/>
                      <a:gd name="connsiteY198" fmla="*/ 878985 h 997629"/>
                      <a:gd name="connsiteX199" fmla="*/ 342384 w 920323"/>
                      <a:gd name="connsiteY199" fmla="*/ 850354 h 997629"/>
                      <a:gd name="connsiteX200" fmla="*/ 371070 w 920323"/>
                      <a:gd name="connsiteY200" fmla="*/ 858380 h 997629"/>
                      <a:gd name="connsiteX201" fmla="*/ 375902 w 920323"/>
                      <a:gd name="connsiteY201" fmla="*/ 867164 h 997629"/>
                      <a:gd name="connsiteX202" fmla="*/ 365723 w 920323"/>
                      <a:gd name="connsiteY202" fmla="*/ 877467 h 997629"/>
                      <a:gd name="connsiteX203" fmla="*/ 360171 w 920323"/>
                      <a:gd name="connsiteY203" fmla="*/ 875948 h 997629"/>
                      <a:gd name="connsiteX204" fmla="*/ 342178 w 920323"/>
                      <a:gd name="connsiteY204" fmla="*/ 870092 h 997629"/>
                      <a:gd name="connsiteX205" fmla="*/ 331999 w 920323"/>
                      <a:gd name="connsiteY205" fmla="*/ 876816 h 997629"/>
                      <a:gd name="connsiteX206" fmla="*/ 350198 w 920323"/>
                      <a:gd name="connsiteY206" fmla="*/ 887661 h 997629"/>
                      <a:gd name="connsiteX207" fmla="*/ 379193 w 920323"/>
                      <a:gd name="connsiteY207" fmla="*/ 915641 h 997629"/>
                      <a:gd name="connsiteX208" fmla="*/ 345777 w 920323"/>
                      <a:gd name="connsiteY208" fmla="*/ 945248 h 997629"/>
                      <a:gd name="connsiteX209" fmla="*/ 472963 w 920323"/>
                      <a:gd name="connsiteY209" fmla="*/ 944272 h 997629"/>
                      <a:gd name="connsiteX210" fmla="*/ 462578 w 920323"/>
                      <a:gd name="connsiteY210" fmla="*/ 936789 h 997629"/>
                      <a:gd name="connsiteX211" fmla="*/ 456923 w 920323"/>
                      <a:gd name="connsiteY211" fmla="*/ 923341 h 997629"/>
                      <a:gd name="connsiteX212" fmla="*/ 419600 w 920323"/>
                      <a:gd name="connsiteY212" fmla="*/ 923449 h 997629"/>
                      <a:gd name="connsiteX213" fmla="*/ 413739 w 920323"/>
                      <a:gd name="connsiteY213" fmla="*/ 937548 h 997629"/>
                      <a:gd name="connsiteX214" fmla="*/ 403766 w 920323"/>
                      <a:gd name="connsiteY214" fmla="*/ 944489 h 997629"/>
                      <a:gd name="connsiteX215" fmla="*/ 393587 w 920323"/>
                      <a:gd name="connsiteY215" fmla="*/ 934077 h 997629"/>
                      <a:gd name="connsiteX216" fmla="*/ 394821 w 920323"/>
                      <a:gd name="connsiteY216" fmla="*/ 929306 h 997629"/>
                      <a:gd name="connsiteX217" fmla="*/ 425461 w 920323"/>
                      <a:gd name="connsiteY217" fmla="*/ 858488 h 997629"/>
                      <a:gd name="connsiteX218" fmla="*/ 437799 w 920323"/>
                      <a:gd name="connsiteY218" fmla="*/ 849921 h 997629"/>
                      <a:gd name="connsiteX219" fmla="*/ 438930 w 920323"/>
                      <a:gd name="connsiteY219" fmla="*/ 849921 h 997629"/>
                      <a:gd name="connsiteX220" fmla="*/ 451268 w 920323"/>
                      <a:gd name="connsiteY220" fmla="*/ 858380 h 997629"/>
                      <a:gd name="connsiteX221" fmla="*/ 482216 w 920323"/>
                      <a:gd name="connsiteY221" fmla="*/ 928980 h 997629"/>
                      <a:gd name="connsiteX222" fmla="*/ 483347 w 920323"/>
                      <a:gd name="connsiteY222" fmla="*/ 933427 h 997629"/>
                      <a:gd name="connsiteX223" fmla="*/ 472963 w 920323"/>
                      <a:gd name="connsiteY223" fmla="*/ 944272 h 997629"/>
                      <a:gd name="connsiteX224" fmla="*/ 562723 w 920323"/>
                      <a:gd name="connsiteY224" fmla="*/ 871394 h 997629"/>
                      <a:gd name="connsiteX225" fmla="*/ 524166 w 920323"/>
                      <a:gd name="connsiteY225" fmla="*/ 871502 h 997629"/>
                      <a:gd name="connsiteX226" fmla="*/ 524166 w 920323"/>
                      <a:gd name="connsiteY226" fmla="*/ 888312 h 997629"/>
                      <a:gd name="connsiteX227" fmla="*/ 557068 w 920323"/>
                      <a:gd name="connsiteY227" fmla="*/ 888203 h 997629"/>
                      <a:gd name="connsiteX228" fmla="*/ 567041 w 920323"/>
                      <a:gd name="connsiteY228" fmla="*/ 898289 h 997629"/>
                      <a:gd name="connsiteX229" fmla="*/ 557068 w 920323"/>
                      <a:gd name="connsiteY229" fmla="*/ 908483 h 997629"/>
                      <a:gd name="connsiteX230" fmla="*/ 524166 w 920323"/>
                      <a:gd name="connsiteY230" fmla="*/ 908592 h 997629"/>
                      <a:gd name="connsiteX231" fmla="*/ 524269 w 920323"/>
                      <a:gd name="connsiteY231" fmla="*/ 933101 h 997629"/>
                      <a:gd name="connsiteX232" fmla="*/ 513473 w 920323"/>
                      <a:gd name="connsiteY232" fmla="*/ 944163 h 997629"/>
                      <a:gd name="connsiteX233" fmla="*/ 502574 w 920323"/>
                      <a:gd name="connsiteY233" fmla="*/ 933101 h 997629"/>
                      <a:gd name="connsiteX234" fmla="*/ 502368 w 920323"/>
                      <a:gd name="connsiteY234" fmla="*/ 862284 h 997629"/>
                      <a:gd name="connsiteX235" fmla="*/ 513164 w 920323"/>
                      <a:gd name="connsiteY235" fmla="*/ 851222 h 997629"/>
                      <a:gd name="connsiteX236" fmla="*/ 562620 w 920323"/>
                      <a:gd name="connsiteY236" fmla="*/ 851114 h 997629"/>
                      <a:gd name="connsiteX237" fmla="*/ 572593 w 920323"/>
                      <a:gd name="connsiteY237" fmla="*/ 861199 h 997629"/>
                      <a:gd name="connsiteX238" fmla="*/ 562723 w 920323"/>
                      <a:gd name="connsiteY238" fmla="*/ 871394 h 997629"/>
                      <a:gd name="connsiteX239" fmla="*/ 652071 w 920323"/>
                      <a:gd name="connsiteY239" fmla="*/ 942970 h 997629"/>
                      <a:gd name="connsiteX240" fmla="*/ 602513 w 920323"/>
                      <a:gd name="connsiteY240" fmla="*/ 943079 h 997629"/>
                      <a:gd name="connsiteX241" fmla="*/ 591614 w 920323"/>
                      <a:gd name="connsiteY241" fmla="*/ 932017 h 997629"/>
                      <a:gd name="connsiteX242" fmla="*/ 591409 w 920323"/>
                      <a:gd name="connsiteY242" fmla="*/ 861959 h 997629"/>
                      <a:gd name="connsiteX243" fmla="*/ 602205 w 920323"/>
                      <a:gd name="connsiteY243" fmla="*/ 850897 h 997629"/>
                      <a:gd name="connsiteX244" fmla="*/ 651146 w 920323"/>
                      <a:gd name="connsiteY244" fmla="*/ 850788 h 997629"/>
                      <a:gd name="connsiteX245" fmla="*/ 661016 w 920323"/>
                      <a:gd name="connsiteY245" fmla="*/ 860766 h 997629"/>
                      <a:gd name="connsiteX246" fmla="*/ 651146 w 920323"/>
                      <a:gd name="connsiteY246" fmla="*/ 870743 h 997629"/>
                      <a:gd name="connsiteX247" fmla="*/ 612898 w 920323"/>
                      <a:gd name="connsiteY247" fmla="*/ 870851 h 997629"/>
                      <a:gd name="connsiteX248" fmla="*/ 612898 w 920323"/>
                      <a:gd name="connsiteY248" fmla="*/ 886685 h 997629"/>
                      <a:gd name="connsiteX249" fmla="*/ 645388 w 920323"/>
                      <a:gd name="connsiteY249" fmla="*/ 886577 h 997629"/>
                      <a:gd name="connsiteX250" fmla="*/ 655259 w 920323"/>
                      <a:gd name="connsiteY250" fmla="*/ 896554 h 997629"/>
                      <a:gd name="connsiteX251" fmla="*/ 645388 w 920323"/>
                      <a:gd name="connsiteY251" fmla="*/ 906531 h 997629"/>
                      <a:gd name="connsiteX252" fmla="*/ 612898 w 920323"/>
                      <a:gd name="connsiteY252" fmla="*/ 906640 h 997629"/>
                      <a:gd name="connsiteX253" fmla="*/ 612898 w 920323"/>
                      <a:gd name="connsiteY253" fmla="*/ 923124 h 997629"/>
                      <a:gd name="connsiteX254" fmla="*/ 651763 w 920323"/>
                      <a:gd name="connsiteY254" fmla="*/ 923016 h 997629"/>
                      <a:gd name="connsiteX255" fmla="*/ 661633 w 920323"/>
                      <a:gd name="connsiteY255" fmla="*/ 932993 h 997629"/>
                      <a:gd name="connsiteX256" fmla="*/ 652071 w 920323"/>
                      <a:gd name="connsiteY256" fmla="*/ 942970 h 997629"/>
                      <a:gd name="connsiteX257" fmla="*/ 742140 w 920323"/>
                      <a:gd name="connsiteY257" fmla="*/ 871068 h 997629"/>
                      <a:gd name="connsiteX258" fmla="*/ 724661 w 920323"/>
                      <a:gd name="connsiteY258" fmla="*/ 871068 h 997629"/>
                      <a:gd name="connsiteX259" fmla="*/ 724866 w 920323"/>
                      <a:gd name="connsiteY259" fmla="*/ 932451 h 997629"/>
                      <a:gd name="connsiteX260" fmla="*/ 714070 w 920323"/>
                      <a:gd name="connsiteY260" fmla="*/ 943513 h 997629"/>
                      <a:gd name="connsiteX261" fmla="*/ 703172 w 920323"/>
                      <a:gd name="connsiteY261" fmla="*/ 932451 h 997629"/>
                      <a:gd name="connsiteX262" fmla="*/ 702966 w 920323"/>
                      <a:gd name="connsiteY262" fmla="*/ 871068 h 997629"/>
                      <a:gd name="connsiteX263" fmla="*/ 685487 w 920323"/>
                      <a:gd name="connsiteY263" fmla="*/ 871068 h 997629"/>
                      <a:gd name="connsiteX264" fmla="*/ 675308 w 920323"/>
                      <a:gd name="connsiteY264" fmla="*/ 860766 h 997629"/>
                      <a:gd name="connsiteX265" fmla="*/ 685384 w 920323"/>
                      <a:gd name="connsiteY265" fmla="*/ 850463 h 997629"/>
                      <a:gd name="connsiteX266" fmla="*/ 742140 w 920323"/>
                      <a:gd name="connsiteY266" fmla="*/ 850246 h 997629"/>
                      <a:gd name="connsiteX267" fmla="*/ 752319 w 920323"/>
                      <a:gd name="connsiteY267" fmla="*/ 860549 h 997629"/>
                      <a:gd name="connsiteX268" fmla="*/ 742140 w 920323"/>
                      <a:gd name="connsiteY268" fmla="*/ 871068 h 997629"/>
                      <a:gd name="connsiteX269" fmla="*/ 843518 w 920323"/>
                      <a:gd name="connsiteY269" fmla="*/ 867706 h 997629"/>
                      <a:gd name="connsiteX270" fmla="*/ 815346 w 920323"/>
                      <a:gd name="connsiteY270" fmla="*/ 906640 h 997629"/>
                      <a:gd name="connsiteX271" fmla="*/ 815449 w 920323"/>
                      <a:gd name="connsiteY271" fmla="*/ 932234 h 997629"/>
                      <a:gd name="connsiteX272" fmla="*/ 804653 w 920323"/>
                      <a:gd name="connsiteY272" fmla="*/ 943296 h 997629"/>
                      <a:gd name="connsiteX273" fmla="*/ 793754 w 920323"/>
                      <a:gd name="connsiteY273" fmla="*/ 932234 h 997629"/>
                      <a:gd name="connsiteX274" fmla="*/ 793651 w 920323"/>
                      <a:gd name="connsiteY274" fmla="*/ 907074 h 997629"/>
                      <a:gd name="connsiteX275" fmla="*/ 765274 w 920323"/>
                      <a:gd name="connsiteY275" fmla="*/ 868032 h 997629"/>
                      <a:gd name="connsiteX276" fmla="*/ 762600 w 920323"/>
                      <a:gd name="connsiteY276" fmla="*/ 860332 h 997629"/>
                      <a:gd name="connsiteX277" fmla="*/ 773396 w 920323"/>
                      <a:gd name="connsiteY277" fmla="*/ 849595 h 997629"/>
                      <a:gd name="connsiteX278" fmla="*/ 783987 w 920323"/>
                      <a:gd name="connsiteY278" fmla="*/ 856102 h 997629"/>
                      <a:gd name="connsiteX279" fmla="*/ 804550 w 920323"/>
                      <a:gd name="connsiteY279" fmla="*/ 886143 h 997629"/>
                      <a:gd name="connsiteX280" fmla="*/ 825319 w 920323"/>
                      <a:gd name="connsiteY280" fmla="*/ 855777 h 997629"/>
                      <a:gd name="connsiteX281" fmla="*/ 835601 w 920323"/>
                      <a:gd name="connsiteY281" fmla="*/ 849378 h 997629"/>
                      <a:gd name="connsiteX282" fmla="*/ 846294 w 920323"/>
                      <a:gd name="connsiteY282" fmla="*/ 860115 h 997629"/>
                      <a:gd name="connsiteX283" fmla="*/ 843518 w 920323"/>
                      <a:gd name="connsiteY283" fmla="*/ 867706 h 9976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  <a:cxn ang="0">
                        <a:pos x="connsiteX170" y="connsiteY170"/>
                      </a:cxn>
                      <a:cxn ang="0">
                        <a:pos x="connsiteX171" y="connsiteY171"/>
                      </a:cxn>
                      <a:cxn ang="0">
                        <a:pos x="connsiteX172" y="connsiteY172"/>
                      </a:cxn>
                      <a:cxn ang="0">
                        <a:pos x="connsiteX173" y="connsiteY173"/>
                      </a:cxn>
                      <a:cxn ang="0">
                        <a:pos x="connsiteX174" y="connsiteY174"/>
                      </a:cxn>
                      <a:cxn ang="0">
                        <a:pos x="connsiteX175" y="connsiteY175"/>
                      </a:cxn>
                      <a:cxn ang="0">
                        <a:pos x="connsiteX176" y="connsiteY176"/>
                      </a:cxn>
                      <a:cxn ang="0">
                        <a:pos x="connsiteX177" y="connsiteY177"/>
                      </a:cxn>
                      <a:cxn ang="0">
                        <a:pos x="connsiteX178" y="connsiteY178"/>
                      </a:cxn>
                      <a:cxn ang="0">
                        <a:pos x="connsiteX179" y="connsiteY179"/>
                      </a:cxn>
                      <a:cxn ang="0">
                        <a:pos x="connsiteX180" y="connsiteY180"/>
                      </a:cxn>
                      <a:cxn ang="0">
                        <a:pos x="connsiteX181" y="connsiteY181"/>
                      </a:cxn>
                      <a:cxn ang="0">
                        <a:pos x="connsiteX182" y="connsiteY182"/>
                      </a:cxn>
                      <a:cxn ang="0">
                        <a:pos x="connsiteX183" y="connsiteY183"/>
                      </a:cxn>
                      <a:cxn ang="0">
                        <a:pos x="connsiteX184" y="connsiteY184"/>
                      </a:cxn>
                      <a:cxn ang="0">
                        <a:pos x="connsiteX185" y="connsiteY185"/>
                      </a:cxn>
                      <a:cxn ang="0">
                        <a:pos x="connsiteX186" y="connsiteY186"/>
                      </a:cxn>
                      <a:cxn ang="0">
                        <a:pos x="connsiteX187" y="connsiteY187"/>
                      </a:cxn>
                      <a:cxn ang="0">
                        <a:pos x="connsiteX188" y="connsiteY188"/>
                      </a:cxn>
                      <a:cxn ang="0">
                        <a:pos x="connsiteX189" y="connsiteY189"/>
                      </a:cxn>
                      <a:cxn ang="0">
                        <a:pos x="connsiteX190" y="connsiteY190"/>
                      </a:cxn>
                      <a:cxn ang="0">
                        <a:pos x="connsiteX191" y="connsiteY191"/>
                      </a:cxn>
                      <a:cxn ang="0">
                        <a:pos x="connsiteX192" y="connsiteY192"/>
                      </a:cxn>
                      <a:cxn ang="0">
                        <a:pos x="connsiteX193" y="connsiteY193"/>
                      </a:cxn>
                      <a:cxn ang="0">
                        <a:pos x="connsiteX194" y="connsiteY194"/>
                      </a:cxn>
                      <a:cxn ang="0">
                        <a:pos x="connsiteX195" y="connsiteY195"/>
                      </a:cxn>
                      <a:cxn ang="0">
                        <a:pos x="connsiteX196" y="connsiteY196"/>
                      </a:cxn>
                      <a:cxn ang="0">
                        <a:pos x="connsiteX197" y="connsiteY197"/>
                      </a:cxn>
                      <a:cxn ang="0">
                        <a:pos x="connsiteX198" y="connsiteY198"/>
                      </a:cxn>
                      <a:cxn ang="0">
                        <a:pos x="connsiteX199" y="connsiteY199"/>
                      </a:cxn>
                      <a:cxn ang="0">
                        <a:pos x="connsiteX200" y="connsiteY200"/>
                      </a:cxn>
                      <a:cxn ang="0">
                        <a:pos x="connsiteX201" y="connsiteY201"/>
                      </a:cxn>
                      <a:cxn ang="0">
                        <a:pos x="connsiteX202" y="connsiteY202"/>
                      </a:cxn>
                      <a:cxn ang="0">
                        <a:pos x="connsiteX203" y="connsiteY203"/>
                      </a:cxn>
                      <a:cxn ang="0">
                        <a:pos x="connsiteX204" y="connsiteY204"/>
                      </a:cxn>
                      <a:cxn ang="0">
                        <a:pos x="connsiteX205" y="connsiteY205"/>
                      </a:cxn>
                      <a:cxn ang="0">
                        <a:pos x="connsiteX206" y="connsiteY206"/>
                      </a:cxn>
                      <a:cxn ang="0">
                        <a:pos x="connsiteX207" y="connsiteY207"/>
                      </a:cxn>
                      <a:cxn ang="0">
                        <a:pos x="connsiteX208" y="connsiteY208"/>
                      </a:cxn>
                      <a:cxn ang="0">
                        <a:pos x="connsiteX209" y="connsiteY209"/>
                      </a:cxn>
                      <a:cxn ang="0">
                        <a:pos x="connsiteX210" y="connsiteY210"/>
                      </a:cxn>
                      <a:cxn ang="0">
                        <a:pos x="connsiteX211" y="connsiteY211"/>
                      </a:cxn>
                      <a:cxn ang="0">
                        <a:pos x="connsiteX212" y="connsiteY212"/>
                      </a:cxn>
                      <a:cxn ang="0">
                        <a:pos x="connsiteX213" y="connsiteY213"/>
                      </a:cxn>
                      <a:cxn ang="0">
                        <a:pos x="connsiteX214" y="connsiteY214"/>
                      </a:cxn>
                      <a:cxn ang="0">
                        <a:pos x="connsiteX215" y="connsiteY215"/>
                      </a:cxn>
                      <a:cxn ang="0">
                        <a:pos x="connsiteX216" y="connsiteY216"/>
                      </a:cxn>
                      <a:cxn ang="0">
                        <a:pos x="connsiteX217" y="connsiteY217"/>
                      </a:cxn>
                      <a:cxn ang="0">
                        <a:pos x="connsiteX218" y="connsiteY218"/>
                      </a:cxn>
                      <a:cxn ang="0">
                        <a:pos x="connsiteX219" y="connsiteY219"/>
                      </a:cxn>
                      <a:cxn ang="0">
                        <a:pos x="connsiteX220" y="connsiteY220"/>
                      </a:cxn>
                      <a:cxn ang="0">
                        <a:pos x="connsiteX221" y="connsiteY221"/>
                      </a:cxn>
                      <a:cxn ang="0">
                        <a:pos x="connsiteX222" y="connsiteY222"/>
                      </a:cxn>
                      <a:cxn ang="0">
                        <a:pos x="connsiteX223" y="connsiteY223"/>
                      </a:cxn>
                      <a:cxn ang="0">
                        <a:pos x="connsiteX224" y="connsiteY224"/>
                      </a:cxn>
                      <a:cxn ang="0">
                        <a:pos x="connsiteX225" y="connsiteY225"/>
                      </a:cxn>
                      <a:cxn ang="0">
                        <a:pos x="connsiteX226" y="connsiteY226"/>
                      </a:cxn>
                      <a:cxn ang="0">
                        <a:pos x="connsiteX227" y="connsiteY227"/>
                      </a:cxn>
                      <a:cxn ang="0">
                        <a:pos x="connsiteX228" y="connsiteY228"/>
                      </a:cxn>
                      <a:cxn ang="0">
                        <a:pos x="connsiteX229" y="connsiteY229"/>
                      </a:cxn>
                      <a:cxn ang="0">
                        <a:pos x="connsiteX230" y="connsiteY230"/>
                      </a:cxn>
                      <a:cxn ang="0">
                        <a:pos x="connsiteX231" y="connsiteY231"/>
                      </a:cxn>
                      <a:cxn ang="0">
                        <a:pos x="connsiteX232" y="connsiteY232"/>
                      </a:cxn>
                      <a:cxn ang="0">
                        <a:pos x="connsiteX233" y="connsiteY233"/>
                      </a:cxn>
                      <a:cxn ang="0">
                        <a:pos x="connsiteX234" y="connsiteY234"/>
                      </a:cxn>
                      <a:cxn ang="0">
                        <a:pos x="connsiteX235" y="connsiteY235"/>
                      </a:cxn>
                      <a:cxn ang="0">
                        <a:pos x="connsiteX236" y="connsiteY236"/>
                      </a:cxn>
                      <a:cxn ang="0">
                        <a:pos x="connsiteX237" y="connsiteY237"/>
                      </a:cxn>
                      <a:cxn ang="0">
                        <a:pos x="connsiteX238" y="connsiteY238"/>
                      </a:cxn>
                      <a:cxn ang="0">
                        <a:pos x="connsiteX239" y="connsiteY239"/>
                      </a:cxn>
                      <a:cxn ang="0">
                        <a:pos x="connsiteX240" y="connsiteY240"/>
                      </a:cxn>
                      <a:cxn ang="0">
                        <a:pos x="connsiteX241" y="connsiteY241"/>
                      </a:cxn>
                      <a:cxn ang="0">
                        <a:pos x="connsiteX242" y="connsiteY242"/>
                      </a:cxn>
                      <a:cxn ang="0">
                        <a:pos x="connsiteX243" y="connsiteY243"/>
                      </a:cxn>
                      <a:cxn ang="0">
                        <a:pos x="connsiteX244" y="connsiteY244"/>
                      </a:cxn>
                      <a:cxn ang="0">
                        <a:pos x="connsiteX245" y="connsiteY245"/>
                      </a:cxn>
                      <a:cxn ang="0">
                        <a:pos x="connsiteX246" y="connsiteY246"/>
                      </a:cxn>
                      <a:cxn ang="0">
                        <a:pos x="connsiteX247" y="connsiteY247"/>
                      </a:cxn>
                      <a:cxn ang="0">
                        <a:pos x="connsiteX248" y="connsiteY248"/>
                      </a:cxn>
                      <a:cxn ang="0">
                        <a:pos x="connsiteX249" y="connsiteY249"/>
                      </a:cxn>
                      <a:cxn ang="0">
                        <a:pos x="connsiteX250" y="connsiteY250"/>
                      </a:cxn>
                      <a:cxn ang="0">
                        <a:pos x="connsiteX251" y="connsiteY251"/>
                      </a:cxn>
                      <a:cxn ang="0">
                        <a:pos x="connsiteX252" y="connsiteY252"/>
                      </a:cxn>
                      <a:cxn ang="0">
                        <a:pos x="connsiteX253" y="connsiteY253"/>
                      </a:cxn>
                      <a:cxn ang="0">
                        <a:pos x="connsiteX254" y="connsiteY254"/>
                      </a:cxn>
                      <a:cxn ang="0">
                        <a:pos x="connsiteX255" y="connsiteY255"/>
                      </a:cxn>
                      <a:cxn ang="0">
                        <a:pos x="connsiteX256" y="connsiteY256"/>
                      </a:cxn>
                      <a:cxn ang="0">
                        <a:pos x="connsiteX257" y="connsiteY257"/>
                      </a:cxn>
                      <a:cxn ang="0">
                        <a:pos x="connsiteX258" y="connsiteY258"/>
                      </a:cxn>
                      <a:cxn ang="0">
                        <a:pos x="connsiteX259" y="connsiteY259"/>
                      </a:cxn>
                      <a:cxn ang="0">
                        <a:pos x="connsiteX260" y="connsiteY260"/>
                      </a:cxn>
                      <a:cxn ang="0">
                        <a:pos x="connsiteX261" y="connsiteY261"/>
                      </a:cxn>
                      <a:cxn ang="0">
                        <a:pos x="connsiteX262" y="connsiteY262"/>
                      </a:cxn>
                      <a:cxn ang="0">
                        <a:pos x="connsiteX263" y="connsiteY263"/>
                      </a:cxn>
                      <a:cxn ang="0">
                        <a:pos x="connsiteX264" y="connsiteY264"/>
                      </a:cxn>
                      <a:cxn ang="0">
                        <a:pos x="connsiteX265" y="connsiteY265"/>
                      </a:cxn>
                      <a:cxn ang="0">
                        <a:pos x="connsiteX266" y="connsiteY266"/>
                      </a:cxn>
                      <a:cxn ang="0">
                        <a:pos x="connsiteX267" y="connsiteY267"/>
                      </a:cxn>
                      <a:cxn ang="0">
                        <a:pos x="connsiteX268" y="connsiteY268"/>
                      </a:cxn>
                      <a:cxn ang="0">
                        <a:pos x="connsiteX269" y="connsiteY269"/>
                      </a:cxn>
                      <a:cxn ang="0">
                        <a:pos x="connsiteX270" y="connsiteY270"/>
                      </a:cxn>
                      <a:cxn ang="0">
                        <a:pos x="connsiteX271" y="connsiteY271"/>
                      </a:cxn>
                      <a:cxn ang="0">
                        <a:pos x="connsiteX272" y="connsiteY272"/>
                      </a:cxn>
                      <a:cxn ang="0">
                        <a:pos x="connsiteX273" y="connsiteY273"/>
                      </a:cxn>
                      <a:cxn ang="0">
                        <a:pos x="connsiteX274" y="connsiteY274"/>
                      </a:cxn>
                      <a:cxn ang="0">
                        <a:pos x="connsiteX275" y="connsiteY275"/>
                      </a:cxn>
                      <a:cxn ang="0">
                        <a:pos x="connsiteX276" y="connsiteY276"/>
                      </a:cxn>
                      <a:cxn ang="0">
                        <a:pos x="connsiteX277" y="connsiteY277"/>
                      </a:cxn>
                      <a:cxn ang="0">
                        <a:pos x="connsiteX278" y="connsiteY278"/>
                      </a:cxn>
                      <a:cxn ang="0">
                        <a:pos x="connsiteX279" y="connsiteY279"/>
                      </a:cxn>
                      <a:cxn ang="0">
                        <a:pos x="connsiteX280" y="connsiteY280"/>
                      </a:cxn>
                      <a:cxn ang="0">
                        <a:pos x="connsiteX281" y="connsiteY281"/>
                      </a:cxn>
                      <a:cxn ang="0">
                        <a:pos x="connsiteX282" y="connsiteY282"/>
                      </a:cxn>
                      <a:cxn ang="0">
                        <a:pos x="connsiteX283" y="connsiteY283"/>
                      </a:cxn>
                    </a:cxnLst>
                    <a:rect l="l" t="t" r="r" b="b"/>
                    <a:pathLst>
                      <a:path w="920323" h="997629">
                        <a:moveTo>
                          <a:pt x="852772" y="0"/>
                        </a:moveTo>
                        <a:lnTo>
                          <a:pt x="64981" y="2386"/>
                        </a:lnTo>
                        <a:cubicBezTo>
                          <a:pt x="29201" y="2495"/>
                          <a:pt x="-103" y="32318"/>
                          <a:pt x="0" y="68866"/>
                        </a:cubicBezTo>
                        <a:lnTo>
                          <a:pt x="2262" y="931475"/>
                        </a:lnTo>
                        <a:cubicBezTo>
                          <a:pt x="2365" y="967914"/>
                          <a:pt x="31771" y="997737"/>
                          <a:pt x="67552" y="997629"/>
                        </a:cubicBezTo>
                        <a:lnTo>
                          <a:pt x="855342" y="995243"/>
                        </a:lnTo>
                        <a:cubicBezTo>
                          <a:pt x="891226" y="995135"/>
                          <a:pt x="920426" y="965203"/>
                          <a:pt x="920323" y="928763"/>
                        </a:cubicBezTo>
                        <a:lnTo>
                          <a:pt x="918061" y="66155"/>
                        </a:lnTo>
                        <a:cubicBezTo>
                          <a:pt x="917958" y="29607"/>
                          <a:pt x="888655" y="-108"/>
                          <a:pt x="852772" y="0"/>
                        </a:cubicBezTo>
                        <a:close/>
                        <a:moveTo>
                          <a:pt x="502985" y="536392"/>
                        </a:moveTo>
                        <a:cubicBezTo>
                          <a:pt x="517380" y="536392"/>
                          <a:pt x="529204" y="547888"/>
                          <a:pt x="529204" y="562529"/>
                        </a:cubicBezTo>
                        <a:cubicBezTo>
                          <a:pt x="529204" y="577170"/>
                          <a:pt x="517483" y="589208"/>
                          <a:pt x="503088" y="589208"/>
                        </a:cubicBezTo>
                        <a:lnTo>
                          <a:pt x="413842" y="589424"/>
                        </a:lnTo>
                        <a:lnTo>
                          <a:pt x="414048" y="671304"/>
                        </a:lnTo>
                        <a:cubicBezTo>
                          <a:pt x="414048" y="685945"/>
                          <a:pt x="402738" y="697983"/>
                          <a:pt x="388343" y="697983"/>
                        </a:cubicBezTo>
                        <a:cubicBezTo>
                          <a:pt x="373949" y="697983"/>
                          <a:pt x="362125" y="686053"/>
                          <a:pt x="362125" y="671412"/>
                        </a:cubicBezTo>
                        <a:lnTo>
                          <a:pt x="361611" y="454947"/>
                        </a:lnTo>
                        <a:cubicBezTo>
                          <a:pt x="361611" y="440306"/>
                          <a:pt x="373332" y="428268"/>
                          <a:pt x="387726" y="428268"/>
                        </a:cubicBezTo>
                        <a:cubicBezTo>
                          <a:pt x="402121" y="428268"/>
                          <a:pt x="413534" y="440198"/>
                          <a:pt x="413534" y="454838"/>
                        </a:cubicBezTo>
                        <a:lnTo>
                          <a:pt x="413739" y="536718"/>
                        </a:lnTo>
                        <a:lnTo>
                          <a:pt x="502985" y="536392"/>
                        </a:lnTo>
                        <a:close/>
                        <a:moveTo>
                          <a:pt x="544112" y="480866"/>
                        </a:moveTo>
                        <a:lnTo>
                          <a:pt x="456306" y="481083"/>
                        </a:lnTo>
                        <a:cubicBezTo>
                          <a:pt x="441912" y="481083"/>
                          <a:pt x="430087" y="469154"/>
                          <a:pt x="430087" y="454513"/>
                        </a:cubicBezTo>
                        <a:cubicBezTo>
                          <a:pt x="430087" y="439872"/>
                          <a:pt x="441809" y="428268"/>
                          <a:pt x="456203" y="428160"/>
                        </a:cubicBezTo>
                        <a:lnTo>
                          <a:pt x="544010" y="427943"/>
                        </a:lnTo>
                        <a:cubicBezTo>
                          <a:pt x="558404" y="427943"/>
                          <a:pt x="570228" y="439438"/>
                          <a:pt x="570228" y="454079"/>
                        </a:cubicBezTo>
                        <a:cubicBezTo>
                          <a:pt x="570331" y="468828"/>
                          <a:pt x="558610" y="480758"/>
                          <a:pt x="544112" y="480866"/>
                        </a:cubicBezTo>
                        <a:close/>
                        <a:moveTo>
                          <a:pt x="570845" y="671738"/>
                        </a:moveTo>
                        <a:cubicBezTo>
                          <a:pt x="570845" y="686378"/>
                          <a:pt x="559124" y="698416"/>
                          <a:pt x="544729" y="698416"/>
                        </a:cubicBezTo>
                        <a:lnTo>
                          <a:pt x="456923" y="698633"/>
                        </a:lnTo>
                        <a:cubicBezTo>
                          <a:pt x="442528" y="698633"/>
                          <a:pt x="430704" y="686704"/>
                          <a:pt x="430704" y="672063"/>
                        </a:cubicBezTo>
                        <a:cubicBezTo>
                          <a:pt x="430704" y="657422"/>
                          <a:pt x="442426" y="645818"/>
                          <a:pt x="456820" y="645710"/>
                        </a:cubicBezTo>
                        <a:lnTo>
                          <a:pt x="544627" y="645493"/>
                        </a:lnTo>
                        <a:cubicBezTo>
                          <a:pt x="559021" y="645493"/>
                          <a:pt x="570742" y="657097"/>
                          <a:pt x="570845" y="671738"/>
                        </a:cubicBezTo>
                        <a:close/>
                        <a:moveTo>
                          <a:pt x="825833" y="759690"/>
                        </a:moveTo>
                        <a:cubicBezTo>
                          <a:pt x="835396" y="759690"/>
                          <a:pt x="843107" y="767499"/>
                          <a:pt x="843107" y="777151"/>
                        </a:cubicBezTo>
                        <a:cubicBezTo>
                          <a:pt x="843107" y="786803"/>
                          <a:pt x="835396" y="794720"/>
                          <a:pt x="825936" y="794720"/>
                        </a:cubicBezTo>
                        <a:lnTo>
                          <a:pt x="81946" y="796889"/>
                        </a:lnTo>
                        <a:cubicBezTo>
                          <a:pt x="72384" y="796889"/>
                          <a:pt x="64673" y="789080"/>
                          <a:pt x="64673" y="779428"/>
                        </a:cubicBezTo>
                        <a:cubicBezTo>
                          <a:pt x="64673" y="769776"/>
                          <a:pt x="72384" y="761859"/>
                          <a:pt x="81843" y="761859"/>
                        </a:cubicBezTo>
                        <a:lnTo>
                          <a:pt x="825833" y="759690"/>
                        </a:lnTo>
                        <a:close/>
                        <a:moveTo>
                          <a:pt x="841565" y="619140"/>
                        </a:moveTo>
                        <a:cubicBezTo>
                          <a:pt x="841667" y="667725"/>
                          <a:pt x="802494" y="701778"/>
                          <a:pt x="746150" y="701995"/>
                        </a:cubicBezTo>
                        <a:cubicBezTo>
                          <a:pt x="708621" y="702104"/>
                          <a:pt x="675719" y="690391"/>
                          <a:pt x="645491" y="666207"/>
                        </a:cubicBezTo>
                        <a:cubicBezTo>
                          <a:pt x="639425" y="661869"/>
                          <a:pt x="635723" y="654603"/>
                          <a:pt x="635723" y="646577"/>
                        </a:cubicBezTo>
                        <a:cubicBezTo>
                          <a:pt x="635723" y="632804"/>
                          <a:pt x="646519" y="621526"/>
                          <a:pt x="659885" y="621417"/>
                        </a:cubicBezTo>
                        <a:cubicBezTo>
                          <a:pt x="665849" y="621417"/>
                          <a:pt x="671709" y="623694"/>
                          <a:pt x="675617" y="627490"/>
                        </a:cubicBezTo>
                        <a:cubicBezTo>
                          <a:pt x="697825" y="646469"/>
                          <a:pt x="719211" y="654494"/>
                          <a:pt x="746972" y="654494"/>
                        </a:cubicBezTo>
                        <a:cubicBezTo>
                          <a:pt x="773705" y="654386"/>
                          <a:pt x="791595" y="641480"/>
                          <a:pt x="791492" y="622285"/>
                        </a:cubicBezTo>
                        <a:lnTo>
                          <a:pt x="791492" y="621526"/>
                        </a:lnTo>
                        <a:cubicBezTo>
                          <a:pt x="791492" y="613934"/>
                          <a:pt x="791492" y="605692"/>
                          <a:pt x="776892" y="597667"/>
                        </a:cubicBezTo>
                        <a:lnTo>
                          <a:pt x="776275" y="597341"/>
                        </a:lnTo>
                        <a:cubicBezTo>
                          <a:pt x="770312" y="594738"/>
                          <a:pt x="762909" y="589099"/>
                          <a:pt x="760544" y="579339"/>
                        </a:cubicBezTo>
                        <a:cubicBezTo>
                          <a:pt x="757357" y="565782"/>
                          <a:pt x="765479" y="552226"/>
                          <a:pt x="778743" y="548864"/>
                        </a:cubicBezTo>
                        <a:cubicBezTo>
                          <a:pt x="784398" y="547454"/>
                          <a:pt x="789230" y="547671"/>
                          <a:pt x="794371" y="549732"/>
                        </a:cubicBezTo>
                        <a:lnTo>
                          <a:pt x="794371" y="549732"/>
                        </a:lnTo>
                        <a:cubicBezTo>
                          <a:pt x="820487" y="561770"/>
                          <a:pt x="841359" y="581833"/>
                          <a:pt x="841462" y="618272"/>
                        </a:cubicBezTo>
                        <a:lnTo>
                          <a:pt x="841565" y="619140"/>
                        </a:lnTo>
                        <a:close/>
                        <a:moveTo>
                          <a:pt x="725894" y="529669"/>
                        </a:moveTo>
                        <a:lnTo>
                          <a:pt x="725997" y="529777"/>
                        </a:lnTo>
                        <a:cubicBezTo>
                          <a:pt x="732166" y="531621"/>
                          <a:pt x="740083" y="536392"/>
                          <a:pt x="743373" y="545719"/>
                        </a:cubicBezTo>
                        <a:cubicBezTo>
                          <a:pt x="748000" y="558625"/>
                          <a:pt x="741523" y="573048"/>
                          <a:pt x="728773" y="577712"/>
                        </a:cubicBezTo>
                        <a:cubicBezTo>
                          <a:pt x="723324" y="579772"/>
                          <a:pt x="718594" y="580098"/>
                          <a:pt x="713351" y="578579"/>
                        </a:cubicBezTo>
                        <a:lnTo>
                          <a:pt x="713351" y="578688"/>
                        </a:lnTo>
                        <a:cubicBezTo>
                          <a:pt x="674794" y="567409"/>
                          <a:pt x="643229" y="547780"/>
                          <a:pt x="643126" y="500713"/>
                        </a:cubicBezTo>
                        <a:lnTo>
                          <a:pt x="643126" y="499953"/>
                        </a:lnTo>
                        <a:cubicBezTo>
                          <a:pt x="643023" y="453645"/>
                          <a:pt x="681786" y="419809"/>
                          <a:pt x="735354" y="419701"/>
                        </a:cubicBezTo>
                        <a:cubicBezTo>
                          <a:pt x="768975" y="419592"/>
                          <a:pt x="795399" y="427834"/>
                          <a:pt x="820898" y="446488"/>
                        </a:cubicBezTo>
                        <a:cubicBezTo>
                          <a:pt x="827684" y="451585"/>
                          <a:pt x="831488" y="458959"/>
                          <a:pt x="831488" y="466876"/>
                        </a:cubicBezTo>
                        <a:cubicBezTo>
                          <a:pt x="831488" y="480541"/>
                          <a:pt x="820693" y="491603"/>
                          <a:pt x="807326" y="491603"/>
                        </a:cubicBezTo>
                        <a:cubicBezTo>
                          <a:pt x="801877" y="491603"/>
                          <a:pt x="797147" y="490084"/>
                          <a:pt x="792829" y="487048"/>
                        </a:cubicBezTo>
                        <a:cubicBezTo>
                          <a:pt x="774116" y="473275"/>
                          <a:pt x="756226" y="467202"/>
                          <a:pt x="734737" y="467202"/>
                        </a:cubicBezTo>
                        <a:cubicBezTo>
                          <a:pt x="709958" y="467310"/>
                          <a:pt x="692582" y="479565"/>
                          <a:pt x="692684" y="497242"/>
                        </a:cubicBezTo>
                        <a:lnTo>
                          <a:pt x="692684" y="498001"/>
                        </a:lnTo>
                        <a:cubicBezTo>
                          <a:pt x="692787" y="510256"/>
                          <a:pt x="695563" y="520125"/>
                          <a:pt x="725894" y="529669"/>
                        </a:cubicBezTo>
                        <a:close/>
                        <a:moveTo>
                          <a:pt x="745635" y="171242"/>
                        </a:moveTo>
                        <a:lnTo>
                          <a:pt x="783164" y="118319"/>
                        </a:lnTo>
                        <a:cubicBezTo>
                          <a:pt x="790361" y="107474"/>
                          <a:pt x="798998" y="100533"/>
                          <a:pt x="811131" y="100533"/>
                        </a:cubicBezTo>
                        <a:cubicBezTo>
                          <a:pt x="828918" y="100533"/>
                          <a:pt x="839611" y="113222"/>
                          <a:pt x="839611" y="129381"/>
                        </a:cubicBezTo>
                        <a:cubicBezTo>
                          <a:pt x="839611" y="137515"/>
                          <a:pt x="835910" y="144781"/>
                          <a:pt x="832105" y="150203"/>
                        </a:cubicBezTo>
                        <a:lnTo>
                          <a:pt x="794577" y="203127"/>
                        </a:lnTo>
                        <a:cubicBezTo>
                          <a:pt x="787380" y="213972"/>
                          <a:pt x="778743" y="220912"/>
                          <a:pt x="766610" y="220912"/>
                        </a:cubicBezTo>
                        <a:cubicBezTo>
                          <a:pt x="748823" y="220912"/>
                          <a:pt x="738130" y="208224"/>
                          <a:pt x="738130" y="192065"/>
                        </a:cubicBezTo>
                        <a:cubicBezTo>
                          <a:pt x="738027" y="184039"/>
                          <a:pt x="741831" y="176665"/>
                          <a:pt x="745635" y="171242"/>
                        </a:cubicBezTo>
                        <a:close/>
                        <a:moveTo>
                          <a:pt x="624105" y="101401"/>
                        </a:moveTo>
                        <a:cubicBezTo>
                          <a:pt x="637368" y="101401"/>
                          <a:pt x="645697" y="108667"/>
                          <a:pt x="652997" y="119403"/>
                        </a:cubicBezTo>
                        <a:lnTo>
                          <a:pt x="746664" y="255833"/>
                        </a:lnTo>
                        <a:lnTo>
                          <a:pt x="746869" y="345955"/>
                        </a:lnTo>
                        <a:cubicBezTo>
                          <a:pt x="746869" y="362548"/>
                          <a:pt x="734017" y="375670"/>
                          <a:pt x="717772" y="375779"/>
                        </a:cubicBezTo>
                        <a:cubicBezTo>
                          <a:pt x="701424" y="375779"/>
                          <a:pt x="688572" y="362765"/>
                          <a:pt x="688469" y="346172"/>
                        </a:cubicBezTo>
                        <a:lnTo>
                          <a:pt x="688263" y="269389"/>
                        </a:lnTo>
                        <a:lnTo>
                          <a:pt x="602205" y="151179"/>
                        </a:lnTo>
                        <a:cubicBezTo>
                          <a:pt x="597989" y="145431"/>
                          <a:pt x="595007" y="138491"/>
                          <a:pt x="594904" y="129923"/>
                        </a:cubicBezTo>
                        <a:cubicBezTo>
                          <a:pt x="595007" y="114198"/>
                          <a:pt x="607860" y="101509"/>
                          <a:pt x="624105" y="101401"/>
                        </a:cubicBezTo>
                        <a:close/>
                        <a:moveTo>
                          <a:pt x="467410" y="84808"/>
                        </a:moveTo>
                        <a:cubicBezTo>
                          <a:pt x="477178" y="84808"/>
                          <a:pt x="485712" y="90881"/>
                          <a:pt x="490133" y="101184"/>
                        </a:cubicBezTo>
                        <a:cubicBezTo>
                          <a:pt x="490236" y="101401"/>
                          <a:pt x="490339" y="101726"/>
                          <a:pt x="490442" y="102051"/>
                        </a:cubicBezTo>
                        <a:lnTo>
                          <a:pt x="599429" y="342376"/>
                        </a:lnTo>
                        <a:cubicBezTo>
                          <a:pt x="601279" y="346606"/>
                          <a:pt x="602102" y="350401"/>
                          <a:pt x="602102" y="353763"/>
                        </a:cubicBezTo>
                        <a:cubicBezTo>
                          <a:pt x="602102" y="366669"/>
                          <a:pt x="591820" y="377188"/>
                          <a:pt x="579173" y="377297"/>
                        </a:cubicBezTo>
                        <a:cubicBezTo>
                          <a:pt x="569406" y="377297"/>
                          <a:pt x="560872" y="371224"/>
                          <a:pt x="556451" y="360921"/>
                        </a:cubicBezTo>
                        <a:lnTo>
                          <a:pt x="447155" y="119620"/>
                        </a:lnTo>
                        <a:cubicBezTo>
                          <a:pt x="445304" y="115391"/>
                          <a:pt x="444482" y="111595"/>
                          <a:pt x="444482" y="108233"/>
                        </a:cubicBezTo>
                        <a:cubicBezTo>
                          <a:pt x="444379" y="95328"/>
                          <a:pt x="454661" y="84808"/>
                          <a:pt x="467410" y="84808"/>
                        </a:cubicBezTo>
                        <a:close/>
                        <a:moveTo>
                          <a:pt x="329120" y="343244"/>
                        </a:moveTo>
                        <a:lnTo>
                          <a:pt x="406234" y="171242"/>
                        </a:lnTo>
                        <a:cubicBezTo>
                          <a:pt x="406337" y="170917"/>
                          <a:pt x="406439" y="170700"/>
                          <a:pt x="406439" y="170483"/>
                        </a:cubicBezTo>
                        <a:cubicBezTo>
                          <a:pt x="410861" y="160181"/>
                          <a:pt x="419292" y="153999"/>
                          <a:pt x="429059" y="153999"/>
                        </a:cubicBezTo>
                        <a:cubicBezTo>
                          <a:pt x="441809" y="153999"/>
                          <a:pt x="452090" y="164410"/>
                          <a:pt x="452193" y="177316"/>
                        </a:cubicBezTo>
                        <a:cubicBezTo>
                          <a:pt x="452193" y="180677"/>
                          <a:pt x="451371" y="184365"/>
                          <a:pt x="449623" y="188486"/>
                        </a:cubicBezTo>
                        <a:lnTo>
                          <a:pt x="418572" y="257568"/>
                        </a:lnTo>
                        <a:lnTo>
                          <a:pt x="474093" y="257351"/>
                        </a:lnTo>
                        <a:cubicBezTo>
                          <a:pt x="486946" y="257351"/>
                          <a:pt x="497433" y="267979"/>
                          <a:pt x="497433" y="280993"/>
                        </a:cubicBezTo>
                        <a:cubicBezTo>
                          <a:pt x="497433" y="294116"/>
                          <a:pt x="487049" y="304744"/>
                          <a:pt x="474196" y="304744"/>
                        </a:cubicBezTo>
                        <a:lnTo>
                          <a:pt x="397289" y="304961"/>
                        </a:lnTo>
                        <a:lnTo>
                          <a:pt x="372201" y="361138"/>
                        </a:lnTo>
                        <a:cubicBezTo>
                          <a:pt x="367883" y="371332"/>
                          <a:pt x="359349" y="377514"/>
                          <a:pt x="349581" y="377514"/>
                        </a:cubicBezTo>
                        <a:cubicBezTo>
                          <a:pt x="336832" y="377514"/>
                          <a:pt x="326550" y="367102"/>
                          <a:pt x="326447" y="354197"/>
                        </a:cubicBezTo>
                        <a:cubicBezTo>
                          <a:pt x="326550" y="351160"/>
                          <a:pt x="327475" y="347365"/>
                          <a:pt x="329120" y="343244"/>
                        </a:cubicBezTo>
                        <a:close/>
                        <a:moveTo>
                          <a:pt x="306809" y="454621"/>
                        </a:moveTo>
                        <a:cubicBezTo>
                          <a:pt x="306809" y="462755"/>
                          <a:pt x="303107" y="470021"/>
                          <a:pt x="299303" y="475444"/>
                        </a:cubicBezTo>
                        <a:lnTo>
                          <a:pt x="261775" y="528367"/>
                        </a:lnTo>
                        <a:cubicBezTo>
                          <a:pt x="254577" y="539212"/>
                          <a:pt x="245941" y="546153"/>
                          <a:pt x="233808" y="546153"/>
                        </a:cubicBezTo>
                        <a:cubicBezTo>
                          <a:pt x="216021" y="546153"/>
                          <a:pt x="205328" y="533464"/>
                          <a:pt x="205328" y="517305"/>
                        </a:cubicBezTo>
                        <a:cubicBezTo>
                          <a:pt x="205328" y="509172"/>
                          <a:pt x="209029" y="501905"/>
                          <a:pt x="212833" y="496483"/>
                        </a:cubicBezTo>
                        <a:lnTo>
                          <a:pt x="250362" y="443560"/>
                        </a:lnTo>
                        <a:cubicBezTo>
                          <a:pt x="257559" y="432715"/>
                          <a:pt x="266196" y="425774"/>
                          <a:pt x="278328" y="425774"/>
                        </a:cubicBezTo>
                        <a:cubicBezTo>
                          <a:pt x="296116" y="425665"/>
                          <a:pt x="306706" y="438354"/>
                          <a:pt x="306809" y="454621"/>
                        </a:cubicBezTo>
                        <a:close/>
                        <a:moveTo>
                          <a:pt x="71562" y="172218"/>
                        </a:moveTo>
                        <a:cubicBezTo>
                          <a:pt x="71459" y="125910"/>
                          <a:pt x="110221" y="92074"/>
                          <a:pt x="163789" y="91966"/>
                        </a:cubicBezTo>
                        <a:cubicBezTo>
                          <a:pt x="197411" y="91857"/>
                          <a:pt x="223835" y="100099"/>
                          <a:pt x="249334" y="118753"/>
                        </a:cubicBezTo>
                        <a:cubicBezTo>
                          <a:pt x="256120" y="123850"/>
                          <a:pt x="259924" y="131224"/>
                          <a:pt x="259924" y="139141"/>
                        </a:cubicBezTo>
                        <a:cubicBezTo>
                          <a:pt x="259924" y="152806"/>
                          <a:pt x="249128" y="163868"/>
                          <a:pt x="235762" y="163868"/>
                        </a:cubicBezTo>
                        <a:cubicBezTo>
                          <a:pt x="230312" y="163868"/>
                          <a:pt x="225583" y="162349"/>
                          <a:pt x="221264" y="159313"/>
                        </a:cubicBezTo>
                        <a:cubicBezTo>
                          <a:pt x="202551" y="145540"/>
                          <a:pt x="184661" y="139467"/>
                          <a:pt x="163172" y="139467"/>
                        </a:cubicBezTo>
                        <a:cubicBezTo>
                          <a:pt x="138393" y="139575"/>
                          <a:pt x="121017" y="151938"/>
                          <a:pt x="121120" y="169507"/>
                        </a:cubicBezTo>
                        <a:lnTo>
                          <a:pt x="121120" y="170266"/>
                        </a:lnTo>
                        <a:cubicBezTo>
                          <a:pt x="121120" y="182413"/>
                          <a:pt x="123999" y="192282"/>
                          <a:pt x="154330" y="201934"/>
                        </a:cubicBezTo>
                        <a:lnTo>
                          <a:pt x="154433" y="202042"/>
                        </a:lnTo>
                        <a:cubicBezTo>
                          <a:pt x="160602" y="203886"/>
                          <a:pt x="168519" y="208658"/>
                          <a:pt x="171809" y="217984"/>
                        </a:cubicBezTo>
                        <a:cubicBezTo>
                          <a:pt x="176436" y="230890"/>
                          <a:pt x="169958" y="245314"/>
                          <a:pt x="157209" y="249977"/>
                        </a:cubicBezTo>
                        <a:cubicBezTo>
                          <a:pt x="151759" y="252037"/>
                          <a:pt x="147030" y="252363"/>
                          <a:pt x="141786" y="250844"/>
                        </a:cubicBezTo>
                        <a:lnTo>
                          <a:pt x="141786" y="250844"/>
                        </a:lnTo>
                        <a:cubicBezTo>
                          <a:pt x="103229" y="239566"/>
                          <a:pt x="71664" y="219936"/>
                          <a:pt x="71562" y="172869"/>
                        </a:cubicBezTo>
                        <a:lnTo>
                          <a:pt x="71562" y="172218"/>
                        </a:lnTo>
                        <a:close/>
                        <a:moveTo>
                          <a:pt x="88321" y="293465"/>
                        </a:moveTo>
                        <a:cubicBezTo>
                          <a:pt x="94284" y="293465"/>
                          <a:pt x="100145" y="295743"/>
                          <a:pt x="104052" y="299538"/>
                        </a:cubicBezTo>
                        <a:cubicBezTo>
                          <a:pt x="126261" y="318517"/>
                          <a:pt x="147647" y="326542"/>
                          <a:pt x="175408" y="326542"/>
                        </a:cubicBezTo>
                        <a:cubicBezTo>
                          <a:pt x="202140" y="326434"/>
                          <a:pt x="220031" y="313528"/>
                          <a:pt x="219928" y="294333"/>
                        </a:cubicBezTo>
                        <a:lnTo>
                          <a:pt x="219928" y="293574"/>
                        </a:lnTo>
                        <a:cubicBezTo>
                          <a:pt x="219928" y="285982"/>
                          <a:pt x="219928" y="277740"/>
                          <a:pt x="205328" y="269715"/>
                        </a:cubicBezTo>
                        <a:lnTo>
                          <a:pt x="204711" y="269389"/>
                        </a:lnTo>
                        <a:cubicBezTo>
                          <a:pt x="198747" y="266787"/>
                          <a:pt x="191344" y="261147"/>
                          <a:pt x="188980" y="251387"/>
                        </a:cubicBezTo>
                        <a:cubicBezTo>
                          <a:pt x="185792" y="237830"/>
                          <a:pt x="193915" y="224274"/>
                          <a:pt x="207178" y="220912"/>
                        </a:cubicBezTo>
                        <a:cubicBezTo>
                          <a:pt x="212833" y="219502"/>
                          <a:pt x="217666" y="219719"/>
                          <a:pt x="222807" y="221780"/>
                        </a:cubicBezTo>
                        <a:lnTo>
                          <a:pt x="222807" y="221780"/>
                        </a:lnTo>
                        <a:cubicBezTo>
                          <a:pt x="248922" y="233818"/>
                          <a:pt x="269794" y="253881"/>
                          <a:pt x="269897" y="290320"/>
                        </a:cubicBezTo>
                        <a:lnTo>
                          <a:pt x="269897" y="291079"/>
                        </a:lnTo>
                        <a:cubicBezTo>
                          <a:pt x="270000" y="339665"/>
                          <a:pt x="230826" y="373718"/>
                          <a:pt x="174482" y="373935"/>
                        </a:cubicBezTo>
                        <a:cubicBezTo>
                          <a:pt x="136954" y="374043"/>
                          <a:pt x="104052" y="362331"/>
                          <a:pt x="73824" y="338146"/>
                        </a:cubicBezTo>
                        <a:cubicBezTo>
                          <a:pt x="67757" y="333808"/>
                          <a:pt x="64056" y="326542"/>
                          <a:pt x="64056" y="318517"/>
                        </a:cubicBezTo>
                        <a:cubicBezTo>
                          <a:pt x="64056" y="304744"/>
                          <a:pt x="74955" y="293574"/>
                          <a:pt x="88321" y="293465"/>
                        </a:cubicBezTo>
                        <a:close/>
                        <a:moveTo>
                          <a:pt x="91303" y="426750"/>
                        </a:moveTo>
                        <a:cubicBezTo>
                          <a:pt x="104566" y="426750"/>
                          <a:pt x="112894" y="434016"/>
                          <a:pt x="120194" y="444752"/>
                        </a:cubicBezTo>
                        <a:lnTo>
                          <a:pt x="213861" y="581182"/>
                        </a:lnTo>
                        <a:lnTo>
                          <a:pt x="214067" y="671304"/>
                        </a:lnTo>
                        <a:cubicBezTo>
                          <a:pt x="214067" y="687897"/>
                          <a:pt x="201215" y="701019"/>
                          <a:pt x="184970" y="701128"/>
                        </a:cubicBezTo>
                        <a:cubicBezTo>
                          <a:pt x="168622" y="701128"/>
                          <a:pt x="155769" y="688114"/>
                          <a:pt x="155667" y="671521"/>
                        </a:cubicBezTo>
                        <a:lnTo>
                          <a:pt x="155461" y="594738"/>
                        </a:lnTo>
                        <a:lnTo>
                          <a:pt x="69402" y="476528"/>
                        </a:lnTo>
                        <a:cubicBezTo>
                          <a:pt x="65187" y="470780"/>
                          <a:pt x="62205" y="463840"/>
                          <a:pt x="62102" y="455272"/>
                        </a:cubicBezTo>
                        <a:cubicBezTo>
                          <a:pt x="62102" y="439547"/>
                          <a:pt x="74955" y="426750"/>
                          <a:pt x="91303" y="426750"/>
                        </a:cubicBezTo>
                        <a:close/>
                        <a:moveTo>
                          <a:pt x="130785" y="872912"/>
                        </a:moveTo>
                        <a:lnTo>
                          <a:pt x="113306" y="872912"/>
                        </a:lnTo>
                        <a:lnTo>
                          <a:pt x="113511" y="934294"/>
                        </a:lnTo>
                        <a:cubicBezTo>
                          <a:pt x="113511" y="940476"/>
                          <a:pt x="108782" y="945356"/>
                          <a:pt x="102715" y="945356"/>
                        </a:cubicBezTo>
                        <a:cubicBezTo>
                          <a:pt x="96649" y="945356"/>
                          <a:pt x="91817" y="940476"/>
                          <a:pt x="91817" y="934294"/>
                        </a:cubicBezTo>
                        <a:lnTo>
                          <a:pt x="91611" y="872912"/>
                        </a:lnTo>
                        <a:lnTo>
                          <a:pt x="74132" y="872912"/>
                        </a:lnTo>
                        <a:cubicBezTo>
                          <a:pt x="68580" y="872912"/>
                          <a:pt x="64056" y="868357"/>
                          <a:pt x="63953" y="862609"/>
                        </a:cubicBezTo>
                        <a:cubicBezTo>
                          <a:pt x="63953" y="856970"/>
                          <a:pt x="68477" y="852306"/>
                          <a:pt x="74029" y="852306"/>
                        </a:cubicBezTo>
                        <a:lnTo>
                          <a:pt x="130785" y="852090"/>
                        </a:lnTo>
                        <a:cubicBezTo>
                          <a:pt x="136337" y="852090"/>
                          <a:pt x="140861" y="856644"/>
                          <a:pt x="140964" y="862392"/>
                        </a:cubicBezTo>
                        <a:cubicBezTo>
                          <a:pt x="140861" y="868249"/>
                          <a:pt x="136337" y="872912"/>
                          <a:pt x="130785" y="872912"/>
                        </a:cubicBezTo>
                        <a:close/>
                        <a:moveTo>
                          <a:pt x="199467" y="945899"/>
                        </a:moveTo>
                        <a:cubicBezTo>
                          <a:pt x="172117" y="946007"/>
                          <a:pt x="151451" y="925618"/>
                          <a:pt x="151348" y="898614"/>
                        </a:cubicBezTo>
                        <a:cubicBezTo>
                          <a:pt x="151245" y="871611"/>
                          <a:pt x="172426" y="850680"/>
                          <a:pt x="199467" y="850571"/>
                        </a:cubicBezTo>
                        <a:cubicBezTo>
                          <a:pt x="226816" y="850463"/>
                          <a:pt x="247483" y="870851"/>
                          <a:pt x="247586" y="897855"/>
                        </a:cubicBezTo>
                        <a:cubicBezTo>
                          <a:pt x="247689" y="924859"/>
                          <a:pt x="226508" y="945790"/>
                          <a:pt x="199467" y="945899"/>
                        </a:cubicBezTo>
                        <a:close/>
                        <a:moveTo>
                          <a:pt x="345777" y="945248"/>
                        </a:moveTo>
                        <a:cubicBezTo>
                          <a:pt x="333644" y="945248"/>
                          <a:pt x="321615" y="941452"/>
                          <a:pt x="311847" y="934294"/>
                        </a:cubicBezTo>
                        <a:cubicBezTo>
                          <a:pt x="309276" y="932451"/>
                          <a:pt x="307734" y="929306"/>
                          <a:pt x="307734" y="925944"/>
                        </a:cubicBezTo>
                        <a:cubicBezTo>
                          <a:pt x="307734" y="920196"/>
                          <a:pt x="312155" y="915641"/>
                          <a:pt x="317913" y="915641"/>
                        </a:cubicBezTo>
                        <a:cubicBezTo>
                          <a:pt x="320175" y="915641"/>
                          <a:pt x="322231" y="916292"/>
                          <a:pt x="324082" y="917593"/>
                        </a:cubicBezTo>
                        <a:cubicBezTo>
                          <a:pt x="331177" y="922907"/>
                          <a:pt x="338374" y="925402"/>
                          <a:pt x="345982" y="925402"/>
                        </a:cubicBezTo>
                        <a:cubicBezTo>
                          <a:pt x="353282" y="925402"/>
                          <a:pt x="357601" y="922690"/>
                          <a:pt x="357601" y="918027"/>
                        </a:cubicBezTo>
                        <a:cubicBezTo>
                          <a:pt x="357601" y="913580"/>
                          <a:pt x="355236" y="911303"/>
                          <a:pt x="340636" y="907507"/>
                        </a:cubicBezTo>
                        <a:cubicBezTo>
                          <a:pt x="323568" y="903169"/>
                          <a:pt x="310510" y="898289"/>
                          <a:pt x="310407" y="878985"/>
                        </a:cubicBezTo>
                        <a:cubicBezTo>
                          <a:pt x="310407" y="862067"/>
                          <a:pt x="323568" y="850463"/>
                          <a:pt x="342384" y="850354"/>
                        </a:cubicBezTo>
                        <a:cubicBezTo>
                          <a:pt x="352974" y="850354"/>
                          <a:pt x="362639" y="853066"/>
                          <a:pt x="371070" y="858380"/>
                        </a:cubicBezTo>
                        <a:cubicBezTo>
                          <a:pt x="373435" y="859789"/>
                          <a:pt x="375902" y="862826"/>
                          <a:pt x="375902" y="867164"/>
                        </a:cubicBezTo>
                        <a:cubicBezTo>
                          <a:pt x="375902" y="872912"/>
                          <a:pt x="371481" y="877467"/>
                          <a:pt x="365723" y="877467"/>
                        </a:cubicBezTo>
                        <a:cubicBezTo>
                          <a:pt x="363770" y="877467"/>
                          <a:pt x="362022" y="877033"/>
                          <a:pt x="360171" y="875948"/>
                        </a:cubicBezTo>
                        <a:cubicBezTo>
                          <a:pt x="353488" y="871936"/>
                          <a:pt x="347730" y="870092"/>
                          <a:pt x="342178" y="870092"/>
                        </a:cubicBezTo>
                        <a:cubicBezTo>
                          <a:pt x="336009" y="870092"/>
                          <a:pt x="331999" y="872695"/>
                          <a:pt x="331999" y="876816"/>
                        </a:cubicBezTo>
                        <a:cubicBezTo>
                          <a:pt x="331999" y="882022"/>
                          <a:pt x="335084" y="883757"/>
                          <a:pt x="350198" y="887661"/>
                        </a:cubicBezTo>
                        <a:cubicBezTo>
                          <a:pt x="367574" y="892216"/>
                          <a:pt x="379090" y="898723"/>
                          <a:pt x="379193" y="915641"/>
                        </a:cubicBezTo>
                        <a:cubicBezTo>
                          <a:pt x="379295" y="933969"/>
                          <a:pt x="366443" y="945139"/>
                          <a:pt x="345777" y="945248"/>
                        </a:cubicBezTo>
                        <a:close/>
                        <a:moveTo>
                          <a:pt x="472963" y="944272"/>
                        </a:moveTo>
                        <a:cubicBezTo>
                          <a:pt x="468233" y="944272"/>
                          <a:pt x="464634" y="941669"/>
                          <a:pt x="462578" y="936789"/>
                        </a:cubicBezTo>
                        <a:lnTo>
                          <a:pt x="456923" y="923341"/>
                        </a:lnTo>
                        <a:lnTo>
                          <a:pt x="419600" y="923449"/>
                        </a:lnTo>
                        <a:lnTo>
                          <a:pt x="413739" y="937548"/>
                        </a:lnTo>
                        <a:cubicBezTo>
                          <a:pt x="411889" y="941886"/>
                          <a:pt x="408187" y="944489"/>
                          <a:pt x="403766" y="944489"/>
                        </a:cubicBezTo>
                        <a:cubicBezTo>
                          <a:pt x="398111" y="944489"/>
                          <a:pt x="393690" y="939934"/>
                          <a:pt x="393587" y="934077"/>
                        </a:cubicBezTo>
                        <a:cubicBezTo>
                          <a:pt x="393587" y="932342"/>
                          <a:pt x="394204" y="930716"/>
                          <a:pt x="394821" y="929306"/>
                        </a:cubicBezTo>
                        <a:lnTo>
                          <a:pt x="425461" y="858488"/>
                        </a:lnTo>
                        <a:cubicBezTo>
                          <a:pt x="427825" y="852957"/>
                          <a:pt x="432247" y="849921"/>
                          <a:pt x="437799" y="849921"/>
                        </a:cubicBezTo>
                        <a:lnTo>
                          <a:pt x="438930" y="849921"/>
                        </a:lnTo>
                        <a:cubicBezTo>
                          <a:pt x="444482" y="849921"/>
                          <a:pt x="448800" y="852957"/>
                          <a:pt x="451268" y="858380"/>
                        </a:cubicBezTo>
                        <a:lnTo>
                          <a:pt x="482216" y="928980"/>
                        </a:lnTo>
                        <a:cubicBezTo>
                          <a:pt x="482936" y="930716"/>
                          <a:pt x="483347" y="932125"/>
                          <a:pt x="483347" y="933427"/>
                        </a:cubicBezTo>
                        <a:cubicBezTo>
                          <a:pt x="483244" y="939608"/>
                          <a:pt x="478720" y="944272"/>
                          <a:pt x="472963" y="944272"/>
                        </a:cubicBezTo>
                        <a:close/>
                        <a:moveTo>
                          <a:pt x="562723" y="871394"/>
                        </a:moveTo>
                        <a:lnTo>
                          <a:pt x="524166" y="871502"/>
                        </a:lnTo>
                        <a:lnTo>
                          <a:pt x="524166" y="888312"/>
                        </a:lnTo>
                        <a:lnTo>
                          <a:pt x="557068" y="888203"/>
                        </a:lnTo>
                        <a:cubicBezTo>
                          <a:pt x="562620" y="888203"/>
                          <a:pt x="567041" y="892650"/>
                          <a:pt x="567041" y="898289"/>
                        </a:cubicBezTo>
                        <a:cubicBezTo>
                          <a:pt x="567041" y="904037"/>
                          <a:pt x="562723" y="908483"/>
                          <a:pt x="557068" y="908483"/>
                        </a:cubicBezTo>
                        <a:lnTo>
                          <a:pt x="524166" y="908592"/>
                        </a:lnTo>
                        <a:lnTo>
                          <a:pt x="524269" y="933101"/>
                        </a:lnTo>
                        <a:cubicBezTo>
                          <a:pt x="524269" y="939283"/>
                          <a:pt x="519539" y="944163"/>
                          <a:pt x="513473" y="944163"/>
                        </a:cubicBezTo>
                        <a:cubicBezTo>
                          <a:pt x="507406" y="944163"/>
                          <a:pt x="502574" y="939283"/>
                          <a:pt x="502574" y="933101"/>
                        </a:cubicBezTo>
                        <a:lnTo>
                          <a:pt x="502368" y="862284"/>
                        </a:lnTo>
                        <a:cubicBezTo>
                          <a:pt x="502368" y="856102"/>
                          <a:pt x="507098" y="851222"/>
                          <a:pt x="513164" y="851222"/>
                        </a:cubicBezTo>
                        <a:lnTo>
                          <a:pt x="562620" y="851114"/>
                        </a:lnTo>
                        <a:cubicBezTo>
                          <a:pt x="568172" y="851114"/>
                          <a:pt x="572593" y="855560"/>
                          <a:pt x="572593" y="861199"/>
                        </a:cubicBezTo>
                        <a:cubicBezTo>
                          <a:pt x="572696" y="866947"/>
                          <a:pt x="568275" y="871394"/>
                          <a:pt x="562723" y="871394"/>
                        </a:cubicBezTo>
                        <a:close/>
                        <a:moveTo>
                          <a:pt x="652071" y="942970"/>
                        </a:moveTo>
                        <a:lnTo>
                          <a:pt x="602513" y="943079"/>
                        </a:lnTo>
                        <a:cubicBezTo>
                          <a:pt x="596447" y="943079"/>
                          <a:pt x="591614" y="938199"/>
                          <a:pt x="591614" y="932017"/>
                        </a:cubicBezTo>
                        <a:lnTo>
                          <a:pt x="591409" y="861959"/>
                        </a:lnTo>
                        <a:cubicBezTo>
                          <a:pt x="591409" y="855777"/>
                          <a:pt x="596138" y="850897"/>
                          <a:pt x="602205" y="850897"/>
                        </a:cubicBezTo>
                        <a:lnTo>
                          <a:pt x="651146" y="850788"/>
                        </a:lnTo>
                        <a:cubicBezTo>
                          <a:pt x="656595" y="850788"/>
                          <a:pt x="661016" y="855235"/>
                          <a:pt x="661016" y="860766"/>
                        </a:cubicBezTo>
                        <a:cubicBezTo>
                          <a:pt x="661016" y="866188"/>
                          <a:pt x="656595" y="870634"/>
                          <a:pt x="651146" y="870743"/>
                        </a:cubicBezTo>
                        <a:lnTo>
                          <a:pt x="612898" y="870851"/>
                        </a:lnTo>
                        <a:lnTo>
                          <a:pt x="612898" y="886685"/>
                        </a:lnTo>
                        <a:lnTo>
                          <a:pt x="645388" y="886577"/>
                        </a:lnTo>
                        <a:cubicBezTo>
                          <a:pt x="650837" y="886577"/>
                          <a:pt x="655259" y="891023"/>
                          <a:pt x="655259" y="896554"/>
                        </a:cubicBezTo>
                        <a:cubicBezTo>
                          <a:pt x="655259" y="901976"/>
                          <a:pt x="650837" y="906423"/>
                          <a:pt x="645388" y="906531"/>
                        </a:cubicBezTo>
                        <a:lnTo>
                          <a:pt x="612898" y="906640"/>
                        </a:lnTo>
                        <a:lnTo>
                          <a:pt x="612898" y="923124"/>
                        </a:lnTo>
                        <a:lnTo>
                          <a:pt x="651763" y="923016"/>
                        </a:lnTo>
                        <a:cubicBezTo>
                          <a:pt x="657212" y="923016"/>
                          <a:pt x="661633" y="927462"/>
                          <a:pt x="661633" y="932993"/>
                        </a:cubicBezTo>
                        <a:cubicBezTo>
                          <a:pt x="661942" y="938524"/>
                          <a:pt x="657521" y="942970"/>
                          <a:pt x="652071" y="942970"/>
                        </a:cubicBezTo>
                        <a:close/>
                        <a:moveTo>
                          <a:pt x="742140" y="871068"/>
                        </a:moveTo>
                        <a:lnTo>
                          <a:pt x="724661" y="871068"/>
                        </a:lnTo>
                        <a:lnTo>
                          <a:pt x="724866" y="932451"/>
                        </a:lnTo>
                        <a:cubicBezTo>
                          <a:pt x="724866" y="938632"/>
                          <a:pt x="720137" y="943513"/>
                          <a:pt x="714070" y="943513"/>
                        </a:cubicBezTo>
                        <a:cubicBezTo>
                          <a:pt x="708004" y="943513"/>
                          <a:pt x="703172" y="938632"/>
                          <a:pt x="703172" y="932451"/>
                        </a:cubicBezTo>
                        <a:lnTo>
                          <a:pt x="702966" y="871068"/>
                        </a:lnTo>
                        <a:lnTo>
                          <a:pt x="685487" y="871068"/>
                        </a:lnTo>
                        <a:cubicBezTo>
                          <a:pt x="679935" y="871068"/>
                          <a:pt x="675411" y="866513"/>
                          <a:pt x="675308" y="860766"/>
                        </a:cubicBezTo>
                        <a:cubicBezTo>
                          <a:pt x="675308" y="855126"/>
                          <a:pt x="679832" y="850463"/>
                          <a:pt x="685384" y="850463"/>
                        </a:cubicBezTo>
                        <a:lnTo>
                          <a:pt x="742140" y="850246"/>
                        </a:lnTo>
                        <a:cubicBezTo>
                          <a:pt x="747692" y="850246"/>
                          <a:pt x="752216" y="854801"/>
                          <a:pt x="752319" y="860549"/>
                        </a:cubicBezTo>
                        <a:cubicBezTo>
                          <a:pt x="752216" y="866513"/>
                          <a:pt x="747692" y="871068"/>
                          <a:pt x="742140" y="871068"/>
                        </a:cubicBezTo>
                        <a:close/>
                        <a:moveTo>
                          <a:pt x="843518" y="867706"/>
                        </a:moveTo>
                        <a:lnTo>
                          <a:pt x="815346" y="906640"/>
                        </a:lnTo>
                        <a:lnTo>
                          <a:pt x="815449" y="932234"/>
                        </a:lnTo>
                        <a:cubicBezTo>
                          <a:pt x="815449" y="938415"/>
                          <a:pt x="810719" y="943296"/>
                          <a:pt x="804653" y="943296"/>
                        </a:cubicBezTo>
                        <a:cubicBezTo>
                          <a:pt x="798587" y="943296"/>
                          <a:pt x="793754" y="938415"/>
                          <a:pt x="793754" y="932234"/>
                        </a:cubicBezTo>
                        <a:lnTo>
                          <a:pt x="793651" y="907074"/>
                        </a:lnTo>
                        <a:lnTo>
                          <a:pt x="765274" y="868032"/>
                        </a:lnTo>
                        <a:cubicBezTo>
                          <a:pt x="763526" y="865537"/>
                          <a:pt x="762600" y="863043"/>
                          <a:pt x="762600" y="860332"/>
                        </a:cubicBezTo>
                        <a:cubicBezTo>
                          <a:pt x="762600" y="854475"/>
                          <a:pt x="767433" y="849595"/>
                          <a:pt x="773396" y="849595"/>
                        </a:cubicBezTo>
                        <a:cubicBezTo>
                          <a:pt x="778846" y="849595"/>
                          <a:pt x="781930" y="853066"/>
                          <a:pt x="783987" y="856102"/>
                        </a:cubicBezTo>
                        <a:lnTo>
                          <a:pt x="804550" y="886143"/>
                        </a:lnTo>
                        <a:lnTo>
                          <a:pt x="825319" y="855777"/>
                        </a:lnTo>
                        <a:cubicBezTo>
                          <a:pt x="828198" y="851439"/>
                          <a:pt x="831488" y="849378"/>
                          <a:pt x="835601" y="849378"/>
                        </a:cubicBezTo>
                        <a:cubicBezTo>
                          <a:pt x="841873" y="849378"/>
                          <a:pt x="846191" y="853825"/>
                          <a:pt x="846294" y="860115"/>
                        </a:cubicBezTo>
                        <a:cubicBezTo>
                          <a:pt x="846294" y="862609"/>
                          <a:pt x="845369" y="865103"/>
                          <a:pt x="843518" y="867706"/>
                        </a:cubicBezTo>
                        <a:close/>
                      </a:path>
                    </a:pathLst>
                  </a:custGeom>
                  <a:solidFill>
                    <a:srgbClr val="F18A00"/>
                  </a:solidFill>
                  <a:ln w="102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24" name="Graphic 61">
                  <a:extLst>
                    <a:ext uri="{FF2B5EF4-FFF2-40B4-BE49-F238E27FC236}">
                      <a16:creationId xmlns:a16="http://schemas.microsoft.com/office/drawing/2014/main" id="{52CD8B2D-EC73-457D-A075-D7AA1D1CA18E}"/>
                    </a:ext>
                  </a:extLst>
                </p:cNvPr>
                <p:cNvGrpSpPr/>
                <p:nvPr userDrawn="1"/>
              </p:nvGrpSpPr>
              <p:grpSpPr>
                <a:xfrm>
                  <a:off x="10566637" y="6280220"/>
                  <a:ext cx="103640" cy="109317"/>
                  <a:chOff x="10566637" y="6280220"/>
                  <a:chExt cx="103640" cy="109317"/>
                </a:xfrm>
                <a:solidFill>
                  <a:srgbClr val="F18A00"/>
                </a:solidFill>
              </p:grpSpPr>
              <p:pic>
                <p:nvPicPr>
                  <p:cNvPr id="228" name="Afbeelding 227">
                    <a:extLst>
                      <a:ext uri="{FF2B5EF4-FFF2-40B4-BE49-F238E27FC236}">
                        <a16:creationId xmlns:a16="http://schemas.microsoft.com/office/drawing/2014/main" id="{C66BE1D9-BA97-4BEB-8DD8-149DBDBA9E9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6">
                    <a:alphaModFix amt="20000"/>
                  </a:blip>
                  <a:stretch>
                    <a:fillRect/>
                  </a:stretch>
                </p:blipFill>
                <p:spPr>
                  <a:xfrm>
                    <a:off x="10566637" y="6280220"/>
                    <a:ext cx="103640" cy="109317"/>
                  </a:xfrm>
                  <a:custGeom>
                    <a:avLst/>
                    <a:gdLst>
                      <a:gd name="connsiteX0" fmla="*/ 1 w 103640"/>
                      <a:gd name="connsiteY0" fmla="*/ 64 h 109317"/>
                      <a:gd name="connsiteX1" fmla="*/ 103641 w 103640"/>
                      <a:gd name="connsiteY1" fmla="*/ 64 h 109317"/>
                      <a:gd name="connsiteX2" fmla="*/ 103641 w 103640"/>
                      <a:gd name="connsiteY2" fmla="*/ 109382 h 109317"/>
                      <a:gd name="connsiteX3" fmla="*/ 1 w 103640"/>
                      <a:gd name="connsiteY3" fmla="*/ 109382 h 1093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3640" h="109317">
                        <a:moveTo>
                          <a:pt x="1" y="64"/>
                        </a:moveTo>
                        <a:lnTo>
                          <a:pt x="103641" y="64"/>
                        </a:lnTo>
                        <a:lnTo>
                          <a:pt x="103641" y="109382"/>
                        </a:lnTo>
                        <a:lnTo>
                          <a:pt x="1" y="109382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229" name="Vrije vorm: vorm 228">
                    <a:extLst>
                      <a:ext uri="{FF2B5EF4-FFF2-40B4-BE49-F238E27FC236}">
                        <a16:creationId xmlns:a16="http://schemas.microsoft.com/office/drawing/2014/main" id="{CD3F29AB-3C0B-452A-AD07-58E39EBB7EF5}"/>
                      </a:ext>
                    </a:extLst>
                  </p:cNvPr>
                  <p:cNvSpPr/>
                  <p:nvPr/>
                </p:nvSpPr>
                <p:spPr>
                  <a:xfrm>
                    <a:off x="10591827" y="6298440"/>
                    <a:ext cx="50997" cy="54117"/>
                  </a:xfrm>
                  <a:custGeom>
                    <a:avLst/>
                    <a:gdLst>
                      <a:gd name="connsiteX0" fmla="*/ 25293 w 50997"/>
                      <a:gd name="connsiteY0" fmla="*/ 0 h 54117"/>
                      <a:gd name="connsiteX1" fmla="*/ 0 w 50997"/>
                      <a:gd name="connsiteY1" fmla="*/ 26895 h 54117"/>
                      <a:gd name="connsiteX2" fmla="*/ 25704 w 50997"/>
                      <a:gd name="connsiteY2" fmla="*/ 54116 h 54117"/>
                      <a:gd name="connsiteX3" fmla="*/ 50998 w 50997"/>
                      <a:gd name="connsiteY3" fmla="*/ 27221 h 54117"/>
                      <a:gd name="connsiteX4" fmla="*/ 25293 w 50997"/>
                      <a:gd name="connsiteY4" fmla="*/ 0 h 541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0997" h="54117">
                        <a:moveTo>
                          <a:pt x="25293" y="0"/>
                        </a:moveTo>
                        <a:cubicBezTo>
                          <a:pt x="10899" y="0"/>
                          <a:pt x="0" y="11604"/>
                          <a:pt x="0" y="26895"/>
                        </a:cubicBezTo>
                        <a:cubicBezTo>
                          <a:pt x="0" y="42621"/>
                          <a:pt x="11104" y="54225"/>
                          <a:pt x="25704" y="54116"/>
                        </a:cubicBezTo>
                        <a:cubicBezTo>
                          <a:pt x="40099" y="54116"/>
                          <a:pt x="50998" y="42512"/>
                          <a:pt x="50998" y="27221"/>
                        </a:cubicBezTo>
                        <a:cubicBezTo>
                          <a:pt x="50895" y="11604"/>
                          <a:pt x="39893" y="0"/>
                          <a:pt x="25293" y="0"/>
                        </a:cubicBezTo>
                        <a:close/>
                      </a:path>
                    </a:pathLst>
                  </a:custGeom>
                  <a:solidFill>
                    <a:srgbClr val="F18A00"/>
                  </a:solidFill>
                  <a:ln w="102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25" name="Graphic 61">
                  <a:extLst>
                    <a:ext uri="{FF2B5EF4-FFF2-40B4-BE49-F238E27FC236}">
                      <a16:creationId xmlns:a16="http://schemas.microsoft.com/office/drawing/2014/main" id="{2F690877-CA5E-4815-BF78-E445D9EA65D3}"/>
                    </a:ext>
                  </a:extLst>
                </p:cNvPr>
                <p:cNvGrpSpPr/>
                <p:nvPr/>
              </p:nvGrpSpPr>
              <p:grpSpPr>
                <a:xfrm>
                  <a:off x="10820802" y="6288028"/>
                  <a:ext cx="71561" cy="80686"/>
                  <a:chOff x="10820802" y="6288028"/>
                  <a:chExt cx="71561" cy="80686"/>
                </a:xfrm>
                <a:solidFill>
                  <a:srgbClr val="F8991D"/>
                </a:solidFill>
              </p:grpSpPr>
              <p:pic>
                <p:nvPicPr>
                  <p:cNvPr id="226" name="Afbeelding 225">
                    <a:extLst>
                      <a:ext uri="{FF2B5EF4-FFF2-40B4-BE49-F238E27FC236}">
                        <a16:creationId xmlns:a16="http://schemas.microsoft.com/office/drawing/2014/main" id="{CFC22473-9C78-46D6-90E3-D6D249FB31B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7">
                    <a:alphaModFix amt="20000"/>
                  </a:blip>
                  <a:stretch>
                    <a:fillRect/>
                  </a:stretch>
                </p:blipFill>
                <p:spPr>
                  <a:xfrm>
                    <a:off x="10820802" y="6288028"/>
                    <a:ext cx="71561" cy="80686"/>
                  </a:xfrm>
                  <a:custGeom>
                    <a:avLst/>
                    <a:gdLst>
                      <a:gd name="connsiteX0" fmla="*/ 31 w 71561"/>
                      <a:gd name="connsiteY0" fmla="*/ 69 h 80686"/>
                      <a:gd name="connsiteX1" fmla="*/ 71592 w 71561"/>
                      <a:gd name="connsiteY1" fmla="*/ 69 h 80686"/>
                      <a:gd name="connsiteX2" fmla="*/ 71592 w 71561"/>
                      <a:gd name="connsiteY2" fmla="*/ 80756 h 80686"/>
                      <a:gd name="connsiteX3" fmla="*/ 31 w 71561"/>
                      <a:gd name="connsiteY3" fmla="*/ 80756 h 806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1561" h="80686">
                        <a:moveTo>
                          <a:pt x="31" y="69"/>
                        </a:moveTo>
                        <a:lnTo>
                          <a:pt x="71592" y="69"/>
                        </a:lnTo>
                        <a:lnTo>
                          <a:pt x="71592" y="80756"/>
                        </a:lnTo>
                        <a:lnTo>
                          <a:pt x="31" y="80756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227" name="Vrije vorm: vorm 226">
                    <a:extLst>
                      <a:ext uri="{FF2B5EF4-FFF2-40B4-BE49-F238E27FC236}">
                        <a16:creationId xmlns:a16="http://schemas.microsoft.com/office/drawing/2014/main" id="{7F3BAF77-3747-4BA7-92D7-CA690870FB31}"/>
                      </a:ext>
                    </a:extLst>
                  </p:cNvPr>
                  <p:cNvSpPr/>
                  <p:nvPr/>
                </p:nvSpPr>
                <p:spPr>
                  <a:xfrm>
                    <a:off x="10845479" y="6305489"/>
                    <a:ext cx="20974" cy="25485"/>
                  </a:xfrm>
                  <a:custGeom>
                    <a:avLst/>
                    <a:gdLst>
                      <a:gd name="connsiteX0" fmla="*/ 0 w 20974"/>
                      <a:gd name="connsiteY0" fmla="*/ 25486 h 25485"/>
                      <a:gd name="connsiteX1" fmla="*/ 20975 w 20974"/>
                      <a:gd name="connsiteY1" fmla="*/ 25377 h 25485"/>
                      <a:gd name="connsiteX2" fmla="*/ 10385 w 20974"/>
                      <a:gd name="connsiteY2" fmla="*/ 0 h 254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0974" h="25485">
                        <a:moveTo>
                          <a:pt x="0" y="25486"/>
                        </a:moveTo>
                        <a:lnTo>
                          <a:pt x="20975" y="25377"/>
                        </a:lnTo>
                        <a:lnTo>
                          <a:pt x="10385" y="0"/>
                        </a:lnTo>
                        <a:close/>
                      </a:path>
                    </a:pathLst>
                  </a:custGeom>
                  <a:solidFill>
                    <a:srgbClr val="F8991D"/>
                  </a:solidFill>
                  <a:ln w="102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153" name="Graphic 61">
                <a:extLst>
                  <a:ext uri="{FF2B5EF4-FFF2-40B4-BE49-F238E27FC236}">
                    <a16:creationId xmlns:a16="http://schemas.microsoft.com/office/drawing/2014/main" id="{68207970-DCBB-4FE7-BBFE-8CCD69360928}"/>
                  </a:ext>
                </a:extLst>
              </p:cNvPr>
              <p:cNvGrpSpPr/>
              <p:nvPr/>
            </p:nvGrpSpPr>
            <p:grpSpPr>
              <a:xfrm>
                <a:off x="11194442" y="5770723"/>
                <a:ext cx="63747" cy="33402"/>
                <a:chOff x="11194442" y="5770723"/>
                <a:chExt cx="63747" cy="33402"/>
              </a:xfrm>
              <a:solidFill>
                <a:srgbClr val="FFFFFF"/>
              </a:solidFill>
            </p:grpSpPr>
            <p:sp>
              <p:nvSpPr>
                <p:cNvPr id="154" name="Vrije vorm: vorm 153">
                  <a:extLst>
                    <a:ext uri="{FF2B5EF4-FFF2-40B4-BE49-F238E27FC236}">
                      <a16:creationId xmlns:a16="http://schemas.microsoft.com/office/drawing/2014/main" id="{64AD28EF-0D3B-41BB-8315-B6C3F2F1FCD1}"/>
                    </a:ext>
                  </a:extLst>
                </p:cNvPr>
                <p:cNvSpPr/>
                <p:nvPr/>
              </p:nvSpPr>
              <p:spPr>
                <a:xfrm>
                  <a:off x="11194442" y="5770940"/>
                  <a:ext cx="26012" cy="33185"/>
                </a:xfrm>
                <a:custGeom>
                  <a:avLst/>
                  <a:gdLst>
                    <a:gd name="connsiteX0" fmla="*/ 11104 w 26012"/>
                    <a:gd name="connsiteY0" fmla="*/ 3579 h 33185"/>
                    <a:gd name="connsiteX1" fmla="*/ 1748 w 26012"/>
                    <a:gd name="connsiteY1" fmla="*/ 3579 h 33185"/>
                    <a:gd name="connsiteX2" fmla="*/ 0 w 26012"/>
                    <a:gd name="connsiteY2" fmla="*/ 1844 h 33185"/>
                    <a:gd name="connsiteX3" fmla="*/ 1748 w 26012"/>
                    <a:gd name="connsiteY3" fmla="*/ 108 h 33185"/>
                    <a:gd name="connsiteX4" fmla="*/ 24265 w 26012"/>
                    <a:gd name="connsiteY4" fmla="*/ 0 h 33185"/>
                    <a:gd name="connsiteX5" fmla="*/ 26013 w 26012"/>
                    <a:gd name="connsiteY5" fmla="*/ 1735 h 33185"/>
                    <a:gd name="connsiteX6" fmla="*/ 24265 w 26012"/>
                    <a:gd name="connsiteY6" fmla="*/ 3470 h 33185"/>
                    <a:gd name="connsiteX7" fmla="*/ 14909 w 26012"/>
                    <a:gd name="connsiteY7" fmla="*/ 3470 h 33185"/>
                    <a:gd name="connsiteX8" fmla="*/ 15011 w 26012"/>
                    <a:gd name="connsiteY8" fmla="*/ 31342 h 33185"/>
                    <a:gd name="connsiteX9" fmla="*/ 13161 w 26012"/>
                    <a:gd name="connsiteY9" fmla="*/ 33186 h 33185"/>
                    <a:gd name="connsiteX10" fmla="*/ 11310 w 26012"/>
                    <a:gd name="connsiteY10" fmla="*/ 31342 h 33185"/>
                    <a:gd name="connsiteX11" fmla="*/ 11104 w 26012"/>
                    <a:gd name="connsiteY11" fmla="*/ 3579 h 331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6012" h="33185">
                      <a:moveTo>
                        <a:pt x="11104" y="3579"/>
                      </a:moveTo>
                      <a:lnTo>
                        <a:pt x="1748" y="3579"/>
                      </a:lnTo>
                      <a:cubicBezTo>
                        <a:pt x="823" y="3579"/>
                        <a:pt x="0" y="2820"/>
                        <a:pt x="0" y="1844"/>
                      </a:cubicBezTo>
                      <a:cubicBezTo>
                        <a:pt x="0" y="868"/>
                        <a:pt x="823" y="108"/>
                        <a:pt x="1748" y="108"/>
                      </a:cubicBezTo>
                      <a:lnTo>
                        <a:pt x="24265" y="0"/>
                      </a:lnTo>
                      <a:cubicBezTo>
                        <a:pt x="25190" y="0"/>
                        <a:pt x="26013" y="759"/>
                        <a:pt x="26013" y="1735"/>
                      </a:cubicBezTo>
                      <a:cubicBezTo>
                        <a:pt x="26013" y="2711"/>
                        <a:pt x="25190" y="3470"/>
                        <a:pt x="24265" y="3470"/>
                      </a:cubicBezTo>
                      <a:lnTo>
                        <a:pt x="14909" y="3470"/>
                      </a:lnTo>
                      <a:lnTo>
                        <a:pt x="15011" y="31342"/>
                      </a:lnTo>
                      <a:cubicBezTo>
                        <a:pt x="15011" y="32426"/>
                        <a:pt x="14189" y="33186"/>
                        <a:pt x="13161" y="33186"/>
                      </a:cubicBezTo>
                      <a:cubicBezTo>
                        <a:pt x="12133" y="33186"/>
                        <a:pt x="11310" y="32318"/>
                        <a:pt x="11310" y="31342"/>
                      </a:cubicBezTo>
                      <a:lnTo>
                        <a:pt x="11104" y="357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02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dirty="0"/>
                </a:p>
              </p:txBody>
            </p:sp>
            <p:sp>
              <p:nvSpPr>
                <p:cNvPr id="155" name="Vrije vorm: vorm 154">
                  <a:extLst>
                    <a:ext uri="{FF2B5EF4-FFF2-40B4-BE49-F238E27FC236}">
                      <a16:creationId xmlns:a16="http://schemas.microsoft.com/office/drawing/2014/main" id="{ED50A138-A22E-4B78-BA29-424DC6249659}"/>
                    </a:ext>
                  </a:extLst>
                </p:cNvPr>
                <p:cNvSpPr/>
                <p:nvPr/>
              </p:nvSpPr>
              <p:spPr>
                <a:xfrm>
                  <a:off x="11227036" y="5770723"/>
                  <a:ext cx="31153" cy="33402"/>
                </a:xfrm>
                <a:custGeom>
                  <a:avLst/>
                  <a:gdLst>
                    <a:gd name="connsiteX0" fmla="*/ 0 w 31153"/>
                    <a:gd name="connsiteY0" fmla="*/ 1952 h 33402"/>
                    <a:gd name="connsiteX1" fmla="*/ 1748 w 31153"/>
                    <a:gd name="connsiteY1" fmla="*/ 108 h 33402"/>
                    <a:gd name="connsiteX2" fmla="*/ 2159 w 31153"/>
                    <a:gd name="connsiteY2" fmla="*/ 108 h 33402"/>
                    <a:gd name="connsiteX3" fmla="*/ 3907 w 31153"/>
                    <a:gd name="connsiteY3" fmla="*/ 1085 h 33402"/>
                    <a:gd name="connsiteX4" fmla="*/ 15526 w 31153"/>
                    <a:gd name="connsiteY4" fmla="*/ 18762 h 33402"/>
                    <a:gd name="connsiteX5" fmla="*/ 27041 w 31153"/>
                    <a:gd name="connsiteY5" fmla="*/ 976 h 33402"/>
                    <a:gd name="connsiteX6" fmla="*/ 28789 w 31153"/>
                    <a:gd name="connsiteY6" fmla="*/ 0 h 33402"/>
                    <a:gd name="connsiteX7" fmla="*/ 29200 w 31153"/>
                    <a:gd name="connsiteY7" fmla="*/ 0 h 33402"/>
                    <a:gd name="connsiteX8" fmla="*/ 31051 w 31153"/>
                    <a:gd name="connsiteY8" fmla="*/ 1844 h 33402"/>
                    <a:gd name="connsiteX9" fmla="*/ 31154 w 31153"/>
                    <a:gd name="connsiteY9" fmla="*/ 31450 h 33402"/>
                    <a:gd name="connsiteX10" fmla="*/ 29406 w 31153"/>
                    <a:gd name="connsiteY10" fmla="*/ 33294 h 33402"/>
                    <a:gd name="connsiteX11" fmla="*/ 27555 w 31153"/>
                    <a:gd name="connsiteY11" fmla="*/ 31450 h 33402"/>
                    <a:gd name="connsiteX12" fmla="*/ 27452 w 31153"/>
                    <a:gd name="connsiteY12" fmla="*/ 6832 h 33402"/>
                    <a:gd name="connsiteX13" fmla="*/ 17171 w 31153"/>
                    <a:gd name="connsiteY13" fmla="*/ 22341 h 33402"/>
                    <a:gd name="connsiteX14" fmla="*/ 15628 w 31153"/>
                    <a:gd name="connsiteY14" fmla="*/ 23317 h 33402"/>
                    <a:gd name="connsiteX15" fmla="*/ 14086 w 31153"/>
                    <a:gd name="connsiteY15" fmla="*/ 22341 h 33402"/>
                    <a:gd name="connsiteX16" fmla="*/ 3701 w 31153"/>
                    <a:gd name="connsiteY16" fmla="*/ 6941 h 33402"/>
                    <a:gd name="connsiteX17" fmla="*/ 3804 w 31153"/>
                    <a:gd name="connsiteY17" fmla="*/ 31559 h 33402"/>
                    <a:gd name="connsiteX18" fmla="*/ 2056 w 31153"/>
                    <a:gd name="connsiteY18" fmla="*/ 33403 h 33402"/>
                    <a:gd name="connsiteX19" fmla="*/ 308 w 31153"/>
                    <a:gd name="connsiteY19" fmla="*/ 31559 h 33402"/>
                    <a:gd name="connsiteX20" fmla="*/ 0 w 31153"/>
                    <a:gd name="connsiteY20" fmla="*/ 1952 h 334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1153" h="33402">
                      <a:moveTo>
                        <a:pt x="0" y="1952"/>
                      </a:moveTo>
                      <a:cubicBezTo>
                        <a:pt x="0" y="976"/>
                        <a:pt x="823" y="108"/>
                        <a:pt x="1748" y="108"/>
                      </a:cubicBezTo>
                      <a:lnTo>
                        <a:pt x="2159" y="108"/>
                      </a:lnTo>
                      <a:cubicBezTo>
                        <a:pt x="2982" y="108"/>
                        <a:pt x="3496" y="542"/>
                        <a:pt x="3907" y="1085"/>
                      </a:cubicBezTo>
                      <a:lnTo>
                        <a:pt x="15526" y="18762"/>
                      </a:lnTo>
                      <a:lnTo>
                        <a:pt x="27041" y="976"/>
                      </a:lnTo>
                      <a:cubicBezTo>
                        <a:pt x="27452" y="325"/>
                        <a:pt x="27966" y="0"/>
                        <a:pt x="28789" y="0"/>
                      </a:cubicBezTo>
                      <a:lnTo>
                        <a:pt x="29200" y="0"/>
                      </a:lnTo>
                      <a:cubicBezTo>
                        <a:pt x="30126" y="0"/>
                        <a:pt x="31051" y="868"/>
                        <a:pt x="31051" y="1844"/>
                      </a:cubicBezTo>
                      <a:lnTo>
                        <a:pt x="31154" y="31450"/>
                      </a:lnTo>
                      <a:cubicBezTo>
                        <a:pt x="31154" y="32535"/>
                        <a:pt x="30331" y="33294"/>
                        <a:pt x="29406" y="33294"/>
                      </a:cubicBezTo>
                      <a:cubicBezTo>
                        <a:pt x="28378" y="33294"/>
                        <a:pt x="27555" y="32426"/>
                        <a:pt x="27555" y="31450"/>
                      </a:cubicBezTo>
                      <a:lnTo>
                        <a:pt x="27452" y="6832"/>
                      </a:lnTo>
                      <a:lnTo>
                        <a:pt x="17171" y="22341"/>
                      </a:lnTo>
                      <a:cubicBezTo>
                        <a:pt x="16759" y="22991"/>
                        <a:pt x="16245" y="23317"/>
                        <a:pt x="15628" y="23317"/>
                      </a:cubicBezTo>
                      <a:cubicBezTo>
                        <a:pt x="15011" y="23317"/>
                        <a:pt x="14497" y="22991"/>
                        <a:pt x="14086" y="22341"/>
                      </a:cubicBezTo>
                      <a:lnTo>
                        <a:pt x="3701" y="6941"/>
                      </a:lnTo>
                      <a:lnTo>
                        <a:pt x="3804" y="31559"/>
                      </a:lnTo>
                      <a:cubicBezTo>
                        <a:pt x="3804" y="32643"/>
                        <a:pt x="2982" y="33403"/>
                        <a:pt x="2056" y="33403"/>
                      </a:cubicBezTo>
                      <a:cubicBezTo>
                        <a:pt x="1131" y="33403"/>
                        <a:pt x="308" y="32643"/>
                        <a:pt x="308" y="31559"/>
                      </a:cubicBezTo>
                      <a:lnTo>
                        <a:pt x="0" y="195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02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dirty="0"/>
                </a:p>
              </p:txBody>
            </p:sp>
          </p:grpSp>
        </p:grpSp>
      </p:grpSp>
      <p:pic>
        <p:nvPicPr>
          <p:cNvPr id="236" name="Afbeelding 235">
            <a:extLst>
              <a:ext uri="{FF2B5EF4-FFF2-40B4-BE49-F238E27FC236}">
                <a16:creationId xmlns:a16="http://schemas.microsoft.com/office/drawing/2014/main" id="{57197353-11B0-4CF8-A79E-FA38EA60D7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" y="6477048"/>
            <a:ext cx="12190476" cy="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243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accent3"/>
          </a:solidFill>
          <a:latin typeface="+mn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rgbClr val="FF9929"/>
        </a:buClr>
        <a:buFont typeface="Arial" panose="020B0604020202020204" pitchFamily="34" charset="0"/>
        <a:buChar char="–"/>
        <a:tabLst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8038" indent="-26670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4">
            <a:lumMod val="60000"/>
            <a:lumOff val="40000"/>
          </a:schemeClr>
        </a:buClr>
        <a:buFont typeface="Calibri" panose="020F0502020204030204" pitchFamily="34" charset="0"/>
        <a:buChar char="→"/>
        <a:defRPr sz="120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600" b="1" i="0" u="none" kern="1200" cap="none" baseline="0">
          <a:solidFill>
            <a:schemeClr val="accent3"/>
          </a:solidFill>
          <a:latin typeface="+mn-lt"/>
          <a:ea typeface="+mn-ea"/>
          <a:cs typeface="+mn-cs"/>
        </a:defRPr>
      </a:lvl6pPr>
      <a:lvl7pPr marL="268288" indent="-268288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2"/>
        </a:buClr>
        <a:buFont typeface="+mj-lt"/>
        <a:buAutoNum type="arabicPeriod"/>
        <a:tabLst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36575" indent="-268288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2"/>
        </a:buClr>
        <a:buFont typeface="+mj-lt"/>
        <a:buAutoNum type="alphaLcPeriod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800" b="1" i="0" u="sng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32" userDrawn="1">
          <p15:clr>
            <a:srgbClr val="F26B43"/>
          </p15:clr>
        </p15:guide>
        <p15:guide id="3" orient="horz" pos="67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977" y="373978"/>
            <a:ext cx="8695889" cy="23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Place title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4978" y="1802440"/>
            <a:ext cx="10937271" cy="45016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549FE6F-67CB-4243-BE03-A9A3C4007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1751" y="6424534"/>
            <a:ext cx="270000" cy="154868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r">
              <a:defRPr sz="1000" b="1" u="none">
                <a:solidFill>
                  <a:schemeClr val="accent2"/>
                </a:solidFill>
                <a:latin typeface="+mj-lt"/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 userDrawn="1"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22" name="Groep 21" hidden="1">
            <a:extLst>
              <a:ext uri="{FF2B5EF4-FFF2-40B4-BE49-F238E27FC236}">
                <a16:creationId xmlns:a16="http://schemas.microsoft.com/office/drawing/2014/main" id="{40916DCB-FB8A-46F1-A624-A6A0D3CFD417}"/>
              </a:ext>
            </a:extLst>
          </p:cNvPr>
          <p:cNvGrpSpPr/>
          <p:nvPr userDrawn="1"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4" name="Rechte verbindingslijn 13">
              <a:extLst>
                <a:ext uri="{FF2B5EF4-FFF2-40B4-BE49-F238E27FC236}">
                  <a16:creationId xmlns:a16="http://schemas.microsoft.com/office/drawing/2014/main" id="{1B0A5320-29C8-465C-A8A7-2A4B9BD3450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27968" y="0"/>
              <a:ext cx="0" cy="6858000"/>
            </a:xfrm>
            <a:prstGeom prst="line">
              <a:avLst/>
            </a:prstGeom>
            <a:ln w="3175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Rechte verbindingslijn 51">
              <a:extLst>
                <a:ext uri="{FF2B5EF4-FFF2-40B4-BE49-F238E27FC236}">
                  <a16:creationId xmlns:a16="http://schemas.microsoft.com/office/drawing/2014/main" id="{56D69ADF-41B9-4D49-AECD-FC8073435E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652000" y="0"/>
              <a:ext cx="0" cy="6858000"/>
            </a:xfrm>
            <a:prstGeom prst="line">
              <a:avLst/>
            </a:prstGeom>
            <a:ln w="3175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Rechte verbindingslijn 52">
              <a:extLst>
                <a:ext uri="{FF2B5EF4-FFF2-40B4-BE49-F238E27FC236}">
                  <a16:creationId xmlns:a16="http://schemas.microsoft.com/office/drawing/2014/main" id="{B7708052-0E66-472C-9752-EDF7F6379A6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" y="540000"/>
              <a:ext cx="12192001" cy="0"/>
            </a:xfrm>
            <a:prstGeom prst="line">
              <a:avLst/>
            </a:prstGeom>
            <a:ln w="3175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Rechte verbindingslijn 53">
              <a:extLst>
                <a:ext uri="{FF2B5EF4-FFF2-40B4-BE49-F238E27FC236}">
                  <a16:creationId xmlns:a16="http://schemas.microsoft.com/office/drawing/2014/main" id="{4334AB85-FD41-46BB-8B3B-2DD1FDEFF4D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318000"/>
              <a:ext cx="12192001" cy="0"/>
            </a:xfrm>
            <a:prstGeom prst="line">
              <a:avLst/>
            </a:prstGeom>
            <a:ln w="3175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Rectangle 13">
            <a:extLst>
              <a:ext uri="{FF2B5EF4-FFF2-40B4-BE49-F238E27FC236}">
                <a16:creationId xmlns:a16="http://schemas.microsoft.com/office/drawing/2014/main" id="{6FD84C32-C5BB-40E2-A8DE-7C41FE286771}"/>
              </a:ext>
            </a:extLst>
          </p:cNvPr>
          <p:cNvSpPr/>
          <p:nvPr userDrawn="1"/>
        </p:nvSpPr>
        <p:spPr>
          <a:xfrm>
            <a:off x="528638" y="373977"/>
            <a:ext cx="72000" cy="756000"/>
          </a:xfrm>
          <a:prstGeom prst="rect">
            <a:avLst/>
          </a:prstGeom>
          <a:solidFill>
            <a:srgbClr val="00A5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87CB7AA5-22B9-486B-8D5B-737F98534EB3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rgbClr val="00A582"/>
                </a:solidFill>
                <a:latin typeface="Arial Black" panose="020B0A04020102020204" pitchFamily="34" charset="0"/>
              </a:rPr>
              <a:t>VAN OORD | S.E.A.</a:t>
            </a:r>
          </a:p>
        </p:txBody>
      </p:sp>
      <p:sp>
        <p:nvSpPr>
          <p:cNvPr id="26" name="Vrije vorm: vorm 135">
            <a:extLst>
              <a:ext uri="{FF2B5EF4-FFF2-40B4-BE49-F238E27FC236}">
                <a16:creationId xmlns:a16="http://schemas.microsoft.com/office/drawing/2014/main" id="{056C55F5-60F8-5F50-B47E-FFF40F79EDBB}"/>
              </a:ext>
            </a:extLst>
          </p:cNvPr>
          <p:cNvSpPr txBox="1">
            <a:spLocks/>
          </p:cNvSpPr>
          <p:nvPr userDrawn="1"/>
        </p:nvSpPr>
        <p:spPr>
          <a:xfrm>
            <a:off x="9971963" y="394858"/>
            <a:ext cx="1680287" cy="538656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blipFill>
            <a:blip r:embed="rId12"/>
            <a:srcRect/>
            <a:stretch>
              <a:fillRect t="1004" b="1004"/>
            </a:stretch>
          </a:blipFill>
        </p:spPr>
        <p:txBody>
          <a:bodyPr wrap="square" anchor="b">
            <a:noAutofit/>
          </a:bodyPr>
          <a:lstStyle>
            <a:lvl1pPr marL="266700" indent="-266700" algn="ctr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Font typeface="Calibri" panose="020F0502020204030204" pitchFamily="34" charset="0"/>
              <a:buNone/>
              <a:defRPr sz="100" b="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tabLst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8038" indent="-2667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▪"/>
              <a:defRPr sz="120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1" kern="1200">
                <a:solidFill>
                  <a:schemeClr val="accent1"/>
                </a:solidFill>
                <a:latin typeface="Arial Black" panose="020B0A04020102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1" i="1" u="none" kern="1200" cap="none" baseline="0">
                <a:solidFill>
                  <a:schemeClr val="accent2"/>
                </a:solidFill>
                <a:latin typeface="Arial Black" panose="020B0A04020102020204" pitchFamily="34" charset="0"/>
                <a:ea typeface="+mn-ea"/>
                <a:cs typeface="+mn-cs"/>
              </a:defRPr>
            </a:lvl6pPr>
            <a:lvl7pPr marL="268288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+mj-lt"/>
              <a:buAutoNum type="arabicPeriod"/>
              <a:tabLst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53657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+mj-lt"/>
              <a:buAutoNum type="alphaLcPeriod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b="1" i="1" u="sng" kern="1200">
                <a:solidFill>
                  <a:schemeClr val="accent3"/>
                </a:solidFill>
                <a:latin typeface="Arial Black" panose="020B0A04020102020204" pitchFamily="34" charset="0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7541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93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accent3"/>
          </a:solidFill>
          <a:latin typeface="+mn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4">
            <a:lumMod val="75000"/>
          </a:schemeClr>
        </a:buClr>
        <a:buFont typeface="Arial" panose="020B0604020202020204" pitchFamily="34" charset="0"/>
        <a:buChar char="–"/>
        <a:tabLst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8038" indent="-26670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4">
            <a:lumMod val="50000"/>
          </a:schemeClr>
        </a:buClr>
        <a:buFont typeface="Calibri" panose="020F0502020204030204" pitchFamily="34" charset="0"/>
        <a:buChar char="→"/>
        <a:defRPr sz="120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1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600" b="1" i="0" u="none" kern="1200" cap="none" baseline="0">
          <a:solidFill>
            <a:schemeClr val="accent4"/>
          </a:solidFill>
          <a:latin typeface="+mn-lt"/>
          <a:ea typeface="+mn-ea"/>
          <a:cs typeface="+mn-cs"/>
        </a:defRPr>
      </a:lvl6pPr>
      <a:lvl7pPr marL="268288" indent="-268288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2"/>
        </a:buClr>
        <a:buFont typeface="+mj-lt"/>
        <a:buAutoNum type="arabicPeriod"/>
        <a:tabLst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36575" indent="-268288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2"/>
        </a:buClr>
        <a:buFont typeface="+mj-lt"/>
        <a:buAutoNum type="alphaLcPeriod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800" b="1" i="0" u="sng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3" orient="horz" pos="686" userDrawn="1">
          <p15:clr>
            <a:srgbClr val="F26B43"/>
          </p15:clr>
        </p15:guide>
        <p15:guide id="4" orient="horz" pos="2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Example Van Oord Deck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/>
        </p:txBody>
      </p:sp>
      <p:sp>
        <p:nvSpPr>
          <p:cNvPr id="7" name="Rectangle 6"/>
          <p:cNvSpPr/>
          <p:nvPr/>
        </p:nvSpPr>
        <p:spPr>
          <a:xfrm>
            <a:off x="714977" y="373978"/>
            <a:ext cx="10695889" cy="34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43891" bIns="43891"/>
          <a:lstStyle/>
          <a:p>
            <a:pPr algn="l"/>
            <a:r>
              <a:rPr sz="2400" b="1">
                <a:solidFill>
                  <a:srgbClr val="253A79"/>
                </a:solidFill>
                <a:latin typeface="Arial"/>
              </a:rPr>
              <a:t>Example dense content slide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977" y="720000"/>
            <a:ext cx="10697600" cy="4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43891" bIns="43891"/>
          <a:lstStyle/>
          <a:p>
            <a:pPr algn="l"/>
            <a:r>
              <a:rPr sz="1300" b="0">
                <a:solidFill>
                  <a:srgbClr val="555555"/>
                </a:solidFill>
                <a:latin typeface="Arial"/>
              </a:rPr>
              <a:t>Table, key message, and one-line conclusion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00000"/>
            <a:ext cx="2276540" cy="347472"/>
          </a:xfrm>
          <a:prstGeom prst="rect">
            <a:avLst/>
          </a:prstGeom>
          <a:solidFill>
            <a:srgbClr val="253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Item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70900" y="1400000"/>
            <a:ext cx="3414811" cy="347472"/>
          </a:xfrm>
          <a:prstGeom prst="rect">
            <a:avLst/>
          </a:prstGeom>
          <a:solidFill>
            <a:srgbClr val="253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Owner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5711" y="1400000"/>
            <a:ext cx="2276540" cy="347472"/>
          </a:xfrm>
          <a:prstGeom prst="rect">
            <a:avLst/>
          </a:prstGeom>
          <a:solidFill>
            <a:srgbClr val="253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2251" y="1400000"/>
            <a:ext cx="3035387" cy="347472"/>
          </a:xfrm>
          <a:prstGeom prst="rect">
            <a:avLst/>
          </a:prstGeom>
          <a:solidFill>
            <a:srgbClr val="253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Identifier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747472"/>
            <a:ext cx="2276540" cy="14508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l"/>
            <a:r>
              <a:rPr sz="900" b="0">
                <a:solidFill>
                  <a:srgbClr val="262626"/>
                </a:solidFill>
                <a:latin typeface="Arial"/>
              </a:rPr>
              <a:t>Alpha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0900" y="1747472"/>
            <a:ext cx="3414811" cy="14508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l"/>
            <a:r>
              <a:rPr sz="900" b="0">
                <a:solidFill>
                  <a:srgbClr val="262626"/>
                </a:solidFill>
                <a:latin typeface="Arial"/>
              </a:rPr>
              <a:t>Operations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85711" y="1747472"/>
            <a:ext cx="2276540" cy="14508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l"/>
            <a:r>
              <a:rPr sz="900" b="0">
                <a:solidFill>
                  <a:srgbClr val="262626"/>
                </a:solidFill>
                <a:latin typeface="Arial"/>
              </a:rPr>
              <a:t>On track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62251" y="1747472"/>
            <a:ext cx="3035387" cy="14508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l"/>
            <a:r>
              <a:rPr sz="900" b="0">
                <a:solidFill>
                  <a:srgbClr val="262626"/>
                </a:solidFill>
                <a:latin typeface="Consolas"/>
              </a:rPr>
              <a:t>ID-0001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198314"/>
            <a:ext cx="2276540" cy="14508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l"/>
            <a:r>
              <a:rPr sz="900" b="0">
                <a:solidFill>
                  <a:srgbClr val="262626"/>
                </a:solidFill>
                <a:latin typeface="Arial"/>
              </a:rPr>
              <a:t>Beta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70900" y="3198314"/>
            <a:ext cx="3414811" cy="14508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l"/>
            <a:r>
              <a:rPr sz="900" b="0">
                <a:solidFill>
                  <a:srgbClr val="262626"/>
                </a:solidFill>
                <a:latin typeface="Arial"/>
              </a:rPr>
              <a:t>Engineering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85711" y="3198314"/>
            <a:ext cx="2276540" cy="14508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l"/>
            <a:r>
              <a:rPr sz="900" b="0">
                <a:solidFill>
                  <a:srgbClr val="262626"/>
                </a:solidFill>
                <a:latin typeface="Arial"/>
              </a:rPr>
              <a:t>Delayed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62251" y="3198314"/>
            <a:ext cx="3035387" cy="14508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l"/>
            <a:r>
              <a:rPr sz="900" b="0">
                <a:solidFill>
                  <a:srgbClr val="262626"/>
                </a:solidFill>
                <a:latin typeface="Consolas"/>
              </a:rPr>
              <a:t>ID-0002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649157"/>
            <a:ext cx="2276540" cy="14508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l"/>
            <a:r>
              <a:rPr sz="900" b="0">
                <a:solidFill>
                  <a:srgbClr val="262626"/>
                </a:solidFill>
                <a:latin typeface="Arial"/>
              </a:rPr>
              <a:t>Gamma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70900" y="4649157"/>
            <a:ext cx="3414811" cy="14508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l"/>
            <a:r>
              <a:rPr sz="900" b="0">
                <a:solidFill>
                  <a:srgbClr val="262626"/>
                </a:solidFill>
                <a:latin typeface="Arial"/>
              </a:rPr>
              <a:t>Finance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85711" y="4649157"/>
            <a:ext cx="2276540" cy="14508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l"/>
            <a:r>
              <a:rPr sz="900" b="0">
                <a:solidFill>
                  <a:srgbClr val="262626"/>
                </a:solidFill>
                <a:latin typeface="Arial"/>
              </a:rPr>
              <a:t>Complete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62251" y="4649157"/>
            <a:ext cx="3035387" cy="14508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l"/>
            <a:r>
              <a:rPr sz="900" b="0">
                <a:solidFill>
                  <a:srgbClr val="262626"/>
                </a:solidFill>
                <a:latin typeface="Consolas"/>
              </a:rPr>
              <a:t>ID-0003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00000"/>
            <a:ext cx="11003280" cy="300000"/>
          </a:xfrm>
          <a:prstGeom prst="rect">
            <a:avLst/>
          </a:prstGeom>
          <a:solidFill>
            <a:srgbClr val="FF8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Structure first, content second. This is how we stay on brand.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N OORD">
  <a:themeElements>
    <a:clrScheme name="VAN OORD 2021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253A79"/>
      </a:accent1>
      <a:accent2>
        <a:srgbClr val="FF8702"/>
      </a:accent2>
      <a:accent3>
        <a:srgbClr val="A8B0C9"/>
      </a:accent3>
      <a:accent4>
        <a:srgbClr val="FFA43F"/>
      </a:accent4>
      <a:accent5>
        <a:srgbClr val="C8C8C8"/>
      </a:accent5>
      <a:accent6>
        <a:srgbClr val="969696"/>
      </a:accent6>
      <a:hlink>
        <a:srgbClr val="253A79"/>
      </a:hlink>
      <a:folHlink>
        <a:srgbClr val="253A79"/>
      </a:folHlink>
    </a:clrScheme>
    <a:fontScheme name="Aangepast 35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90000"/>
          </a:lnSpc>
          <a:spcBef>
            <a:spcPts val="300"/>
          </a:spcBef>
          <a:spcAft>
            <a:spcPts val="300"/>
          </a:spcAft>
          <a:defRPr sz="1600" dirty="0" err="1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an Oord - Presentation Template" id="{58C4B5FB-7356-4745-85C9-6D2880197A58}" vid="{E08E7E8F-39A3-A54F-BE5B-F86B3E118354}"/>
    </a:ext>
  </a:extLst>
</a:theme>
</file>

<file path=ppt/theme/theme2.xml><?xml version="1.0" encoding="utf-8"?>
<a:theme xmlns:a="http://schemas.openxmlformats.org/drawingml/2006/main" name="VAN OORD | QHSE">
  <a:themeElements>
    <a:clrScheme name="VAN OORD 2021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253A79"/>
      </a:accent1>
      <a:accent2>
        <a:srgbClr val="FF8702"/>
      </a:accent2>
      <a:accent3>
        <a:srgbClr val="A8B0C9"/>
      </a:accent3>
      <a:accent4>
        <a:srgbClr val="FFA43F"/>
      </a:accent4>
      <a:accent5>
        <a:srgbClr val="C8C8C8"/>
      </a:accent5>
      <a:accent6>
        <a:srgbClr val="969696"/>
      </a:accent6>
      <a:hlink>
        <a:srgbClr val="253A79"/>
      </a:hlink>
      <a:folHlink>
        <a:srgbClr val="253A79"/>
      </a:folHlink>
    </a:clrScheme>
    <a:fontScheme name="Aangepast 35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an Oord - Presentation Template" id="{58C4B5FB-7356-4745-85C9-6D2880197A58}" vid="{2390A515-A59E-254B-9D1E-F794CEB554E6}"/>
    </a:ext>
  </a:extLst>
</a:theme>
</file>

<file path=ppt/theme/theme3.xml><?xml version="1.0" encoding="utf-8"?>
<a:theme xmlns:a="http://schemas.openxmlformats.org/drawingml/2006/main" name="VAN OORD | S.E.A.">
  <a:themeElements>
    <a:clrScheme name="Aangepast 45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253A79"/>
      </a:accent1>
      <a:accent2>
        <a:srgbClr val="00A582"/>
      </a:accent2>
      <a:accent3>
        <a:srgbClr val="A8B0C9"/>
      </a:accent3>
      <a:accent4>
        <a:srgbClr val="008669"/>
      </a:accent4>
      <a:accent5>
        <a:srgbClr val="C8C8C8"/>
      </a:accent5>
      <a:accent6>
        <a:srgbClr val="969696"/>
      </a:accent6>
      <a:hlink>
        <a:srgbClr val="253A79"/>
      </a:hlink>
      <a:folHlink>
        <a:srgbClr val="253A79"/>
      </a:folHlink>
    </a:clrScheme>
    <a:fontScheme name="Aangepast 35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an Oord - Presentation Template" id="{58C4B5FB-7356-4745-85C9-6D2880197A58}" vid="{C60D7293-4811-7543-9325-8435D0CD9FB7}"/>
    </a:ext>
  </a:extLst>
</a:theme>
</file>

<file path=ppt/theme/theme4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ee74964-0cff-486f-a61d-dfa70c00f4b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F4740DAAF0394490D8235230E771AE" ma:contentTypeVersion="9" ma:contentTypeDescription="Create a new document." ma:contentTypeScope="" ma:versionID="7d8bb9358e45ffc4c9b6158860f01317">
  <xsd:schema xmlns:xsd="http://www.w3.org/2001/XMLSchema" xmlns:xs="http://www.w3.org/2001/XMLSchema" xmlns:p="http://schemas.microsoft.com/office/2006/metadata/properties" xmlns:ns2="dee74964-0cff-486f-a61d-dfa70c00f4ba" targetNamespace="http://schemas.microsoft.com/office/2006/metadata/properties" ma:root="true" ma:fieldsID="1ec537d95ba47bace9ce042a844d64f2" ns2:_="">
    <xsd:import namespace="dee74964-0cff-486f-a61d-dfa70c00f4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e74964-0cff-486f-a61d-dfa70c00f4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ccc6908-62d4-4207-8353-19602e24c7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875A55F-BC65-4773-A7FC-7645BECE61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B7C5BF-2B1A-4A69-B57C-68B3949E2985}">
  <ds:schemaRefs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terms/"/>
    <ds:schemaRef ds:uri="http://schemas.microsoft.com/office/2006/documentManagement/types"/>
    <ds:schemaRef ds:uri="dee74964-0cff-486f-a61d-dfa70c00f4ba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E539B21-1EE4-4AE6-9E9E-755222B13E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e74964-0cff-486f-a61d-dfa70c00f4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VAN OORD</Template>
  <TotalTime>1973</TotalTime>
  <Words>4331</Words>
  <Application>Microsoft Office PowerPoint</Application>
  <PresentationFormat>Widescreen</PresentationFormat>
  <Paragraphs>449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VAN OORD</vt:lpstr>
      <vt:lpstr>VAN OORD | QHSE</vt:lpstr>
      <vt:lpstr>VAN OORD | S.E.A.</vt:lpstr>
      <vt:lpstr>Building our IT backbone </vt:lpstr>
      <vt:lpstr>PowerPoint Presentation</vt:lpstr>
      <vt:lpstr>The reality today</vt:lpstr>
      <vt:lpstr>The cost of doing nothing</vt:lpstr>
      <vt:lpstr>We know why IT failed before</vt:lpstr>
      <vt:lpstr>The vision: IT runs like a silent engine</vt:lpstr>
      <vt:lpstr>How we get there</vt:lpstr>
      <vt:lpstr>What we’re actually building</vt:lpstr>
      <vt:lpstr>From today’s friction to operational control</vt:lpstr>
      <vt:lpstr>Business Application v.s. Software tools</vt:lpstr>
      <vt:lpstr>The data model: CSDM 5 core objects</vt:lpstr>
      <vt:lpstr>Where Flexera SNOW Atlas fits in this model</vt:lpstr>
      <vt:lpstr>Golden Records: From logical model to source systems</vt:lpstr>
      <vt:lpstr>One application fully modelled (from chaos to control) </vt:lpstr>
      <vt:lpstr>Golden records systems</vt:lpstr>
      <vt:lpstr>Business Application record</vt:lpstr>
      <vt:lpstr>This is the way forward</vt:lpstr>
      <vt:lpstr>PowerPoint Presentation</vt:lpstr>
      <vt:lpstr>IT Application Owners</vt:lpstr>
      <vt:lpstr>Service Desk</vt:lpstr>
      <vt:lpstr>Risk &amp; Compliance</vt:lpstr>
      <vt:lpstr>IT Leadership</vt:lpstr>
      <vt:lpstr>Department Heads (Information Managers)</vt:lpstr>
      <vt:lpstr>(Enterprise) Architecture</vt:lpstr>
      <vt:lpstr>Business Users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Kroef R. van der (Rob)</dc:creator>
  <cp:keywords>WWW.PPTSOLUTIONS.NL</cp:keywords>
  <cp:lastModifiedBy>Kroef R. van der (Rob)</cp:lastModifiedBy>
  <cp:revision>26</cp:revision>
  <dcterms:created xsi:type="dcterms:W3CDTF">2026-04-08T08:23:51Z</dcterms:created>
  <dcterms:modified xsi:type="dcterms:W3CDTF">2026-04-15T11:43:03Z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UserName">
    <vt:lpwstr>elect</vt:lpwstr>
  </property>
  <property fmtid="{D5CDD505-2E9C-101B-9397-08002B2CF9AE}" pid="3" name="ComputerName">
    <vt:lpwstr>LAPTOP-35C4G752</vt:lpwstr>
  </property>
  <property fmtid="{D5CDD505-2E9C-101B-9397-08002B2CF9AE}" pid="4" name="ContentTypeId">
    <vt:lpwstr>0x010100FEF4740DAAF0394490D8235230E771AE</vt:lpwstr>
  </property>
  <property fmtid="{D5CDD505-2E9C-101B-9397-08002B2CF9AE}" pid="5" name="MediaServiceImageTags">
    <vt:lpwstr/>
  </property>
  <property fmtid="{D5CDD505-2E9C-101B-9397-08002B2CF9AE}" pid="6" name="vo_DocType">
    <vt:lpwstr/>
  </property>
  <property fmtid="{D5CDD505-2E9C-101B-9397-08002B2CF9AE}" pid="7" name="DocCompany">
    <vt:lpwstr>18;#VOOW|1ae1d03a-34a0-4000-97d9-246e0c4f2973</vt:lpwstr>
  </property>
  <property fmtid="{D5CDD505-2E9C-101B-9397-08002B2CF9AE}" pid="8" name="wpRequiredInTemplateSets">
    <vt:lpwstr/>
  </property>
  <property fmtid="{D5CDD505-2E9C-101B-9397-08002B2CF9AE}" pid="9" name="wpTemplateSets">
    <vt:lpwstr>1;#DMS4P|84e9156b-223f-4b25-8150-7607bc391c15</vt:lpwstr>
  </property>
</Properties>
</file>